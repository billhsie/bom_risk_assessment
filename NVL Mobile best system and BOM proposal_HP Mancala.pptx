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5.xml" ContentType="application/vnd.openxmlformats-officedocument.theme+xml"/>
  <Override PartName="/ppt/charts/chart2.xml" ContentType="application/vnd.openxmlformats-officedocument.drawingml.char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6.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7.xml" ContentType="application/vnd.openxmlformats-officedocument.theme+xml"/>
  <Override PartName="/ppt/charts/chart3.xml" ContentType="application/vnd.openxmlformats-officedocument.drawingml.chart+xml"/>
  <Override PartName="/ppt/theme/theme8.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6" r:id="rId5"/>
    <p:sldMasterId id="2147483703" r:id="rId6"/>
    <p:sldMasterId id="2147483715" r:id="rId7"/>
    <p:sldMasterId id="2147483740" r:id="rId8"/>
    <p:sldMasterId id="2147483771" r:id="rId9"/>
    <p:sldMasterId id="2147483803" r:id="rId10"/>
  </p:sldMasterIdLst>
  <p:notesMasterIdLst>
    <p:notesMasterId r:id="rId19"/>
  </p:notesMasterIdLst>
  <p:sldIdLst>
    <p:sldId id="2147483419" r:id="rId11"/>
    <p:sldId id="257" r:id="rId12"/>
    <p:sldId id="261" r:id="rId13"/>
    <p:sldId id="265" r:id="rId14"/>
    <p:sldId id="258" r:id="rId15"/>
    <p:sldId id="2147483417" r:id="rId16"/>
    <p:sldId id="260" r:id="rId17"/>
    <p:sldId id="214748341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32CD16-5FEF-720A-0B7E-6C7B8725183E}" name="Pai, Cary" initials="PC" userId="S::cary.pai@intel.com::26337444-dc82-485c-8843-ef87a9cb9ddd" providerId="AD"/>
  <p188:author id="{3D1EC140-D9F6-02E4-30D3-C0DBBB3D9051}" name="Hsiao, Randolph" initials="RH" userId="S::randolph.hsiao@intel.com::03c7bf55-28e4-4b9b-94b4-b78bcf92d4a4" providerId="AD"/>
  <p188:author id="{69661B83-B89E-3EAF-42E4-B79D22318BD8}" name="Li, Jason C" initials="LJ" userId="S::jason.c.li@intel.com::8cfbc456-827c-43fd-85b1-735b3d751aee" providerId="AD"/>
  <p188:author id="{2F766DD4-3AFE-DB22-4CE9-481C922B41B4}" name="Su, Aaron" initials="SA" userId="S::aaron.su@intel.com::be920ca2-1aca-4bf6-acf5-e16563fca8d4" providerId="AD"/>
  <p188:author id="{350923E9-87FE-E059-4056-90BBB62A6F82}" name="Hsiao, Jimmy" initials="JH" userId="S::jimmy.hsiao@intel.com::8131a0d1-1af3-4ef3-94bf-71213f5491e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B0384-B1AB-AD80-D117-20BCB84CB296}" v="38" dt="2026-04-22T05:35:54.6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36D823-2618-4D41-AACD-9B8197A14AF0}"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EBD783-78C8-4221-9144-8889DFD0924A}" type="slidenum">
              <a:rPr lang="en-US" smtClean="0"/>
              <a:t>‹#›</a:t>
            </a:fld>
            <a:endParaRPr lang="en-US"/>
          </a:p>
        </p:txBody>
      </p:sp>
    </p:spTree>
    <p:extLst>
      <p:ext uri="{BB962C8B-B14F-4D97-AF65-F5344CB8AC3E}">
        <p14:creationId xmlns:p14="http://schemas.microsoft.com/office/powerpoint/2010/main" val="3015624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hite A">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F200040-B841-47B7-8555-E0299CDC24FA}"/>
              </a:ext>
            </a:extLst>
          </p:cNvPr>
          <p:cNvSpPr/>
          <p:nvPr/>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normAutofit/>
          </a:bodyPr>
          <a:lstStyle>
            <a:lvl1pPr algn="l">
              <a:defRPr sz="5000">
                <a:solidFill>
                  <a:schemeClr val="tx1">
                    <a:lumMod val="50000"/>
                  </a:schemeClr>
                </a:solidFill>
                <a:latin typeface="+mj-lt"/>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tx1">
                    <a:lumMod val="50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Rectangle 17">
            <a:extLst>
              <a:ext uri="{FF2B5EF4-FFF2-40B4-BE49-F238E27FC236}">
                <a16:creationId xmlns:a16="http://schemas.microsoft.com/office/drawing/2014/main" id="{A24C56C1-BF0A-4234-81F8-D2B769834C58}"/>
              </a:ext>
            </a:extLst>
          </p:cNvPr>
          <p:cNvSpPr/>
          <p:nvPr/>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19" name="Rectangle 18">
            <a:extLst>
              <a:ext uri="{FF2B5EF4-FFF2-40B4-BE49-F238E27FC236}">
                <a16:creationId xmlns:a16="http://schemas.microsoft.com/office/drawing/2014/main" id="{657C8AC4-A26E-48AF-9B2F-93A0F02E758D}"/>
              </a:ext>
            </a:extLst>
          </p:cNvPr>
          <p:cNvSpPr/>
          <p:nvPr/>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20" name="Rectangle 19">
            <a:extLst>
              <a:ext uri="{FF2B5EF4-FFF2-40B4-BE49-F238E27FC236}">
                <a16:creationId xmlns:a16="http://schemas.microsoft.com/office/drawing/2014/main" id="{6D5060BD-E2D2-44BB-ADFB-2B20CEB8775D}"/>
              </a:ext>
            </a:extLst>
          </p:cNvPr>
          <p:cNvSpPr/>
          <p:nvPr/>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pic>
        <p:nvPicPr>
          <p:cNvPr id="21" name="Graphic 20">
            <a:extLst>
              <a:ext uri="{FF2B5EF4-FFF2-40B4-BE49-F238E27FC236}">
                <a16:creationId xmlns:a16="http://schemas.microsoft.com/office/drawing/2014/main" id="{5A184651-D34A-4937-8369-48ADD8E89C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sp>
        <p:nvSpPr>
          <p:cNvPr id="4" name="Text Placeholder 13">
            <a:extLst>
              <a:ext uri="{FF2B5EF4-FFF2-40B4-BE49-F238E27FC236}">
                <a16:creationId xmlns:a16="http://schemas.microsoft.com/office/drawing/2014/main" id="{BADF8D61-5D8D-0F62-C3E7-2716A0C70D9B}"/>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1"/>
                </a:solidFill>
                <a:latin typeface="IntelOne Text" panose="020B0503020203020204" pitchFamily="34" charset="77"/>
              </a:defRPr>
            </a:lvl1pPr>
          </a:lstStyle>
          <a:p>
            <a:pPr lvl="0"/>
            <a:r>
              <a:rPr lang="en-US"/>
              <a:t>Click to edit Master text styles</a:t>
            </a:r>
          </a:p>
        </p:txBody>
      </p:sp>
    </p:spTree>
    <p:extLst>
      <p:ext uri="{BB962C8B-B14F-4D97-AF65-F5344CB8AC3E}">
        <p14:creationId xmlns:p14="http://schemas.microsoft.com/office/powerpoint/2010/main" val="111443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 Slide White B">
    <p:bg>
      <p:bgRef idx="1001">
        <a:schemeClr val="bg1"/>
      </p:bgRef>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81569F-6701-4CDA-895D-6BD6D388AB05}"/>
              </a:ext>
            </a:extLst>
          </p:cNvPr>
          <p:cNvSpPr/>
          <p:nvPr/>
        </p:nvSpPr>
        <p:spPr>
          <a:xfrm>
            <a:off x="1468406" y="0"/>
            <a:ext cx="3430768" cy="5390870"/>
          </a:xfrm>
          <a:prstGeom prst="rect">
            <a:avLst/>
          </a:prstGeom>
          <a:solidFill>
            <a:srgbClr val="E9E9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1" name="Rectangle 20">
            <a:extLst>
              <a:ext uri="{FF2B5EF4-FFF2-40B4-BE49-F238E27FC236}">
                <a16:creationId xmlns:a16="http://schemas.microsoft.com/office/drawing/2014/main" id="{758CE26D-A586-4A86-AA98-B9D850FBFCD7}"/>
              </a:ext>
            </a:extLst>
          </p:cNvPr>
          <p:cNvSpPr/>
          <p:nvPr/>
        </p:nvSpPr>
        <p:spPr>
          <a:xfrm>
            <a:off x="860457" y="4951823"/>
            <a:ext cx="158111" cy="158111"/>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2" name="Rectangle 21">
            <a:extLst>
              <a:ext uri="{FF2B5EF4-FFF2-40B4-BE49-F238E27FC236}">
                <a16:creationId xmlns:a16="http://schemas.microsoft.com/office/drawing/2014/main" id="{7CE63CF4-E38C-42FE-9C75-CB2B3DEB5FBD}"/>
              </a:ext>
            </a:extLst>
          </p:cNvPr>
          <p:cNvSpPr/>
          <p:nvPr/>
        </p:nvSpPr>
        <p:spPr>
          <a:xfrm>
            <a:off x="573803" y="5104242"/>
            <a:ext cx="286654" cy="28665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67E1EECF-CDF6-475D-8C89-D59E9C677475}"/>
              </a:ext>
            </a:extLst>
          </p:cNvPr>
          <p:cNvSpPr/>
          <p:nvPr/>
        </p:nvSpPr>
        <p:spPr>
          <a:xfrm>
            <a:off x="861107" y="5390896"/>
            <a:ext cx="610214" cy="610214"/>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hasCustomPrompt="1"/>
          </p:nvPr>
        </p:nvSpPr>
        <p:spPr>
          <a:xfrm>
            <a:off x="1543438" y="944163"/>
            <a:ext cx="9810362" cy="627700"/>
          </a:xfrm>
        </p:spPr>
        <p:txBody>
          <a:bodyPr anchor="b" anchorCtr="0">
            <a:normAutofit/>
          </a:bodyPr>
          <a:lstStyle>
            <a:lvl1pPr marL="0" indent="0">
              <a:buFontTx/>
              <a:buNone/>
              <a:defRPr sz="1600">
                <a:solidFill>
                  <a:schemeClr val="accent1"/>
                </a:solidFill>
                <a:latin typeface="IntelOne Text" panose="020B0503020203020204" pitchFamily="34" charset="77"/>
              </a:defRPr>
            </a:lvl1pPr>
          </a:lstStyle>
          <a:p>
            <a:pPr lvl="0"/>
            <a:r>
              <a:rPr lang="en-US"/>
              <a:t>Click to edit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1542536" y="1635111"/>
            <a:ext cx="9789007" cy="1874852"/>
          </a:xfrm>
        </p:spPr>
        <p:txBody>
          <a:bodyPr anchor="b">
            <a:normAutofit/>
          </a:bodyPr>
          <a:lstStyle>
            <a:lvl1pPr algn="l">
              <a:defRPr sz="5000">
                <a:solidFill>
                  <a:schemeClr val="tx1">
                    <a:lumMod val="50000"/>
                  </a:schemeClr>
                </a:solidFill>
              </a:defRPr>
            </a:lvl1pPr>
          </a:lstStyle>
          <a:p>
            <a:r>
              <a:rPr lang="en-US"/>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hasCustomPrompt="1"/>
          </p:nvPr>
        </p:nvSpPr>
        <p:spPr>
          <a:xfrm>
            <a:off x="1542536" y="3602038"/>
            <a:ext cx="9789007" cy="1655762"/>
          </a:xfrm>
        </p:spPr>
        <p:txBody>
          <a:bodyPr/>
          <a:lstStyle>
            <a:lvl1pPr marL="0" indent="0" algn="l">
              <a:buNone/>
              <a:defRPr sz="2400">
                <a:solidFill>
                  <a:schemeClr val="tx1">
                    <a:lumMod val="50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grpSp>
        <p:nvGrpSpPr>
          <p:cNvPr id="5" name="Group 4">
            <a:extLst>
              <a:ext uri="{FF2B5EF4-FFF2-40B4-BE49-F238E27FC236}">
                <a16:creationId xmlns:a16="http://schemas.microsoft.com/office/drawing/2014/main" id="{70C04415-8743-3853-676C-0DA0928EEFDB}"/>
              </a:ext>
            </a:extLst>
          </p:cNvPr>
          <p:cNvGrpSpPr/>
          <p:nvPr/>
        </p:nvGrpSpPr>
        <p:grpSpPr>
          <a:xfrm>
            <a:off x="1468406" y="5995719"/>
            <a:ext cx="1059754" cy="396801"/>
            <a:chOff x="1314450" y="6391094"/>
            <a:chExt cx="1123377" cy="420623"/>
          </a:xfrm>
          <a:solidFill>
            <a:schemeClr val="tx1"/>
          </a:solidFill>
        </p:grpSpPr>
        <p:sp>
          <p:nvSpPr>
            <p:cNvPr id="6" name="Freeform: Shape 5">
              <a:extLst>
                <a:ext uri="{FF2B5EF4-FFF2-40B4-BE49-F238E27FC236}">
                  <a16:creationId xmlns:a16="http://schemas.microsoft.com/office/drawing/2014/main" id="{A6AD0BF1-61C4-E361-96E8-FD6A35CE117B}"/>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chemeClr val="accent1"/>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3" name="Freeform: Shape 12">
              <a:extLst>
                <a:ext uri="{FF2B5EF4-FFF2-40B4-BE49-F238E27FC236}">
                  <a16:creationId xmlns:a16="http://schemas.microsoft.com/office/drawing/2014/main" id="{7D416FB8-DE59-3960-2093-11B31D01E758}"/>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grp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28" name="Freeform: Shape 27">
              <a:extLst>
                <a:ext uri="{FF2B5EF4-FFF2-40B4-BE49-F238E27FC236}">
                  <a16:creationId xmlns:a16="http://schemas.microsoft.com/office/drawing/2014/main" id="{B26B763B-BA2E-530C-5EBF-AB1531E6817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grp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29" name="Freeform: Shape 28">
              <a:extLst>
                <a:ext uri="{FF2B5EF4-FFF2-40B4-BE49-F238E27FC236}">
                  <a16:creationId xmlns:a16="http://schemas.microsoft.com/office/drawing/2014/main" id="{1CFC4399-D399-5D31-3A05-3CD389F0DF06}"/>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grp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spTree>
    <p:extLst>
      <p:ext uri="{BB962C8B-B14F-4D97-AF65-F5344CB8AC3E}">
        <p14:creationId xmlns:p14="http://schemas.microsoft.com/office/powerpoint/2010/main" val="2797608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8271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15AA-229D-4A6C-90C6-57CFD374E6F1}"/>
              </a:ext>
            </a:extLst>
          </p:cNvPr>
          <p:cNvSpPr>
            <a:spLocks noGrp="1"/>
          </p:cNvSpPr>
          <p:nvPr>
            <p:ph type="title"/>
          </p:nvPr>
        </p:nvSpPr>
        <p:spPr/>
        <p:txBody>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872239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0972800" cy="468990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902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oadmap Slide wVpro">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BEC6FE1-2413-83BF-6D5C-C6011165360F}"/>
              </a:ext>
            </a:extLst>
          </p:cNvPr>
          <p:cNvGraphicFramePr>
            <a:graphicFrameLocks noGrp="1"/>
          </p:cNvGraphicFramePr>
          <p:nvPr>
            <p:extLst>
              <p:ext uri="{D42A27DB-BD31-4B8C-83A1-F6EECF244321}">
                <p14:modId xmlns:p14="http://schemas.microsoft.com/office/powerpoint/2010/main" val="1146273293"/>
              </p:ext>
            </p:extLst>
          </p:nvPr>
        </p:nvGraphicFramePr>
        <p:xfrm>
          <a:off x="381000" y="1049750"/>
          <a:ext cx="11109960" cy="4434840"/>
        </p:xfrm>
        <a:graphic>
          <a:graphicData uri="http://schemas.openxmlformats.org/drawingml/2006/table">
            <a:tbl>
              <a:tblPr firstRow="1" bandRow="1"/>
              <a:tblGrid>
                <a:gridCol w="2194560">
                  <a:extLst>
                    <a:ext uri="{9D8B030D-6E8A-4147-A177-3AD203B41FA5}">
                      <a16:colId xmlns:a16="http://schemas.microsoft.com/office/drawing/2014/main" val="2888977056"/>
                    </a:ext>
                  </a:extLst>
                </a:gridCol>
                <a:gridCol w="1783080">
                  <a:extLst>
                    <a:ext uri="{9D8B030D-6E8A-4147-A177-3AD203B41FA5}">
                      <a16:colId xmlns:a16="http://schemas.microsoft.com/office/drawing/2014/main" val="258889268"/>
                    </a:ext>
                  </a:extLst>
                </a:gridCol>
                <a:gridCol w="1783080">
                  <a:extLst>
                    <a:ext uri="{9D8B030D-6E8A-4147-A177-3AD203B41FA5}">
                      <a16:colId xmlns:a16="http://schemas.microsoft.com/office/drawing/2014/main" val="531993057"/>
                    </a:ext>
                  </a:extLst>
                </a:gridCol>
                <a:gridCol w="1783080">
                  <a:extLst>
                    <a:ext uri="{9D8B030D-6E8A-4147-A177-3AD203B41FA5}">
                      <a16:colId xmlns:a16="http://schemas.microsoft.com/office/drawing/2014/main" val="1067765133"/>
                    </a:ext>
                  </a:extLst>
                </a:gridCol>
                <a:gridCol w="1783080">
                  <a:extLst>
                    <a:ext uri="{9D8B030D-6E8A-4147-A177-3AD203B41FA5}">
                      <a16:colId xmlns:a16="http://schemas.microsoft.com/office/drawing/2014/main" val="1475616070"/>
                    </a:ext>
                  </a:extLst>
                </a:gridCol>
                <a:gridCol w="1783080">
                  <a:extLst>
                    <a:ext uri="{9D8B030D-6E8A-4147-A177-3AD203B41FA5}">
                      <a16:colId xmlns:a16="http://schemas.microsoft.com/office/drawing/2014/main" val="4264553013"/>
                    </a:ext>
                  </a:extLst>
                </a:gridCol>
              </a:tblGrid>
              <a:tr h="182880">
                <a:tc rowSpan="2">
                  <a:txBody>
                    <a:bodyPr/>
                    <a:lstStyle/>
                    <a:p>
                      <a:pPr marL="0" marR="0" indent="0" algn="l" defTabSz="609585" rtl="0" eaLnBrk="1" fontAlgn="auto" latinLnBrk="0" hangingPunct="1">
                        <a:lnSpc>
                          <a:spcPct val="100000"/>
                        </a:lnSpc>
                        <a:spcBef>
                          <a:spcPts val="0"/>
                        </a:spcBef>
                        <a:spcAft>
                          <a:spcPts val="0"/>
                        </a:spcAft>
                        <a:buClrTx/>
                        <a:buSzTx/>
                        <a:buFontTx/>
                        <a:buNone/>
                        <a:tabLst/>
                        <a:defRPr/>
                      </a:pPr>
                      <a:endParaRPr lang="en-US" sz="1400" b="0" kern="1200">
                        <a:solidFill>
                          <a:schemeClr val="tx1"/>
                        </a:solidFill>
                        <a:latin typeface="IntelOne Display Regular" panose="020B0503020203020204" pitchFamily="34" charset="0"/>
                        <a:ea typeface="+mn-ea"/>
                        <a:cs typeface="+mn-cs"/>
                      </a:endParaRPr>
                    </a:p>
                  </a:txBody>
                  <a:tcPr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IntelOne Display Regular" panose="020B0503020203020204" pitchFamily="34" charset="0"/>
                          <a:ea typeface="+mn-ea"/>
                          <a:cs typeface="+mn-cs"/>
                        </a:rPr>
                        <a:t>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gridSpan="4">
                  <a:txBody>
                    <a:body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IntelOne Display Regular" panose="020B0503020203020204" pitchFamily="34" charset="0"/>
                          <a:ea typeface="+mn-ea"/>
                          <a:cs typeface="+mn-cs"/>
                        </a:rPr>
                        <a:t>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25252">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477839"/>
                  </a:ext>
                </a:extLst>
              </a:tr>
              <a:tr h="274320">
                <a:tc vMerge="1">
                  <a:txBody>
                    <a:bodyPr/>
                    <a:lstStyle/>
                    <a:p>
                      <a:endParaRPr/>
                    </a:p>
                  </a:txBody>
                  <a:tcPr marL="4572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80" rtl="0" eaLnBrk="1" latinLnBrk="0" hangingPunct="1">
                        <a:defRPr sz="2400" kern="1200">
                          <a:solidFill>
                            <a:schemeClr val="tx1"/>
                          </a:solidFill>
                          <a:latin typeface="Intel Clear"/>
                        </a:defRPr>
                      </a:lvl1pPr>
                      <a:lvl2pPr marL="609539" algn="l" defTabSz="1219080" rtl="0" eaLnBrk="1" latinLnBrk="0" hangingPunct="1">
                        <a:defRPr sz="2400" kern="1200">
                          <a:solidFill>
                            <a:schemeClr val="tx1"/>
                          </a:solidFill>
                          <a:latin typeface="Intel Clear"/>
                        </a:defRPr>
                      </a:lvl2pPr>
                      <a:lvl3pPr marL="1219080" algn="l" defTabSz="1219080" rtl="0" eaLnBrk="1" latinLnBrk="0" hangingPunct="1">
                        <a:defRPr sz="2400" kern="1200">
                          <a:solidFill>
                            <a:schemeClr val="tx1"/>
                          </a:solidFill>
                          <a:latin typeface="Intel Clear"/>
                        </a:defRPr>
                      </a:lvl3pPr>
                      <a:lvl4pPr marL="1828618" algn="l" defTabSz="1219080" rtl="0" eaLnBrk="1" latinLnBrk="0" hangingPunct="1">
                        <a:defRPr sz="2400" kern="1200">
                          <a:solidFill>
                            <a:schemeClr val="tx1"/>
                          </a:solidFill>
                          <a:latin typeface="Intel Clear"/>
                        </a:defRPr>
                      </a:lvl4pPr>
                      <a:lvl5pPr marL="2438158" algn="l" defTabSz="1219080" rtl="0" eaLnBrk="1" latinLnBrk="0" hangingPunct="1">
                        <a:defRPr sz="2400" kern="1200">
                          <a:solidFill>
                            <a:schemeClr val="tx1"/>
                          </a:solidFill>
                          <a:latin typeface="Intel Clear"/>
                        </a:defRPr>
                      </a:lvl5pPr>
                      <a:lvl6pPr marL="3047696" algn="l" defTabSz="1219080" rtl="0" eaLnBrk="1" latinLnBrk="0" hangingPunct="1">
                        <a:defRPr sz="2400" kern="1200">
                          <a:solidFill>
                            <a:schemeClr val="tx1"/>
                          </a:solidFill>
                          <a:latin typeface="Intel Clear"/>
                        </a:defRPr>
                      </a:lvl6pPr>
                      <a:lvl7pPr marL="3657235" algn="l" defTabSz="1219080" rtl="0" eaLnBrk="1" latinLnBrk="0" hangingPunct="1">
                        <a:defRPr sz="2400" kern="1200">
                          <a:solidFill>
                            <a:schemeClr val="tx1"/>
                          </a:solidFill>
                          <a:latin typeface="Intel Clear"/>
                        </a:defRPr>
                      </a:lvl7pPr>
                      <a:lvl8pPr marL="4266773" algn="l" defTabSz="1219080" rtl="0" eaLnBrk="1" latinLnBrk="0" hangingPunct="1">
                        <a:defRPr sz="2400" kern="1200">
                          <a:solidFill>
                            <a:schemeClr val="tx1"/>
                          </a:solidFill>
                          <a:latin typeface="Intel Clear"/>
                        </a:defRPr>
                      </a:lvl8pPr>
                      <a:lvl9pPr marL="4876313" algn="l" defTabSz="1219080" rtl="0" eaLnBrk="1" latinLnBrk="0" hangingPunct="1">
                        <a:defRPr sz="2400" kern="1200">
                          <a:solidFill>
                            <a:schemeClr val="tx1"/>
                          </a:solidFill>
                          <a:latin typeface="Intel Clear"/>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IntelOne Display Light" panose="020B0403020203020204" pitchFamily="34" charset="0"/>
                          <a:ea typeface="+mn-ea"/>
                          <a:cs typeface="+mn-cs"/>
                        </a:rPr>
                        <a:t>Q4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alpha val="50196"/>
                      </a:schemeClr>
                    </a:solidFill>
                  </a:tcPr>
                </a:tc>
                <a:tc>
                  <a:txBody>
                    <a:bodyPr/>
                    <a:lstStyle>
                      <a:lvl1pPr marL="0" algn="l" defTabSz="1219080" rtl="0" eaLnBrk="1" latinLnBrk="0" hangingPunct="1">
                        <a:defRPr sz="2400" kern="1200">
                          <a:solidFill>
                            <a:schemeClr val="tx1"/>
                          </a:solidFill>
                          <a:latin typeface="Intel Clear"/>
                        </a:defRPr>
                      </a:lvl1pPr>
                      <a:lvl2pPr marL="609539" algn="l" defTabSz="1219080" rtl="0" eaLnBrk="1" latinLnBrk="0" hangingPunct="1">
                        <a:defRPr sz="2400" kern="1200">
                          <a:solidFill>
                            <a:schemeClr val="tx1"/>
                          </a:solidFill>
                          <a:latin typeface="Intel Clear"/>
                        </a:defRPr>
                      </a:lvl2pPr>
                      <a:lvl3pPr marL="1219080" algn="l" defTabSz="1219080" rtl="0" eaLnBrk="1" latinLnBrk="0" hangingPunct="1">
                        <a:defRPr sz="2400" kern="1200">
                          <a:solidFill>
                            <a:schemeClr val="tx1"/>
                          </a:solidFill>
                          <a:latin typeface="Intel Clear"/>
                        </a:defRPr>
                      </a:lvl3pPr>
                      <a:lvl4pPr marL="1828618" algn="l" defTabSz="1219080" rtl="0" eaLnBrk="1" latinLnBrk="0" hangingPunct="1">
                        <a:defRPr sz="2400" kern="1200">
                          <a:solidFill>
                            <a:schemeClr val="tx1"/>
                          </a:solidFill>
                          <a:latin typeface="Intel Clear"/>
                        </a:defRPr>
                      </a:lvl4pPr>
                      <a:lvl5pPr marL="2438158" algn="l" defTabSz="1219080" rtl="0" eaLnBrk="1" latinLnBrk="0" hangingPunct="1">
                        <a:defRPr sz="2400" kern="1200">
                          <a:solidFill>
                            <a:schemeClr val="tx1"/>
                          </a:solidFill>
                          <a:latin typeface="Intel Clear"/>
                        </a:defRPr>
                      </a:lvl5pPr>
                      <a:lvl6pPr marL="3047696" algn="l" defTabSz="1219080" rtl="0" eaLnBrk="1" latinLnBrk="0" hangingPunct="1">
                        <a:defRPr sz="2400" kern="1200">
                          <a:solidFill>
                            <a:schemeClr val="tx1"/>
                          </a:solidFill>
                          <a:latin typeface="Intel Clear"/>
                        </a:defRPr>
                      </a:lvl6pPr>
                      <a:lvl7pPr marL="3657235" algn="l" defTabSz="1219080" rtl="0" eaLnBrk="1" latinLnBrk="0" hangingPunct="1">
                        <a:defRPr sz="2400" kern="1200">
                          <a:solidFill>
                            <a:schemeClr val="tx1"/>
                          </a:solidFill>
                          <a:latin typeface="Intel Clear"/>
                        </a:defRPr>
                      </a:lvl7pPr>
                      <a:lvl8pPr marL="4266773" algn="l" defTabSz="1219080" rtl="0" eaLnBrk="1" latinLnBrk="0" hangingPunct="1">
                        <a:defRPr sz="2400" kern="1200">
                          <a:solidFill>
                            <a:schemeClr val="tx1"/>
                          </a:solidFill>
                          <a:latin typeface="Intel Clear"/>
                        </a:defRPr>
                      </a:lvl8pPr>
                      <a:lvl9pPr marL="4876313" algn="l" defTabSz="1219080" rtl="0" eaLnBrk="1" latinLnBrk="0" hangingPunct="1">
                        <a:defRPr sz="2400" kern="1200">
                          <a:solidFill>
                            <a:schemeClr val="tx1"/>
                          </a:solidFill>
                          <a:latin typeface="Intel Clear"/>
                        </a:defRPr>
                      </a:lvl9p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Q1</a:t>
                      </a:r>
                    </a:p>
                  </a:txBody>
                  <a:tcPr anchor="ctr">
                    <a:lnL w="12700" cap="flat" cmpd="sng" algn="ctr">
                      <a:solidFill>
                        <a:schemeClr val="tx1"/>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Q2</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Q3</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Q4</a:t>
                      </a:r>
                    </a:p>
                  </a:txBody>
                  <a:tcPr anchor="ctr">
                    <a:lnL w="6350" cap="flat" cmpd="sng" algn="ctr">
                      <a:solidFill>
                        <a:schemeClr val="tx1">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0235522"/>
                  </a:ext>
                </a:extLst>
              </a:tr>
              <a:tr h="3886200">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endParaRPr lang="en-US" sz="1100" b="0">
                        <a:solidFill>
                          <a:schemeClr val="tx1"/>
                        </a:solidFill>
                        <a:latin typeface="IntelOne Display Regular" panose="020B0503020203020204" pitchFamily="34" charset="0"/>
                      </a:endParaRPr>
                    </a:p>
                  </a:txBody>
                  <a:tcPr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3256484"/>
                  </a:ext>
                </a:extLst>
              </a:tr>
            </a:tbl>
          </a:graphicData>
        </a:graphic>
      </p:graphicFrame>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180773"/>
            <a:ext cx="9223744" cy="747804"/>
          </a:xfrm>
        </p:spPr>
        <p:txBody>
          <a:bodyPr anchor="t">
            <a:noAutofit/>
          </a:bodyPr>
          <a:lstStyle>
            <a:lvl1pPr>
              <a:defRPr sz="2800">
                <a:latin typeface="+mj-lt"/>
              </a:defRPr>
            </a:lvl1pPr>
          </a:lstStyle>
          <a:p>
            <a:r>
              <a:rPr lang="en-US"/>
              <a:t>Click to edit Master title style</a:t>
            </a:r>
          </a:p>
        </p:txBody>
      </p:sp>
      <p:sp>
        <p:nvSpPr>
          <p:cNvPr id="12" name="Text Placeholder 11">
            <a:extLst>
              <a:ext uri="{FF2B5EF4-FFF2-40B4-BE49-F238E27FC236}">
                <a16:creationId xmlns:a16="http://schemas.microsoft.com/office/drawing/2014/main" id="{133E5A0D-8D33-9849-73FE-64918C388B59}"/>
              </a:ext>
            </a:extLst>
          </p:cNvPr>
          <p:cNvSpPr>
            <a:spLocks noGrp="1"/>
          </p:cNvSpPr>
          <p:nvPr>
            <p:ph type="body" sz="quarter" idx="10"/>
          </p:nvPr>
        </p:nvSpPr>
        <p:spPr>
          <a:xfrm>
            <a:off x="0" y="5532119"/>
            <a:ext cx="11740896" cy="868680"/>
          </a:xfrm>
        </p:spPr>
        <p:txBody>
          <a:bodyPr/>
          <a:lstStyle>
            <a:lvl1pPr marL="115888" indent="-115888">
              <a:lnSpc>
                <a:spcPct val="100000"/>
              </a:lnSpc>
              <a:spcBef>
                <a:spcPts val="0"/>
              </a:spcBef>
              <a:buFont typeface="+mj-lt"/>
              <a:buAutoNum type="arabicPeriod"/>
              <a:defRPr sz="800">
                <a:solidFill>
                  <a:schemeClr val="tx1">
                    <a:lumMod val="50000"/>
                  </a:schemeClr>
                </a:solidFill>
                <a:latin typeface="IntelOne Display Regular" panose="020B0503020203020204" pitchFamily="34" charset="0"/>
              </a:defRPr>
            </a:lvl1pPr>
            <a:lvl2pPr>
              <a:defRPr sz="800"/>
            </a:lvl2pPr>
            <a:lvl3pPr>
              <a:defRPr sz="800"/>
            </a:lvl3pPr>
            <a:lvl4pPr>
              <a:defRPr sz="800"/>
            </a:lvl4pPr>
            <a:lvl5pPr>
              <a:defRPr sz="800"/>
            </a:lvl5pPr>
          </a:lstStyle>
          <a:p>
            <a:pPr lvl="0"/>
            <a:r>
              <a:rPr lang="en-US"/>
              <a:t>Click to edit Master text styles</a:t>
            </a:r>
          </a:p>
        </p:txBody>
      </p:sp>
      <p:sp>
        <p:nvSpPr>
          <p:cNvPr id="13" name="Rectangle 12">
            <a:extLst>
              <a:ext uri="{FF2B5EF4-FFF2-40B4-BE49-F238E27FC236}">
                <a16:creationId xmlns:a16="http://schemas.microsoft.com/office/drawing/2014/main" id="{7C99B7AA-7602-51A5-9589-0EF9927CF6C4}"/>
              </a:ext>
            </a:extLst>
          </p:cNvPr>
          <p:cNvSpPr/>
          <p:nvPr/>
        </p:nvSpPr>
        <p:spPr>
          <a:xfrm>
            <a:off x="10439400" y="91440"/>
            <a:ext cx="1371600"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914377" rtl="0" fontAlgn="auto" latinLnBrk="0" hangingPunct="0">
              <a:lnSpc>
                <a:spcPct val="90000"/>
              </a:lnSpc>
              <a:spcBef>
                <a:spcPts val="1688"/>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Neue"/>
              </a:defRPr>
            </a:lvl9pPr>
          </a:lstStyle>
          <a:p>
            <a:pPr marL="0" marR="0" indent="0" defTabSz="457200" latinLnBrk="0">
              <a:lnSpc>
                <a:spcPct val="100000"/>
              </a:lnSpc>
              <a:spcBef>
                <a:spcPts val="0"/>
              </a:spcBef>
              <a:spcAft>
                <a:spcPts val="0"/>
              </a:spcAft>
              <a:buClrTx/>
              <a:buSzTx/>
              <a:buFontTx/>
              <a:buNone/>
              <a:tabLst/>
            </a:pPr>
            <a:r>
              <a:rPr lang="en-US" sz="750" b="0" i="0" u="none" strike="noStrike" cap="none" spc="0" baseline="0">
                <a:solidFill>
                  <a:schemeClr val="tx1"/>
                </a:solidFill>
                <a:uFillTx/>
                <a:latin typeface="IntelOne Display Regular" panose="020B0503020203020204" pitchFamily="34" charset="0"/>
                <a:ea typeface="+mn-ea"/>
                <a:cs typeface="+mn-cs"/>
                <a:sym typeface="Intel Clear"/>
              </a:rPr>
              <a:t>Projected Intel vPro® First</a:t>
            </a:r>
          </a:p>
          <a:p>
            <a:pPr marL="0" marR="0" indent="0" defTabSz="457200" latinLnBrk="0">
              <a:lnSpc>
                <a:spcPct val="100000"/>
              </a:lnSpc>
              <a:spcBef>
                <a:spcPts val="0"/>
              </a:spcBef>
              <a:spcAft>
                <a:spcPts val="0"/>
              </a:spcAft>
              <a:buClrTx/>
              <a:buSzTx/>
              <a:buFontTx/>
              <a:buNone/>
              <a:tabLst/>
            </a:pPr>
            <a:r>
              <a:rPr lang="en-US" sz="750" b="0" i="0" u="none" strike="noStrike" cap="none" spc="0" baseline="0">
                <a:solidFill>
                  <a:schemeClr val="tx1"/>
                </a:solidFill>
                <a:uFillTx/>
                <a:latin typeface="IntelOne Display Regular" panose="020B0503020203020204" pitchFamily="34" charset="0"/>
                <a:ea typeface="+mn-ea"/>
                <a:cs typeface="+mn-cs"/>
                <a:sym typeface="Intel Clear"/>
              </a:rPr>
              <a:t>Customer Shipments</a:t>
            </a:r>
          </a:p>
        </p:txBody>
      </p:sp>
      <p:sp>
        <p:nvSpPr>
          <p:cNvPr id="14" name="Star: 5 Points 35">
            <a:extLst>
              <a:ext uri="{FF2B5EF4-FFF2-40B4-BE49-F238E27FC236}">
                <a16:creationId xmlns:a16="http://schemas.microsoft.com/office/drawing/2014/main" id="{B9E50692-E3FC-1F9F-98B6-2CD1E4960D90}"/>
              </a:ext>
            </a:extLst>
          </p:cNvPr>
          <p:cNvSpPr/>
          <p:nvPr/>
        </p:nvSpPr>
        <p:spPr>
          <a:xfrm>
            <a:off x="10210800" y="180773"/>
            <a:ext cx="137160" cy="132443"/>
          </a:xfrm>
          <a:prstGeom prst="star5">
            <a:avLst/>
          </a:prstGeom>
          <a:solidFill>
            <a:schemeClr val="accent3"/>
          </a:solidFill>
          <a:ln w="9525" cap="flat" cmpd="sng" algn="ctr">
            <a:no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white"/>
              </a:solidFill>
              <a:effectLst/>
              <a:uLnTx/>
              <a:uFillTx/>
              <a:latin typeface="IntelOne Text" panose="020B0503020203020204" pitchFamily="34" charset="0"/>
              <a:ea typeface="+mn-ea"/>
              <a:cs typeface="+mn-cs"/>
            </a:endParaRPr>
          </a:p>
        </p:txBody>
      </p:sp>
    </p:spTree>
    <p:extLst>
      <p:ext uri="{BB962C8B-B14F-4D97-AF65-F5344CB8AC3E}">
        <p14:creationId xmlns:p14="http://schemas.microsoft.com/office/powerpoint/2010/main" val="331304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oadmap Slide">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1C906E0-F2AD-75E1-3401-722C2503F6E5}"/>
              </a:ext>
            </a:extLst>
          </p:cNvPr>
          <p:cNvGraphicFramePr>
            <a:graphicFrameLocks noGrp="1"/>
          </p:cNvGraphicFramePr>
          <p:nvPr>
            <p:extLst>
              <p:ext uri="{D42A27DB-BD31-4B8C-83A1-F6EECF244321}">
                <p14:modId xmlns:p14="http://schemas.microsoft.com/office/powerpoint/2010/main" val="757579576"/>
              </p:ext>
            </p:extLst>
          </p:nvPr>
        </p:nvGraphicFramePr>
        <p:xfrm>
          <a:off x="381000" y="1049750"/>
          <a:ext cx="11109960" cy="4434840"/>
        </p:xfrm>
        <a:graphic>
          <a:graphicData uri="http://schemas.openxmlformats.org/drawingml/2006/table">
            <a:tbl>
              <a:tblPr firstRow="1" bandRow="1"/>
              <a:tblGrid>
                <a:gridCol w="2194560">
                  <a:extLst>
                    <a:ext uri="{9D8B030D-6E8A-4147-A177-3AD203B41FA5}">
                      <a16:colId xmlns:a16="http://schemas.microsoft.com/office/drawing/2014/main" val="2888977056"/>
                    </a:ext>
                  </a:extLst>
                </a:gridCol>
                <a:gridCol w="1783080">
                  <a:extLst>
                    <a:ext uri="{9D8B030D-6E8A-4147-A177-3AD203B41FA5}">
                      <a16:colId xmlns:a16="http://schemas.microsoft.com/office/drawing/2014/main" val="258889268"/>
                    </a:ext>
                  </a:extLst>
                </a:gridCol>
                <a:gridCol w="1783080">
                  <a:extLst>
                    <a:ext uri="{9D8B030D-6E8A-4147-A177-3AD203B41FA5}">
                      <a16:colId xmlns:a16="http://schemas.microsoft.com/office/drawing/2014/main" val="531993057"/>
                    </a:ext>
                  </a:extLst>
                </a:gridCol>
                <a:gridCol w="1783080">
                  <a:extLst>
                    <a:ext uri="{9D8B030D-6E8A-4147-A177-3AD203B41FA5}">
                      <a16:colId xmlns:a16="http://schemas.microsoft.com/office/drawing/2014/main" val="1067765133"/>
                    </a:ext>
                  </a:extLst>
                </a:gridCol>
                <a:gridCol w="1783080">
                  <a:extLst>
                    <a:ext uri="{9D8B030D-6E8A-4147-A177-3AD203B41FA5}">
                      <a16:colId xmlns:a16="http://schemas.microsoft.com/office/drawing/2014/main" val="1475616070"/>
                    </a:ext>
                  </a:extLst>
                </a:gridCol>
                <a:gridCol w="1783080">
                  <a:extLst>
                    <a:ext uri="{9D8B030D-6E8A-4147-A177-3AD203B41FA5}">
                      <a16:colId xmlns:a16="http://schemas.microsoft.com/office/drawing/2014/main" val="4264553013"/>
                    </a:ext>
                  </a:extLst>
                </a:gridCol>
              </a:tblGrid>
              <a:tr h="182880">
                <a:tc rowSpan="2">
                  <a:txBody>
                    <a:bodyPr/>
                    <a:lstStyle/>
                    <a:p>
                      <a:pPr marL="0" marR="0" indent="0" algn="l" defTabSz="609585" rtl="0" eaLnBrk="1" fontAlgn="auto" latinLnBrk="0" hangingPunct="1">
                        <a:lnSpc>
                          <a:spcPct val="100000"/>
                        </a:lnSpc>
                        <a:spcBef>
                          <a:spcPts val="0"/>
                        </a:spcBef>
                        <a:spcAft>
                          <a:spcPts val="0"/>
                        </a:spcAft>
                        <a:buClrTx/>
                        <a:buSzTx/>
                        <a:buFontTx/>
                        <a:buNone/>
                        <a:tabLst/>
                        <a:defRPr/>
                      </a:pPr>
                      <a:endParaRPr lang="en-US" sz="1400" b="0" kern="1200">
                        <a:solidFill>
                          <a:schemeClr val="tx1"/>
                        </a:solidFill>
                        <a:latin typeface="IntelOne Display Regular" panose="020B0503020203020204" pitchFamily="34" charset="0"/>
                        <a:ea typeface="+mn-ea"/>
                        <a:cs typeface="+mn-cs"/>
                      </a:endParaRPr>
                    </a:p>
                  </a:txBody>
                  <a:tcPr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IntelOne Display Regular" panose="020B0503020203020204" pitchFamily="34" charset="0"/>
                          <a:ea typeface="+mn-ea"/>
                          <a:cs typeface="+mn-cs"/>
                        </a:rPr>
                        <a:t>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gridSpan="4">
                  <a:txBody>
                    <a:body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IntelOne Display Regular" panose="020B0503020203020204" pitchFamily="34" charset="0"/>
                          <a:ea typeface="+mn-ea"/>
                          <a:cs typeface="+mn-cs"/>
                        </a:rPr>
                        <a:t>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25252">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477839"/>
                  </a:ext>
                </a:extLst>
              </a:tr>
              <a:tr h="274320">
                <a:tc vMerge="1">
                  <a:txBody>
                    <a:bodyPr/>
                    <a:lstStyle/>
                    <a:p>
                      <a:endParaRPr/>
                    </a:p>
                  </a:txBody>
                  <a:tcPr marL="4572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80" rtl="0" eaLnBrk="1" latinLnBrk="0" hangingPunct="1">
                        <a:defRPr sz="2400" kern="1200">
                          <a:solidFill>
                            <a:schemeClr val="tx1"/>
                          </a:solidFill>
                          <a:latin typeface="Intel Clear"/>
                        </a:defRPr>
                      </a:lvl1pPr>
                      <a:lvl2pPr marL="609539" algn="l" defTabSz="1219080" rtl="0" eaLnBrk="1" latinLnBrk="0" hangingPunct="1">
                        <a:defRPr sz="2400" kern="1200">
                          <a:solidFill>
                            <a:schemeClr val="tx1"/>
                          </a:solidFill>
                          <a:latin typeface="Intel Clear"/>
                        </a:defRPr>
                      </a:lvl2pPr>
                      <a:lvl3pPr marL="1219080" algn="l" defTabSz="1219080" rtl="0" eaLnBrk="1" latinLnBrk="0" hangingPunct="1">
                        <a:defRPr sz="2400" kern="1200">
                          <a:solidFill>
                            <a:schemeClr val="tx1"/>
                          </a:solidFill>
                          <a:latin typeface="Intel Clear"/>
                        </a:defRPr>
                      </a:lvl3pPr>
                      <a:lvl4pPr marL="1828618" algn="l" defTabSz="1219080" rtl="0" eaLnBrk="1" latinLnBrk="0" hangingPunct="1">
                        <a:defRPr sz="2400" kern="1200">
                          <a:solidFill>
                            <a:schemeClr val="tx1"/>
                          </a:solidFill>
                          <a:latin typeface="Intel Clear"/>
                        </a:defRPr>
                      </a:lvl4pPr>
                      <a:lvl5pPr marL="2438158" algn="l" defTabSz="1219080" rtl="0" eaLnBrk="1" latinLnBrk="0" hangingPunct="1">
                        <a:defRPr sz="2400" kern="1200">
                          <a:solidFill>
                            <a:schemeClr val="tx1"/>
                          </a:solidFill>
                          <a:latin typeface="Intel Clear"/>
                        </a:defRPr>
                      </a:lvl5pPr>
                      <a:lvl6pPr marL="3047696" algn="l" defTabSz="1219080" rtl="0" eaLnBrk="1" latinLnBrk="0" hangingPunct="1">
                        <a:defRPr sz="2400" kern="1200">
                          <a:solidFill>
                            <a:schemeClr val="tx1"/>
                          </a:solidFill>
                          <a:latin typeface="Intel Clear"/>
                        </a:defRPr>
                      </a:lvl6pPr>
                      <a:lvl7pPr marL="3657235" algn="l" defTabSz="1219080" rtl="0" eaLnBrk="1" latinLnBrk="0" hangingPunct="1">
                        <a:defRPr sz="2400" kern="1200">
                          <a:solidFill>
                            <a:schemeClr val="tx1"/>
                          </a:solidFill>
                          <a:latin typeface="Intel Clear"/>
                        </a:defRPr>
                      </a:lvl7pPr>
                      <a:lvl8pPr marL="4266773" algn="l" defTabSz="1219080" rtl="0" eaLnBrk="1" latinLnBrk="0" hangingPunct="1">
                        <a:defRPr sz="2400" kern="1200">
                          <a:solidFill>
                            <a:schemeClr val="tx1"/>
                          </a:solidFill>
                          <a:latin typeface="Intel Clear"/>
                        </a:defRPr>
                      </a:lvl8pPr>
                      <a:lvl9pPr marL="4876313" algn="l" defTabSz="1219080" rtl="0" eaLnBrk="1" latinLnBrk="0" hangingPunct="1">
                        <a:defRPr sz="2400" kern="1200">
                          <a:solidFill>
                            <a:schemeClr val="tx1"/>
                          </a:solidFill>
                          <a:latin typeface="Intel Clear"/>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IntelOne Display Light" panose="020B0403020203020204" pitchFamily="34" charset="0"/>
                          <a:ea typeface="+mn-ea"/>
                          <a:cs typeface="+mn-cs"/>
                        </a:rPr>
                        <a:t>Q4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alpha val="50196"/>
                      </a:schemeClr>
                    </a:solidFill>
                  </a:tcPr>
                </a:tc>
                <a:tc>
                  <a:txBody>
                    <a:bodyPr/>
                    <a:lstStyle>
                      <a:lvl1pPr marL="0" algn="l" defTabSz="1219080" rtl="0" eaLnBrk="1" latinLnBrk="0" hangingPunct="1">
                        <a:defRPr sz="2400" kern="1200">
                          <a:solidFill>
                            <a:schemeClr val="tx1"/>
                          </a:solidFill>
                          <a:latin typeface="Intel Clear"/>
                        </a:defRPr>
                      </a:lvl1pPr>
                      <a:lvl2pPr marL="609539" algn="l" defTabSz="1219080" rtl="0" eaLnBrk="1" latinLnBrk="0" hangingPunct="1">
                        <a:defRPr sz="2400" kern="1200">
                          <a:solidFill>
                            <a:schemeClr val="tx1"/>
                          </a:solidFill>
                          <a:latin typeface="Intel Clear"/>
                        </a:defRPr>
                      </a:lvl2pPr>
                      <a:lvl3pPr marL="1219080" algn="l" defTabSz="1219080" rtl="0" eaLnBrk="1" latinLnBrk="0" hangingPunct="1">
                        <a:defRPr sz="2400" kern="1200">
                          <a:solidFill>
                            <a:schemeClr val="tx1"/>
                          </a:solidFill>
                          <a:latin typeface="Intel Clear"/>
                        </a:defRPr>
                      </a:lvl3pPr>
                      <a:lvl4pPr marL="1828618" algn="l" defTabSz="1219080" rtl="0" eaLnBrk="1" latinLnBrk="0" hangingPunct="1">
                        <a:defRPr sz="2400" kern="1200">
                          <a:solidFill>
                            <a:schemeClr val="tx1"/>
                          </a:solidFill>
                          <a:latin typeface="Intel Clear"/>
                        </a:defRPr>
                      </a:lvl4pPr>
                      <a:lvl5pPr marL="2438158" algn="l" defTabSz="1219080" rtl="0" eaLnBrk="1" latinLnBrk="0" hangingPunct="1">
                        <a:defRPr sz="2400" kern="1200">
                          <a:solidFill>
                            <a:schemeClr val="tx1"/>
                          </a:solidFill>
                          <a:latin typeface="Intel Clear"/>
                        </a:defRPr>
                      </a:lvl5pPr>
                      <a:lvl6pPr marL="3047696" algn="l" defTabSz="1219080" rtl="0" eaLnBrk="1" latinLnBrk="0" hangingPunct="1">
                        <a:defRPr sz="2400" kern="1200">
                          <a:solidFill>
                            <a:schemeClr val="tx1"/>
                          </a:solidFill>
                          <a:latin typeface="Intel Clear"/>
                        </a:defRPr>
                      </a:lvl6pPr>
                      <a:lvl7pPr marL="3657235" algn="l" defTabSz="1219080" rtl="0" eaLnBrk="1" latinLnBrk="0" hangingPunct="1">
                        <a:defRPr sz="2400" kern="1200">
                          <a:solidFill>
                            <a:schemeClr val="tx1"/>
                          </a:solidFill>
                          <a:latin typeface="Intel Clear"/>
                        </a:defRPr>
                      </a:lvl7pPr>
                      <a:lvl8pPr marL="4266773" algn="l" defTabSz="1219080" rtl="0" eaLnBrk="1" latinLnBrk="0" hangingPunct="1">
                        <a:defRPr sz="2400" kern="1200">
                          <a:solidFill>
                            <a:schemeClr val="tx1"/>
                          </a:solidFill>
                          <a:latin typeface="Intel Clear"/>
                        </a:defRPr>
                      </a:lvl8pPr>
                      <a:lvl9pPr marL="4876313" algn="l" defTabSz="1219080" rtl="0" eaLnBrk="1" latinLnBrk="0" hangingPunct="1">
                        <a:defRPr sz="2400" kern="1200">
                          <a:solidFill>
                            <a:schemeClr val="tx1"/>
                          </a:solidFill>
                          <a:latin typeface="Intel Clear"/>
                        </a:defRPr>
                      </a:lvl9p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Q1</a:t>
                      </a:r>
                    </a:p>
                  </a:txBody>
                  <a:tcPr anchor="ctr">
                    <a:lnL w="12700" cap="flat" cmpd="sng" algn="ctr">
                      <a:solidFill>
                        <a:schemeClr val="tx1"/>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Q2</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Q3</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Q4</a:t>
                      </a:r>
                    </a:p>
                  </a:txBody>
                  <a:tcPr anchor="ctr">
                    <a:lnL w="6350" cap="flat" cmpd="sng" algn="ctr">
                      <a:solidFill>
                        <a:schemeClr val="tx1">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0235522"/>
                  </a:ext>
                </a:extLst>
              </a:tr>
              <a:tr h="3886200">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endParaRPr lang="en-US" sz="1100" b="0">
                        <a:solidFill>
                          <a:schemeClr val="tx1"/>
                        </a:solidFill>
                        <a:latin typeface="IntelOne Display Regular" panose="020B0503020203020204" pitchFamily="34" charset="0"/>
                      </a:endParaRPr>
                    </a:p>
                  </a:txBody>
                  <a:tcPr anchor="ctr">
                    <a:lnL w="285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3256484"/>
                  </a:ext>
                </a:extLst>
              </a:tr>
            </a:tbl>
          </a:graphicData>
        </a:graphic>
      </p:graphicFrame>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180773"/>
            <a:ext cx="9223744" cy="747804"/>
          </a:xfrm>
        </p:spPr>
        <p:txBody>
          <a:bodyPr anchor="t">
            <a:noAutofit/>
          </a:bodyPr>
          <a:lstStyle>
            <a:lvl1pPr>
              <a:defRPr sz="2800">
                <a:solidFill>
                  <a:schemeClr val="tx1">
                    <a:lumMod val="50000"/>
                  </a:schemeClr>
                </a:solidFill>
                <a:latin typeface="+mj-lt"/>
              </a:defRPr>
            </a:lvl1pPr>
          </a:lstStyle>
          <a:p>
            <a:r>
              <a:rPr lang="en-US"/>
              <a:t>Click to edit Master title style</a:t>
            </a:r>
          </a:p>
        </p:txBody>
      </p:sp>
      <p:sp>
        <p:nvSpPr>
          <p:cNvPr id="12" name="Text Placeholder 11">
            <a:extLst>
              <a:ext uri="{FF2B5EF4-FFF2-40B4-BE49-F238E27FC236}">
                <a16:creationId xmlns:a16="http://schemas.microsoft.com/office/drawing/2014/main" id="{133E5A0D-8D33-9849-73FE-64918C388B59}"/>
              </a:ext>
            </a:extLst>
          </p:cNvPr>
          <p:cNvSpPr>
            <a:spLocks noGrp="1"/>
          </p:cNvSpPr>
          <p:nvPr>
            <p:ph type="body" sz="quarter" idx="10"/>
          </p:nvPr>
        </p:nvSpPr>
        <p:spPr>
          <a:xfrm>
            <a:off x="1" y="5532119"/>
            <a:ext cx="11738708" cy="868680"/>
          </a:xfrm>
        </p:spPr>
        <p:txBody>
          <a:bodyPr/>
          <a:lstStyle>
            <a:lvl1pPr marL="115888" indent="-115888">
              <a:lnSpc>
                <a:spcPct val="100000"/>
              </a:lnSpc>
              <a:spcBef>
                <a:spcPts val="0"/>
              </a:spcBef>
              <a:buFont typeface="+mj-lt"/>
              <a:buAutoNum type="arabicPeriod"/>
              <a:defRPr sz="800">
                <a:solidFill>
                  <a:schemeClr val="tx1">
                    <a:lumMod val="50000"/>
                  </a:schemeClr>
                </a:solidFill>
                <a:latin typeface="IntelOne Display Regular" panose="020B0503020203020204" pitchFamily="34" charset="0"/>
              </a:defRPr>
            </a:lvl1pPr>
            <a:lvl2pPr>
              <a:defRPr sz="8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3086298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sign-In_TransitionRoadmap">
    <p:spTree>
      <p:nvGrpSpPr>
        <p:cNvPr id="1" name=""/>
        <p:cNvGrpSpPr/>
        <p:nvPr/>
      </p:nvGrpSpPr>
      <p:grpSpPr>
        <a:xfrm>
          <a:off x="0" y="0"/>
          <a:ext cx="0" cy="0"/>
          <a:chOff x="0" y="0"/>
          <a:chExt cx="0" cy="0"/>
        </a:xfrm>
      </p:grpSpPr>
      <p:graphicFrame>
        <p:nvGraphicFramePr>
          <p:cNvPr id="3" name="Roadmap_SKU_Table_Header_8">
            <a:extLst>
              <a:ext uri="{FF2B5EF4-FFF2-40B4-BE49-F238E27FC236}">
                <a16:creationId xmlns:a16="http://schemas.microsoft.com/office/drawing/2014/main" id="{6A770038-519B-EB71-D6F9-24678B232C3D}"/>
              </a:ext>
            </a:extLst>
          </p:cNvPr>
          <p:cNvGraphicFramePr>
            <a:graphicFrameLocks/>
          </p:cNvGraphicFramePr>
          <p:nvPr>
            <p:extLst>
              <p:ext uri="{D42A27DB-BD31-4B8C-83A1-F6EECF244321}">
                <p14:modId xmlns:p14="http://schemas.microsoft.com/office/powerpoint/2010/main" val="139298850"/>
              </p:ext>
            </p:extLst>
          </p:nvPr>
        </p:nvGraphicFramePr>
        <p:xfrm>
          <a:off x="381000" y="1012928"/>
          <a:ext cx="11211625" cy="4434840"/>
        </p:xfrm>
        <a:graphic>
          <a:graphicData uri="http://schemas.openxmlformats.org/drawingml/2006/table">
            <a:tbl>
              <a:tblPr firstRow="1" bandRow="1"/>
              <a:tblGrid>
                <a:gridCol w="1848774">
                  <a:extLst>
                    <a:ext uri="{9D8B030D-6E8A-4147-A177-3AD203B41FA5}">
                      <a16:colId xmlns:a16="http://schemas.microsoft.com/office/drawing/2014/main" val="3301874601"/>
                    </a:ext>
                  </a:extLst>
                </a:gridCol>
                <a:gridCol w="1583356">
                  <a:extLst>
                    <a:ext uri="{9D8B030D-6E8A-4147-A177-3AD203B41FA5}">
                      <a16:colId xmlns:a16="http://schemas.microsoft.com/office/drawing/2014/main" val="2972765020"/>
                    </a:ext>
                  </a:extLst>
                </a:gridCol>
                <a:gridCol w="1555899">
                  <a:extLst>
                    <a:ext uri="{9D8B030D-6E8A-4147-A177-3AD203B41FA5}">
                      <a16:colId xmlns:a16="http://schemas.microsoft.com/office/drawing/2014/main" val="224296866"/>
                    </a:ext>
                  </a:extLst>
                </a:gridCol>
                <a:gridCol w="1555899">
                  <a:extLst>
                    <a:ext uri="{9D8B030D-6E8A-4147-A177-3AD203B41FA5}">
                      <a16:colId xmlns:a16="http://schemas.microsoft.com/office/drawing/2014/main" val="23625413"/>
                    </a:ext>
                  </a:extLst>
                </a:gridCol>
                <a:gridCol w="1555899">
                  <a:extLst>
                    <a:ext uri="{9D8B030D-6E8A-4147-A177-3AD203B41FA5}">
                      <a16:colId xmlns:a16="http://schemas.microsoft.com/office/drawing/2014/main" val="154964245"/>
                    </a:ext>
                  </a:extLst>
                </a:gridCol>
                <a:gridCol w="1555899">
                  <a:extLst>
                    <a:ext uri="{9D8B030D-6E8A-4147-A177-3AD203B41FA5}">
                      <a16:colId xmlns:a16="http://schemas.microsoft.com/office/drawing/2014/main" val="3322097335"/>
                    </a:ext>
                  </a:extLst>
                </a:gridCol>
                <a:gridCol w="1555899">
                  <a:extLst>
                    <a:ext uri="{9D8B030D-6E8A-4147-A177-3AD203B41FA5}">
                      <a16:colId xmlns:a16="http://schemas.microsoft.com/office/drawing/2014/main" val="3798921737"/>
                    </a:ext>
                  </a:extLst>
                </a:gridCol>
              </a:tblGrid>
              <a:tr h="182880">
                <a:tc rowSpan="2">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525252"/>
                          </a:solidFill>
                          <a:effectLst/>
                          <a:uLnTx/>
                          <a:uFillTx/>
                          <a:latin typeface="IntelOne Display Regular" panose="020B0503020203020204" pitchFamily="34" charset="0"/>
                          <a:ea typeface="+mn-ea"/>
                          <a:cs typeface="+mn-cs"/>
                        </a:rPr>
                        <a:t>System Design</a:t>
                      </a:r>
                    </a:p>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525252"/>
                          </a:solidFill>
                          <a:effectLst/>
                          <a:uLnTx/>
                          <a:uFillTx/>
                          <a:latin typeface="IntelOne Display Regular" panose="020B0503020203020204" pitchFamily="34" charset="0"/>
                          <a:ea typeface="+mn-ea"/>
                          <a:cs typeface="+mn-cs"/>
                        </a:rPr>
                        <a:t>Category / Type</a:t>
                      </a:r>
                    </a:p>
                  </a:txBody>
                  <a:tcPr anchor="ctr">
                    <a:lnL w="285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525252"/>
                          </a:solidFill>
                          <a:effectLst/>
                          <a:uLnTx/>
                          <a:uFillTx/>
                          <a:latin typeface="IntelOne Display Regular" panose="020B0503020203020204" pitchFamily="34" charset="0"/>
                          <a:ea typeface="+mn-ea"/>
                          <a:cs typeface="+mn-cs"/>
                        </a:rPr>
                        <a:t>System </a:t>
                      </a:r>
                    </a:p>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525252"/>
                          </a:solidFill>
                          <a:effectLst/>
                          <a:uLnTx/>
                          <a:uFillTx/>
                          <a:latin typeface="IntelOne Display Regular" panose="020B0503020203020204" pitchFamily="34" charset="0"/>
                          <a:ea typeface="+mn-ea"/>
                          <a:cs typeface="+mn-cs"/>
                        </a:rPr>
                        <a:t>Characteristics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IntelOne Display Regular" panose="020B0503020203020204" pitchFamily="34" charset="0"/>
                          <a:ea typeface="+mn-ea"/>
                          <a:cs typeface="+mn-cs"/>
                        </a:rPr>
                        <a:t>2025</a:t>
                      </a:r>
                    </a:p>
                  </a:txBody>
                  <a:tcPr anchor="ctr">
                    <a:lnL w="63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FBF">
                        <a:alpha val="50196"/>
                      </a:srgbClr>
                    </a:solidFill>
                  </a:tcPr>
                </a:tc>
                <a:tc gridSpan="4">
                  <a:txBody>
                    <a:body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IntelOne Display Regular" panose="020B0503020203020204" pitchFamily="34" charset="0"/>
                          <a:ea typeface="+mn-ea"/>
                          <a:cs typeface="+mn-cs"/>
                        </a:rPr>
                        <a:t>2026</a:t>
                      </a:r>
                    </a:p>
                  </a:txBody>
                  <a:tcPr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525252">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IntelOne Display Regular" panose="020B0503020203020204" pitchFamily="34" charset="0"/>
                        <a:ea typeface="+mn-ea"/>
                        <a:cs typeface="+mn-cs"/>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633728"/>
                  </a:ext>
                </a:extLst>
              </a:tr>
              <a:tr h="274320">
                <a:tc vMerge="1">
                  <a:txBody>
                    <a:bodyPr/>
                    <a:lstStyle/>
                    <a:p>
                      <a:endParaRPr lang="en-US"/>
                    </a:p>
                  </a:txBody>
                  <a:tcPr/>
                </a:tc>
                <a:tc vMerge="1">
                  <a:txBody>
                    <a:bodyPr/>
                    <a:lstStyle/>
                    <a:p>
                      <a:endParaRPr/>
                    </a:p>
                  </a:txBody>
                  <a:tcPr marL="4572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80" rtl="0" eaLnBrk="1" latinLnBrk="0" hangingPunct="1">
                        <a:defRPr sz="2400" kern="1200">
                          <a:solidFill>
                            <a:schemeClr val="tx1"/>
                          </a:solidFill>
                          <a:latin typeface="Intel Clear"/>
                        </a:defRPr>
                      </a:lvl1pPr>
                      <a:lvl2pPr marL="609539" algn="l" defTabSz="1219080" rtl="0" eaLnBrk="1" latinLnBrk="0" hangingPunct="1">
                        <a:defRPr sz="2400" kern="1200">
                          <a:solidFill>
                            <a:schemeClr val="tx1"/>
                          </a:solidFill>
                          <a:latin typeface="Intel Clear"/>
                        </a:defRPr>
                      </a:lvl2pPr>
                      <a:lvl3pPr marL="1219080" algn="l" defTabSz="1219080" rtl="0" eaLnBrk="1" latinLnBrk="0" hangingPunct="1">
                        <a:defRPr sz="2400" kern="1200">
                          <a:solidFill>
                            <a:schemeClr val="tx1"/>
                          </a:solidFill>
                          <a:latin typeface="Intel Clear"/>
                        </a:defRPr>
                      </a:lvl3pPr>
                      <a:lvl4pPr marL="1828618" algn="l" defTabSz="1219080" rtl="0" eaLnBrk="1" latinLnBrk="0" hangingPunct="1">
                        <a:defRPr sz="2400" kern="1200">
                          <a:solidFill>
                            <a:schemeClr val="tx1"/>
                          </a:solidFill>
                          <a:latin typeface="Intel Clear"/>
                        </a:defRPr>
                      </a:lvl4pPr>
                      <a:lvl5pPr marL="2438158" algn="l" defTabSz="1219080" rtl="0" eaLnBrk="1" latinLnBrk="0" hangingPunct="1">
                        <a:defRPr sz="2400" kern="1200">
                          <a:solidFill>
                            <a:schemeClr val="tx1"/>
                          </a:solidFill>
                          <a:latin typeface="Intel Clear"/>
                        </a:defRPr>
                      </a:lvl5pPr>
                      <a:lvl6pPr marL="3047696" algn="l" defTabSz="1219080" rtl="0" eaLnBrk="1" latinLnBrk="0" hangingPunct="1">
                        <a:defRPr sz="2400" kern="1200">
                          <a:solidFill>
                            <a:schemeClr val="tx1"/>
                          </a:solidFill>
                          <a:latin typeface="Intel Clear"/>
                        </a:defRPr>
                      </a:lvl6pPr>
                      <a:lvl7pPr marL="3657235" algn="l" defTabSz="1219080" rtl="0" eaLnBrk="1" latinLnBrk="0" hangingPunct="1">
                        <a:defRPr sz="2400" kern="1200">
                          <a:solidFill>
                            <a:schemeClr val="tx1"/>
                          </a:solidFill>
                          <a:latin typeface="Intel Clear"/>
                        </a:defRPr>
                      </a:lvl7pPr>
                      <a:lvl8pPr marL="4266773" algn="l" defTabSz="1219080" rtl="0" eaLnBrk="1" latinLnBrk="0" hangingPunct="1">
                        <a:defRPr sz="2400" kern="1200">
                          <a:solidFill>
                            <a:schemeClr val="tx1"/>
                          </a:solidFill>
                          <a:latin typeface="Intel Clear"/>
                        </a:defRPr>
                      </a:lvl8pPr>
                      <a:lvl9pPr marL="4876313" algn="l" defTabSz="1219080" rtl="0" eaLnBrk="1" latinLnBrk="0" hangingPunct="1">
                        <a:defRPr sz="2400" kern="1200">
                          <a:solidFill>
                            <a:schemeClr val="tx1"/>
                          </a:solidFill>
                          <a:latin typeface="Intel Clear"/>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IntelOne Display Light" panose="020B0403020203020204" pitchFamily="34" charset="0"/>
                          <a:ea typeface="+mn-ea"/>
                          <a:cs typeface="+mn-cs"/>
                        </a:rPr>
                        <a:t>Q4</a:t>
                      </a:r>
                    </a:p>
                  </a:txBody>
                  <a:tcPr anchor="ctr">
                    <a:lnL w="63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FBF">
                        <a:alpha val="50196"/>
                      </a:srgbClr>
                    </a:solidFill>
                  </a:tcPr>
                </a:tc>
                <a:tc>
                  <a:txBody>
                    <a:bodyPr/>
                    <a:lstStyle>
                      <a:lvl1pPr marL="0" algn="l" defTabSz="1219080" rtl="0" eaLnBrk="1" latinLnBrk="0" hangingPunct="1">
                        <a:defRPr sz="2400" kern="1200">
                          <a:solidFill>
                            <a:schemeClr val="tx1"/>
                          </a:solidFill>
                          <a:latin typeface="Intel Clear"/>
                        </a:defRPr>
                      </a:lvl1pPr>
                      <a:lvl2pPr marL="609539" algn="l" defTabSz="1219080" rtl="0" eaLnBrk="1" latinLnBrk="0" hangingPunct="1">
                        <a:defRPr sz="2400" kern="1200">
                          <a:solidFill>
                            <a:schemeClr val="tx1"/>
                          </a:solidFill>
                          <a:latin typeface="Intel Clear"/>
                        </a:defRPr>
                      </a:lvl2pPr>
                      <a:lvl3pPr marL="1219080" algn="l" defTabSz="1219080" rtl="0" eaLnBrk="1" latinLnBrk="0" hangingPunct="1">
                        <a:defRPr sz="2400" kern="1200">
                          <a:solidFill>
                            <a:schemeClr val="tx1"/>
                          </a:solidFill>
                          <a:latin typeface="Intel Clear"/>
                        </a:defRPr>
                      </a:lvl3pPr>
                      <a:lvl4pPr marL="1828618" algn="l" defTabSz="1219080" rtl="0" eaLnBrk="1" latinLnBrk="0" hangingPunct="1">
                        <a:defRPr sz="2400" kern="1200">
                          <a:solidFill>
                            <a:schemeClr val="tx1"/>
                          </a:solidFill>
                          <a:latin typeface="Intel Clear"/>
                        </a:defRPr>
                      </a:lvl4pPr>
                      <a:lvl5pPr marL="2438158" algn="l" defTabSz="1219080" rtl="0" eaLnBrk="1" latinLnBrk="0" hangingPunct="1">
                        <a:defRPr sz="2400" kern="1200">
                          <a:solidFill>
                            <a:schemeClr val="tx1"/>
                          </a:solidFill>
                          <a:latin typeface="Intel Clear"/>
                        </a:defRPr>
                      </a:lvl5pPr>
                      <a:lvl6pPr marL="3047696" algn="l" defTabSz="1219080" rtl="0" eaLnBrk="1" latinLnBrk="0" hangingPunct="1">
                        <a:defRPr sz="2400" kern="1200">
                          <a:solidFill>
                            <a:schemeClr val="tx1"/>
                          </a:solidFill>
                          <a:latin typeface="Intel Clear"/>
                        </a:defRPr>
                      </a:lvl6pPr>
                      <a:lvl7pPr marL="3657235" algn="l" defTabSz="1219080" rtl="0" eaLnBrk="1" latinLnBrk="0" hangingPunct="1">
                        <a:defRPr sz="2400" kern="1200">
                          <a:solidFill>
                            <a:schemeClr val="tx1"/>
                          </a:solidFill>
                          <a:latin typeface="Intel Clear"/>
                        </a:defRPr>
                      </a:lvl7pPr>
                      <a:lvl8pPr marL="4266773" algn="l" defTabSz="1219080" rtl="0" eaLnBrk="1" latinLnBrk="0" hangingPunct="1">
                        <a:defRPr sz="2400" kern="1200">
                          <a:solidFill>
                            <a:schemeClr val="tx1"/>
                          </a:solidFill>
                          <a:latin typeface="Intel Clear"/>
                        </a:defRPr>
                      </a:lvl8pPr>
                      <a:lvl9pPr marL="4876313" algn="l" defTabSz="1219080" rtl="0" eaLnBrk="1" latinLnBrk="0" hangingPunct="1">
                        <a:defRPr sz="2400" kern="1200">
                          <a:solidFill>
                            <a:schemeClr val="tx1"/>
                          </a:solidFill>
                          <a:latin typeface="Intel Clear"/>
                        </a:defRPr>
                      </a:lvl9pP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Q1</a:t>
                      </a:r>
                    </a:p>
                  </a:txBody>
                  <a:tcPr anchor="ctr">
                    <a:lnL w="9525" cap="flat" cmpd="sng" algn="ctr">
                      <a:solidFill>
                        <a:schemeClr val="tx1"/>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Q2</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Q3</a:t>
                      </a: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100" b="0" kern="1200">
                          <a:solidFill>
                            <a:schemeClr val="tx1"/>
                          </a:solidFill>
                          <a:latin typeface="IntelOne Display Light" panose="020B0403020203020204" pitchFamily="34" charset="0"/>
                          <a:ea typeface="+mn-ea"/>
                          <a:cs typeface="+mn-cs"/>
                        </a:rPr>
                        <a:t>Q4</a:t>
                      </a:r>
                    </a:p>
                  </a:txBody>
                  <a:tcPr anchor="ctr">
                    <a:lnL w="6350" cap="flat" cmpd="sng" algn="ctr">
                      <a:solidFill>
                        <a:schemeClr val="tx1">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886200">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endParaRPr lang="en-US" sz="1100" b="0">
                        <a:solidFill>
                          <a:schemeClr val="tx1"/>
                        </a:solidFill>
                        <a:latin typeface="IntelOne Display Regular" panose="020B0503020203020204" pitchFamily="34" charset="0"/>
                      </a:endParaRPr>
                    </a:p>
                  </a:txBody>
                  <a:tcPr anchor="ctr">
                    <a:lnL w="28575"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endParaRPr lang="en-US" sz="1100" b="0">
                        <a:solidFill>
                          <a:schemeClr val="tx1"/>
                        </a:solidFill>
                        <a:latin typeface="IntelOne Display Regular" panose="020B0503020203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kern="1200">
                        <a:solidFill>
                          <a:schemeClr val="tx1"/>
                        </a:solidFill>
                        <a:latin typeface="IntelOne Display Regular" panose="020B0503020203020204" pitchFamily="34" charset="0"/>
                        <a:ea typeface="+mn-ea"/>
                        <a:cs typeface="+mn-cs"/>
                      </a:endParaRPr>
                    </a:p>
                  </a:txBody>
                  <a:tcPr anchor="ctr">
                    <a:lnL w="63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9525" cap="flat" cmpd="sng" algn="ctr">
                      <a:solidFill>
                        <a:schemeClr val="tx1"/>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609585" rtl="0" eaLnBrk="1" fontAlgn="auto" latinLnBrk="0" hangingPunct="1">
                        <a:lnSpc>
                          <a:spcPct val="100000"/>
                        </a:lnSpc>
                        <a:spcBef>
                          <a:spcPts val="0"/>
                        </a:spcBef>
                        <a:spcAft>
                          <a:spcPts val="0"/>
                        </a:spcAft>
                        <a:buClrTx/>
                        <a:buSzTx/>
                        <a:buFontTx/>
                        <a:buNone/>
                        <a:tabLst/>
                        <a:defRPr/>
                      </a:pPr>
                      <a:endParaRPr lang="en-US" sz="1100" b="1">
                        <a:solidFill>
                          <a:schemeClr val="tx1"/>
                        </a:solidFill>
                        <a:latin typeface="IntelOne Display Regular" panose="020B0503020203020204" pitchFamily="34" charset="0"/>
                      </a:endParaRPr>
                    </a:p>
                  </a:txBody>
                  <a:tcPr anchor="ctr">
                    <a:lnL w="6350" cap="flat" cmpd="sng" algn="ctr">
                      <a:solidFill>
                        <a:schemeClr val="tx1">
                          <a:lumMod val="40000"/>
                          <a:lumOff val="6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5529074"/>
                  </a:ext>
                </a:extLst>
              </a:tr>
            </a:tbl>
          </a:graphicData>
        </a:graphic>
      </p:graphicFrame>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180773"/>
            <a:ext cx="9223744" cy="747804"/>
          </a:xfrm>
        </p:spPr>
        <p:txBody>
          <a:bodyPr anchor="t">
            <a:noAutofit/>
          </a:bodyPr>
          <a:lstStyle>
            <a:lvl1pPr>
              <a:defRPr sz="2800">
                <a:latin typeface="+mj-lt"/>
              </a:defRPr>
            </a:lvl1pPr>
          </a:lstStyle>
          <a:p>
            <a:r>
              <a:rPr lang="en-US"/>
              <a:t>Click to edit Master title style</a:t>
            </a:r>
          </a:p>
        </p:txBody>
      </p:sp>
      <p:sp>
        <p:nvSpPr>
          <p:cNvPr id="12" name="Text Placeholder 11">
            <a:extLst>
              <a:ext uri="{FF2B5EF4-FFF2-40B4-BE49-F238E27FC236}">
                <a16:creationId xmlns:a16="http://schemas.microsoft.com/office/drawing/2014/main" id="{133E5A0D-8D33-9849-73FE-64918C388B59}"/>
              </a:ext>
            </a:extLst>
          </p:cNvPr>
          <p:cNvSpPr>
            <a:spLocks noGrp="1"/>
          </p:cNvSpPr>
          <p:nvPr>
            <p:ph type="body" sz="quarter" idx="10"/>
          </p:nvPr>
        </p:nvSpPr>
        <p:spPr>
          <a:xfrm>
            <a:off x="0" y="5532119"/>
            <a:ext cx="11740896" cy="868680"/>
          </a:xfrm>
        </p:spPr>
        <p:txBody>
          <a:bodyPr/>
          <a:lstStyle>
            <a:lvl1pPr marL="115888" indent="-115888">
              <a:lnSpc>
                <a:spcPct val="100000"/>
              </a:lnSpc>
              <a:spcBef>
                <a:spcPts val="0"/>
              </a:spcBef>
              <a:buFont typeface="+mj-lt"/>
              <a:buAutoNum type="arabicPeriod"/>
              <a:defRPr sz="800">
                <a:solidFill>
                  <a:schemeClr val="tx1">
                    <a:lumMod val="50000"/>
                  </a:schemeClr>
                </a:solidFill>
                <a:latin typeface="IntelOne Display Regular" panose="020B0503020203020204" pitchFamily="34" charset="0"/>
              </a:defRPr>
            </a:lvl1pPr>
            <a:lvl2pPr>
              <a:defRPr sz="8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3679333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10972800" cy="1199822"/>
          </a:xfrm>
        </p:spPr>
        <p:txBody>
          <a:bodyPr/>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1000" y="1487056"/>
            <a:ext cx="5429865" cy="4686689"/>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1487056"/>
            <a:ext cx="5429865" cy="4686689"/>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5032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latin typeface="+mj-lt"/>
              </a:defRPr>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1"/>
                </a:solidFill>
                <a:latin typeface="+mn-lt"/>
              </a:defRPr>
            </a:lvl1pPr>
          </a:lstStyle>
          <a:p>
            <a:pPr lvl="0"/>
            <a:r>
              <a:rPr lang="en-US"/>
              <a:t>Click to edit Master text styles</a:t>
            </a:r>
          </a:p>
        </p:txBody>
      </p:sp>
    </p:spTree>
    <p:extLst>
      <p:ext uri="{BB962C8B-B14F-4D97-AF65-F5344CB8AC3E}">
        <p14:creationId xmlns:p14="http://schemas.microsoft.com/office/powerpoint/2010/main" val="176099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2" name="Rectangle 11">
            <a:extLst>
              <a:ext uri="{FF2B5EF4-FFF2-40B4-BE49-F238E27FC236}">
                <a16:creationId xmlns:a16="http://schemas.microsoft.com/office/drawing/2014/main" id="{F82519BB-51CE-4A9C-AFEF-514971F5D779}"/>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53516ED8-0A22-4017-A6AC-BD0BF18B2D7F}"/>
              </a:ext>
            </a:extLst>
          </p:cNvPr>
          <p:cNvSpPr/>
          <p:nvPr/>
        </p:nvSpPr>
        <p:spPr>
          <a:xfrm>
            <a:off x="1" y="6427121"/>
            <a:ext cx="11151432" cy="369332"/>
          </a:xfrm>
          <a:prstGeom prst="rect">
            <a:avLst/>
          </a:prstGeom>
        </p:spPr>
        <p:txBody>
          <a:bodyPr wrap="square">
            <a:spAutoFit/>
          </a:bodyPr>
          <a:lstStyle/>
          <a:p>
            <a:pPr algn="ctr"/>
            <a:r>
              <a:rPr lang="en-US" sz="1000">
                <a:solidFill>
                  <a:schemeClr val="bg1"/>
                </a:solidFill>
                <a:latin typeface="+mn-lt"/>
                <a:ea typeface="Intel Clear" panose="020B0604020203020204" pitchFamily="34" charset="0"/>
                <a:cs typeface="Times New Roman" panose="02020603050405020304" pitchFamily="18" charset="0"/>
              </a:rPr>
              <a:t>Intel® Confidential – CNDA only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bg1"/>
                </a:solidFill>
                <a:latin typeface="+mj-lt"/>
              </a:rPr>
              <a:t>All product plans and roadmaps are subject to change without notice.  Roadmaps are not a guarantee of supply or availability.  Product pricing is subject to a separate written contract, please reach out to your Intel field sales representative for more information. </a:t>
            </a:r>
          </a:p>
        </p:txBody>
      </p:sp>
      <p:sp>
        <p:nvSpPr>
          <p:cNvPr id="2" name="Title 1">
            <a:extLst>
              <a:ext uri="{FF2B5EF4-FFF2-40B4-BE49-F238E27FC236}">
                <a16:creationId xmlns:a16="http://schemas.microsoft.com/office/drawing/2014/main" id="{038E8FF2-35A0-71A2-0865-ABE0CE92EED7}"/>
              </a:ext>
            </a:extLst>
          </p:cNvPr>
          <p:cNvSpPr>
            <a:spLocks noGrp="1"/>
          </p:cNvSpPr>
          <p:nvPr>
            <p:ph type="title"/>
          </p:nvPr>
        </p:nvSpPr>
        <p:spPr>
          <a:xfrm>
            <a:off x="381000" y="2229178"/>
            <a:ext cx="10972800" cy="1199822"/>
          </a:xfrm>
        </p:spPr>
        <p:txBody>
          <a:bodyPr anchor="b" anchorCtr="0">
            <a:normAutofit/>
          </a:bodyPr>
          <a:lstStyle>
            <a:lvl1pPr>
              <a:defRPr sz="4800">
                <a:solidFill>
                  <a:schemeClr val="bg1"/>
                </a:solidFill>
                <a:latin typeface="+mj-lt"/>
              </a:defRPr>
            </a:lvl1pPr>
          </a:lstStyle>
          <a:p>
            <a:r>
              <a:rPr lang="en-US"/>
              <a:t>Click to edit Master title style</a:t>
            </a:r>
          </a:p>
        </p:txBody>
      </p:sp>
      <p:sp>
        <p:nvSpPr>
          <p:cNvPr id="3" name="Text Placeholder 3">
            <a:extLst>
              <a:ext uri="{FF2B5EF4-FFF2-40B4-BE49-F238E27FC236}">
                <a16:creationId xmlns:a16="http://schemas.microsoft.com/office/drawing/2014/main" id="{64E2D543-8CAE-AD00-4D0B-F17ED29B533E}"/>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bg1"/>
                </a:solidFill>
                <a:latin typeface="+mn-lt"/>
              </a:defRPr>
            </a:lvl1pPr>
          </a:lstStyle>
          <a:p>
            <a:pPr lvl="0"/>
            <a:r>
              <a:rPr lang="en-US"/>
              <a:t>Click to edit Master text styles</a:t>
            </a:r>
          </a:p>
        </p:txBody>
      </p:sp>
    </p:spTree>
    <p:extLst>
      <p:ext uri="{BB962C8B-B14F-4D97-AF65-F5344CB8AC3E}">
        <p14:creationId xmlns:p14="http://schemas.microsoft.com/office/powerpoint/2010/main" val="272939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White">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81D6F6-9700-4E5C-A6E4-B754168B1A6C}"/>
              </a:ext>
            </a:extLst>
          </p:cNvPr>
          <p:cNvSpPr/>
          <p:nvPr/>
        </p:nvSpPr>
        <p:spPr>
          <a:xfrm>
            <a:off x="5874296" y="457202"/>
            <a:ext cx="5860504" cy="5943596"/>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17" name="Rectangle 16">
            <a:extLst>
              <a:ext uri="{FF2B5EF4-FFF2-40B4-BE49-F238E27FC236}">
                <a16:creationId xmlns:a16="http://schemas.microsoft.com/office/drawing/2014/main" id="{E32B7E3E-B537-4EE3-BA97-B90982F6C31B}"/>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tx1"/>
                </a:solidFill>
                <a:latin typeface="+mj-lt"/>
              </a:defRPr>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4" y="546389"/>
            <a:ext cx="5433848" cy="1118706"/>
          </a:xfrm>
        </p:spPr>
        <p:txBody>
          <a:bodyPr anchor="ctr" anchorCtr="0">
            <a:noAutofit/>
          </a:bodyPr>
          <a:lstStyle>
            <a:lvl1pPr marL="0" indent="0">
              <a:buNone/>
              <a:defRPr sz="3200">
                <a:solidFill>
                  <a:schemeClr val="tx1"/>
                </a:solidFill>
              </a:defRPr>
            </a:lvl1pPr>
          </a:lstStyle>
          <a:p>
            <a:pPr lvl="0"/>
            <a:r>
              <a:rPr lang="en-US"/>
              <a:t>Click to edit Master text styles</a:t>
            </a:r>
          </a:p>
        </p:txBody>
      </p:sp>
      <p:sp>
        <p:nvSpPr>
          <p:cNvPr id="11" name="Rectangle 10">
            <a:extLst>
              <a:ext uri="{FF2B5EF4-FFF2-40B4-BE49-F238E27FC236}">
                <a16:creationId xmlns:a16="http://schemas.microsoft.com/office/drawing/2014/main" id="{22EB94AE-1165-4C66-B976-C2E168859D49}"/>
              </a:ext>
            </a:extLst>
          </p:cNvPr>
          <p:cNvSpPr/>
          <p:nvPr/>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12" name="Rectangle 11">
            <a:extLst>
              <a:ext uri="{FF2B5EF4-FFF2-40B4-BE49-F238E27FC236}">
                <a16:creationId xmlns:a16="http://schemas.microsoft.com/office/drawing/2014/main" id="{E9F8E51D-DCA9-46A9-A882-29E595D6A99F}"/>
              </a:ext>
            </a:extLst>
          </p:cNvPr>
          <p:cNvSpPr/>
          <p:nvPr/>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13" name="Rectangle 12">
            <a:extLst>
              <a:ext uri="{FF2B5EF4-FFF2-40B4-BE49-F238E27FC236}">
                <a16:creationId xmlns:a16="http://schemas.microsoft.com/office/drawing/2014/main" id="{7E74772E-29C4-4337-A397-0F1232F1F1FE}"/>
              </a:ext>
            </a:extLst>
          </p:cNvPr>
          <p:cNvSpPr/>
          <p:nvPr/>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4" y="1813801"/>
            <a:ext cx="5433848" cy="4376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a:extLst>
              <a:ext uri="{FF2B5EF4-FFF2-40B4-BE49-F238E27FC236}">
                <a16:creationId xmlns:a16="http://schemas.microsoft.com/office/drawing/2014/main" id="{E175E17D-D74E-461D-9994-21701E9CF3FE}"/>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One Display Regular" panose="020B0604020203020204" pitchFamily="34" charset="0"/>
                <a:cs typeface="Arial" panose="02020603050405020304" pitchFamily="18" charset="0"/>
                <a:sym typeface="Arial"/>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a:ln>
                <a:noFill/>
              </a:ln>
              <a:solidFill>
                <a:schemeClr val="tx1"/>
              </a:solidFill>
              <a:effectLst/>
              <a:uFillTx/>
              <a:latin typeface="+mn-lt"/>
              <a:ea typeface="IntelOne Display Regular" panose="020B0604020203020204" pitchFamily="34" charset="0"/>
              <a:cs typeface="Arial" panose="02020603050405020304" pitchFamily="18" charset="0"/>
              <a:sym typeface="Arial"/>
            </a:endParaRPr>
          </a:p>
        </p:txBody>
      </p:sp>
    </p:spTree>
    <p:extLst>
      <p:ext uri="{BB962C8B-B14F-4D97-AF65-F5344CB8AC3E}">
        <p14:creationId xmlns:p14="http://schemas.microsoft.com/office/powerpoint/2010/main" val="283879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ntel Logo White">
    <p:bg>
      <p:bgPr>
        <a:solidFill>
          <a:srgbClr val="FFFFFF"/>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521EFC5B-37B4-2E57-A51C-63D2D47FEAC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216" y="2624328"/>
            <a:ext cx="4414066" cy="1645920"/>
          </a:xfrm>
          <a:prstGeom prst="rect">
            <a:avLst/>
          </a:prstGeom>
        </p:spPr>
      </p:pic>
    </p:spTree>
    <p:extLst>
      <p:ext uri="{BB962C8B-B14F-4D97-AF65-F5344CB8AC3E}">
        <p14:creationId xmlns:p14="http://schemas.microsoft.com/office/powerpoint/2010/main" val="304004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Intel Logo">
    <p:bg>
      <p:bgPr>
        <a:solidFill>
          <a:schemeClr val="accent1"/>
        </a:solidFill>
        <a:effectLst/>
      </p:bgPr>
    </p:bg>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81D5E138-8800-4F6C-BD71-5E098EFFE25F}"/>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014381" y="2626737"/>
            <a:ext cx="4052408" cy="1643927"/>
          </a:xfrm>
          <a:prstGeom prst="rect">
            <a:avLst/>
          </a:prstGeom>
        </p:spPr>
      </p:pic>
      <p:pic>
        <p:nvPicPr>
          <p:cNvPr id="3" name="Picture 2" descr="Logo&#10;&#10;Description automatically generated">
            <a:extLst>
              <a:ext uri="{FF2B5EF4-FFF2-40B4-BE49-F238E27FC236}">
                <a16:creationId xmlns:a16="http://schemas.microsoft.com/office/drawing/2014/main" id="{204B0861-499A-4B5C-86C7-11D994DAA698}"/>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014381" y="2626737"/>
            <a:ext cx="4052408" cy="1643927"/>
          </a:xfrm>
          <a:prstGeom prst="rect">
            <a:avLst/>
          </a:prstGeom>
        </p:spPr>
      </p:pic>
    </p:spTree>
    <p:extLst>
      <p:ext uri="{BB962C8B-B14F-4D97-AF65-F5344CB8AC3E}">
        <p14:creationId xmlns:p14="http://schemas.microsoft.com/office/powerpoint/2010/main" val="4263425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C631E-39EB-FD98-F960-9CCF3C77AD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62B23B-9FA1-5A35-5DCD-5735303D6B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CC1D30-A14F-65AF-3DE2-1C11D94D4775}"/>
              </a:ext>
            </a:extLst>
          </p:cNvPr>
          <p:cNvSpPr>
            <a:spLocks noGrp="1"/>
          </p:cNvSpPr>
          <p:nvPr>
            <p:ph type="dt" sz="half" idx="10"/>
          </p:nvPr>
        </p:nvSpPr>
        <p:spPr/>
        <p:txBody>
          <a:bodyPr/>
          <a:lstStyle/>
          <a:p>
            <a:fld id="{D8542BD1-0C1E-49D3-960C-A46718A37F69}" type="datetimeFigureOut">
              <a:rPr lang="en-US" smtClean="0"/>
              <a:t>5/5/2026</a:t>
            </a:fld>
            <a:endParaRPr lang="en-US"/>
          </a:p>
        </p:txBody>
      </p:sp>
      <p:sp>
        <p:nvSpPr>
          <p:cNvPr id="5" name="Footer Placeholder 4">
            <a:extLst>
              <a:ext uri="{FF2B5EF4-FFF2-40B4-BE49-F238E27FC236}">
                <a16:creationId xmlns:a16="http://schemas.microsoft.com/office/drawing/2014/main" id="{141BF86D-1AEB-ADAB-964D-16A3D9A47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257BA-5C22-C345-9ADA-61E9D6303DB5}"/>
              </a:ext>
            </a:extLst>
          </p:cNvPr>
          <p:cNvSpPr>
            <a:spLocks noGrp="1"/>
          </p:cNvSpPr>
          <p:nvPr>
            <p:ph type="sldNum" sz="quarter" idx="12"/>
          </p:nvPr>
        </p:nvSpPr>
        <p:spPr/>
        <p:txBody>
          <a:bodyPr/>
          <a:lstStyle/>
          <a:p>
            <a:fld id="{DE003FED-0312-4C3F-B148-7891392B1B38}" type="slidenum">
              <a:rPr lang="en-US" smtClean="0"/>
              <a:t>‹#›</a:t>
            </a:fld>
            <a:endParaRPr lang="en-US"/>
          </a:p>
        </p:txBody>
      </p:sp>
    </p:spTree>
    <p:extLst>
      <p:ext uri="{BB962C8B-B14F-4D97-AF65-F5344CB8AC3E}">
        <p14:creationId xmlns:p14="http://schemas.microsoft.com/office/powerpoint/2010/main" val="36158236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21654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06751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1890273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12650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9086FE1-4356-2157-6562-99542FEBC2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73715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9297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93279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259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r>
              <a:rPr lang="en-US"/>
              <a:t>Click icon to add picture</a:t>
            </a:r>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r>
              <a:rPr lang="en-US"/>
              <a:t>Click icon to add picture</a:t>
            </a:r>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4713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838612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3128847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19448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r>
              <a:rPr lang="en-US"/>
              <a:t>Click to edit Master text styles</a:t>
            </a:r>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57011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015078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339431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429282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892731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23428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512364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3229512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9050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303780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142211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231179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8546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45481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tx2"/>
        </a:solidFill>
        <a:effectLst/>
      </p:bgPr>
    </p:bg>
    <p:spTree>
      <p:nvGrpSpPr>
        <p:cNvPr id="1" name=""/>
        <p:cNvGrpSpPr/>
        <p:nvPr/>
      </p:nvGrpSpPr>
      <p:grpSpPr>
        <a:xfrm>
          <a:off x="0" y="0"/>
          <a:ext cx="0" cy="0"/>
          <a:chOff x="0" y="0"/>
          <a:chExt cx="0" cy="0"/>
        </a:xfrm>
      </p:grpSpPr>
      <p:cxnSp>
        <p:nvCxnSpPr>
          <p:cNvPr id="172" name="Straight Connector 7"/>
          <p:cNvCxnSpPr/>
          <p:nvPr/>
        </p:nvCxnSpPr>
        <p:spPr>
          <a:xfrm>
            <a:off x="596900" y="1781175"/>
            <a:ext cx="10998200" cy="0"/>
          </a:xfrm>
          <a:prstGeom prst="line">
            <a:avLst/>
          </a:prstGeom>
          <a:ln>
            <a:solidFill>
              <a:schemeClr val="tx1">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173" name="Straight Connector 8"/>
          <p:cNvCxnSpPr/>
          <p:nvPr/>
        </p:nvCxnSpPr>
        <p:spPr>
          <a:xfrm>
            <a:off x="596900" y="5076825"/>
            <a:ext cx="10998200" cy="0"/>
          </a:xfrm>
          <a:prstGeom prst="line">
            <a:avLst/>
          </a:prstGeom>
          <a:ln>
            <a:solidFill>
              <a:schemeClr val="tx1">
                <a:lumMod val="60000"/>
                <a:lumOff val="40000"/>
              </a:schemeClr>
            </a:solidFill>
          </a:ln>
        </p:spPr>
        <p:style>
          <a:lnRef idx="1">
            <a:schemeClr val="dk1"/>
          </a:lnRef>
          <a:fillRef idx="0">
            <a:schemeClr val="dk1"/>
          </a:fillRef>
          <a:effectRef idx="0">
            <a:schemeClr val="dk1"/>
          </a:effectRef>
          <a:fontRef idx="minor">
            <a:schemeClr val="tx1"/>
          </a:fontRef>
        </p:style>
      </p:cxnSp>
      <p:sp>
        <p:nvSpPr>
          <p:cNvPr id="174" name="Rectangle 9"/>
          <p:cNvSpPr/>
          <p:nvPr/>
        </p:nvSpPr>
        <p:spPr bwMode="gray">
          <a:xfrm>
            <a:off x="2" y="6362701"/>
            <a:ext cx="1333500" cy="495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4" tIns="60952" rIns="121904" bIns="60952" anchor="ctr"/>
          <a:lstStyle/>
          <a:p>
            <a:pPr algn="ctr">
              <a:buFont typeface="Arial" pitchFamily="34" charset="0"/>
              <a:buNone/>
            </a:pPr>
            <a:endParaRPr kumimoji="0" lang="en-US" altLang="en-US" sz="2400">
              <a:solidFill>
                <a:srgbClr val="444444"/>
              </a:solidFill>
              <a:latin typeface="Trebuchet MS" pitchFamily="34" charset="0"/>
              <a:cs typeface="Arial" pitchFamily="34" charset="0"/>
            </a:endParaRPr>
          </a:p>
        </p:txBody>
      </p:sp>
      <p:sp>
        <p:nvSpPr>
          <p:cNvPr id="175" name="Rectangle 13"/>
          <p:cNvSpPr/>
          <p:nvPr/>
        </p:nvSpPr>
        <p:spPr bwMode="hidden">
          <a:xfrm>
            <a:off x="2" y="6362701"/>
            <a:ext cx="1333500" cy="495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4" tIns="60952" rIns="121904" bIns="60952" anchor="ctr"/>
          <a:lstStyle/>
          <a:p>
            <a:pPr algn="ctr">
              <a:buFont typeface="Arial" pitchFamily="34" charset="0"/>
              <a:buNone/>
            </a:pPr>
            <a:endParaRPr kumimoji="0" lang="en-US" altLang="en-US" sz="2400">
              <a:solidFill>
                <a:srgbClr val="444444"/>
              </a:solidFill>
              <a:latin typeface="Trebuchet MS" pitchFamily="34" charset="0"/>
              <a:cs typeface="Arial" pitchFamily="34" charset="0"/>
            </a:endParaRPr>
          </a:p>
        </p:txBody>
      </p:sp>
      <p:sp>
        <p:nvSpPr>
          <p:cNvPr id="176" name="Rectangle 18"/>
          <p:cNvSpPr/>
          <p:nvPr/>
        </p:nvSpPr>
        <p:spPr bwMode="hidden">
          <a:xfrm>
            <a:off x="2" y="6362701"/>
            <a:ext cx="1333500" cy="495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4" tIns="60952" rIns="121904" bIns="60952" anchor="ctr"/>
          <a:lstStyle/>
          <a:p>
            <a:pPr algn="ctr">
              <a:buFont typeface="Arial" pitchFamily="34" charset="0"/>
              <a:buNone/>
            </a:pPr>
            <a:endParaRPr kumimoji="0" lang="en-US" altLang="en-US" sz="2400">
              <a:solidFill>
                <a:srgbClr val="444444"/>
              </a:solidFill>
              <a:latin typeface="Trebuchet MS" pitchFamily="34" charset="0"/>
              <a:cs typeface="Arial" pitchFamily="34" charset="0"/>
            </a:endParaRPr>
          </a:p>
        </p:txBody>
      </p:sp>
      <p:pic>
        <p:nvPicPr>
          <p:cNvPr id="177" name="Picture 11"/>
          <p:cNvPicPr>
            <a:picLocks noChangeArrowheads="1"/>
          </p:cNvPicPr>
          <p:nvPr userDrawn="1"/>
        </p:nvPicPr>
        <p:blipFill>
          <a:blip r:embed="rId2"/>
          <a:srcRect/>
          <a:stretch>
            <a:fillRect/>
          </a:stretch>
        </p:blipFill>
        <p:spPr bwMode="auto">
          <a:xfrm>
            <a:off x="9433984" y="2946400"/>
            <a:ext cx="1828800" cy="1371600"/>
          </a:xfrm>
          <a:prstGeom prst="rect">
            <a:avLst/>
          </a:prstGeom>
          <a:noFill/>
          <a:ln>
            <a:noFill/>
          </a:ln>
        </p:spPr>
      </p:pic>
      <p:sp>
        <p:nvSpPr>
          <p:cNvPr id="178" name="Title Placeholder 21"/>
          <p:cNvSpPr>
            <a:spLocks noGrp="1"/>
          </p:cNvSpPr>
          <p:nvPr>
            <p:ph type="ctrTitle"/>
          </p:nvPr>
        </p:nvSpPr>
        <p:spPr>
          <a:xfrm>
            <a:off x="584200" y="2679492"/>
            <a:ext cx="7950200" cy="1006685"/>
          </a:xfrm>
        </p:spPr>
        <p:txBody>
          <a:bodyPr anchor="b"/>
          <a:lstStyle>
            <a:lvl1pPr algn="l">
              <a:lnSpc>
                <a:spcPts val="5333"/>
              </a:lnSpc>
              <a:defRPr sz="3733" b="0" i="0" smtClean="0">
                <a:solidFill>
                  <a:schemeClr val="accent1"/>
                </a:solidFill>
                <a:latin typeface="Museo For Dell" pitchFamily="2" charset="0"/>
                <a:ea typeface="Museo For Dell" pitchFamily="2" charset="0"/>
              </a:defRPr>
            </a:lvl1pPr>
          </a:lstStyle>
          <a:p>
            <a:r>
              <a:rPr lang="en-US" noProof="1"/>
              <a:t>Click to edit Master title style</a:t>
            </a:r>
            <a:endParaRPr/>
          </a:p>
        </p:txBody>
      </p:sp>
      <p:sp>
        <p:nvSpPr>
          <p:cNvPr id="179" name="Text Placeholder 12"/>
          <p:cNvSpPr>
            <a:spLocks noGrp="1"/>
          </p:cNvSpPr>
          <p:nvPr>
            <p:ph type="subTitle" idx="1"/>
          </p:nvPr>
        </p:nvSpPr>
        <p:spPr>
          <a:xfrm>
            <a:off x="584966" y="4165392"/>
            <a:ext cx="7937500" cy="800101"/>
          </a:xfrm>
          <a:noFill/>
          <a:ln w="9525">
            <a:noFill/>
            <a:miter lim="800000"/>
          </a:ln>
        </p:spPr>
        <p:txBody>
          <a:bodyPr>
            <a:normAutofit/>
          </a:bodyPr>
          <a:lstStyle>
            <a:lvl1pPr marL="0" indent="0" algn="l" rtl="0" eaLnBrk="1" fontAlgn="base" hangingPunct="1">
              <a:lnSpc>
                <a:spcPct val="90000"/>
              </a:lnSpc>
              <a:spcBef>
                <a:spcPts val="1600"/>
              </a:spcBef>
              <a:spcAft>
                <a:spcPts val="0"/>
              </a:spcAft>
              <a:buClr>
                <a:schemeClr val="accent1"/>
              </a:buClr>
              <a:buFont typeface="Wingdings" pitchFamily="2" charset="2"/>
              <a:buNone/>
              <a:defRPr lang="en-US" sz="2667" b="0" i="0" dirty="0" smtClean="0">
                <a:solidFill>
                  <a:schemeClr val="bg2"/>
                </a:solidFill>
                <a:latin typeface="museo sans for dell" pitchFamily="2" charset="0"/>
                <a:ea typeface="museo sans for dell" pitchFamily="2" charset="0"/>
                <a:cs typeface="+mn-cs"/>
              </a:defRPr>
            </a:lvl1pPr>
          </a:lstStyle>
          <a:p>
            <a:r>
              <a:rPr lang="en-US" noProof="1"/>
              <a:t>Click to edit Master subtitle style</a:t>
            </a:r>
            <a:endParaRPr/>
          </a:p>
        </p:txBody>
      </p:sp>
    </p:spTree>
    <p:extLst>
      <p:ext uri="{BB962C8B-B14F-4D97-AF65-F5344CB8AC3E}">
        <p14:creationId xmlns:p14="http://schemas.microsoft.com/office/powerpoint/2010/main" val="2841884937"/>
      </p:ext>
    </p:extLst>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1_Title Slide">
    <p:bg>
      <p:bgPr>
        <a:solidFill>
          <a:schemeClr val="tx2"/>
        </a:solidFill>
        <a:effectLst/>
      </p:bgPr>
    </p:bg>
    <p:spTree>
      <p:nvGrpSpPr>
        <p:cNvPr id="1" name=""/>
        <p:cNvGrpSpPr/>
        <p:nvPr/>
      </p:nvGrpSpPr>
      <p:grpSpPr>
        <a:xfrm>
          <a:off x="0" y="0"/>
          <a:ext cx="0" cy="0"/>
          <a:chOff x="0" y="0"/>
          <a:chExt cx="0" cy="0"/>
        </a:xfrm>
      </p:grpSpPr>
      <p:sp>
        <p:nvSpPr>
          <p:cNvPr id="168" name="Rectangle 9"/>
          <p:cNvSpPr/>
          <p:nvPr/>
        </p:nvSpPr>
        <p:spPr bwMode="gray">
          <a:xfrm>
            <a:off x="2" y="6362701"/>
            <a:ext cx="1333500" cy="495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4" tIns="60952" rIns="121904" bIns="60952" anchor="ctr"/>
          <a:lstStyle/>
          <a:p>
            <a:pPr algn="ctr">
              <a:buFont typeface="Arial" pitchFamily="34" charset="0"/>
              <a:buNone/>
            </a:pPr>
            <a:endParaRPr kumimoji="0" lang="en-US" altLang="en-US" sz="2400">
              <a:solidFill>
                <a:srgbClr val="444444"/>
              </a:solidFill>
              <a:latin typeface="Trebuchet MS" pitchFamily="34" charset="0"/>
              <a:cs typeface="Arial" pitchFamily="34" charset="0"/>
            </a:endParaRPr>
          </a:p>
        </p:txBody>
      </p:sp>
      <p:sp>
        <p:nvSpPr>
          <p:cNvPr id="169" name="Rectangle 13"/>
          <p:cNvSpPr/>
          <p:nvPr/>
        </p:nvSpPr>
        <p:spPr bwMode="hidden">
          <a:xfrm>
            <a:off x="2" y="6362701"/>
            <a:ext cx="1333500" cy="495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4" tIns="60952" rIns="121904" bIns="60952" anchor="ctr"/>
          <a:lstStyle/>
          <a:p>
            <a:pPr algn="ctr">
              <a:buFont typeface="Arial" pitchFamily="34" charset="0"/>
              <a:buNone/>
            </a:pPr>
            <a:endParaRPr kumimoji="0" lang="en-US" altLang="en-US" sz="2400">
              <a:solidFill>
                <a:srgbClr val="444444"/>
              </a:solidFill>
              <a:latin typeface="Trebuchet MS" pitchFamily="34" charset="0"/>
              <a:cs typeface="Arial" pitchFamily="34" charset="0"/>
            </a:endParaRPr>
          </a:p>
        </p:txBody>
      </p:sp>
      <p:sp>
        <p:nvSpPr>
          <p:cNvPr id="170" name="Rectangle 18"/>
          <p:cNvSpPr/>
          <p:nvPr/>
        </p:nvSpPr>
        <p:spPr bwMode="hidden">
          <a:xfrm>
            <a:off x="2" y="6362701"/>
            <a:ext cx="1333500" cy="495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4" tIns="60952" rIns="121904" bIns="60952" anchor="ctr"/>
          <a:lstStyle/>
          <a:p>
            <a:pPr algn="ctr">
              <a:buFont typeface="Arial" pitchFamily="34" charset="0"/>
              <a:buNone/>
            </a:pPr>
            <a:endParaRPr kumimoji="0" lang="en-US" altLang="en-US" sz="2400">
              <a:solidFill>
                <a:srgbClr val="444444"/>
              </a:solidFill>
              <a:latin typeface="Trebuchet MS" pitchFamily="34" charset="0"/>
              <a:cs typeface="Arial" pitchFamily="34" charset="0"/>
            </a:endParaRPr>
          </a:p>
        </p:txBody>
      </p:sp>
    </p:spTree>
    <p:extLst>
      <p:ext uri="{BB962C8B-B14F-4D97-AF65-F5344CB8AC3E}">
        <p14:creationId xmlns:p14="http://schemas.microsoft.com/office/powerpoint/2010/main" val="1109992984"/>
      </p:ext>
    </p:extLst>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Image and text">
    <p:bg>
      <p:bgPr>
        <a:solidFill>
          <a:schemeClr val="tx2"/>
        </a:solidFill>
        <a:effectLst/>
      </p:bgPr>
    </p:bg>
    <p:spTree>
      <p:nvGrpSpPr>
        <p:cNvPr id="1" name=""/>
        <p:cNvGrpSpPr/>
        <p:nvPr/>
      </p:nvGrpSpPr>
      <p:grpSpPr>
        <a:xfrm>
          <a:off x="0" y="0"/>
          <a:ext cx="0" cy="0"/>
          <a:chOff x="0" y="0"/>
          <a:chExt cx="0" cy="0"/>
        </a:xfrm>
      </p:grpSpPr>
      <p:cxnSp>
        <p:nvCxnSpPr>
          <p:cNvPr id="217" name="Straight Connector 10"/>
          <p:cNvCxnSpPr>
            <a:cxnSpLocks noChangeShapeType="1"/>
          </p:cNvCxnSpPr>
          <p:nvPr userDrawn="1"/>
        </p:nvCxnSpPr>
        <p:spPr bwMode="auto">
          <a:xfrm>
            <a:off x="582086" y="6172200"/>
            <a:ext cx="11017249" cy="0"/>
          </a:xfrm>
          <a:prstGeom prst="line">
            <a:avLst/>
          </a:prstGeom>
          <a:noFill/>
          <a:ln w="9525">
            <a:solidFill>
              <a:srgbClr val="AAAAAA"/>
            </a:solidFill>
            <a:round/>
            <a:headEnd/>
            <a:tailEnd/>
          </a:ln>
        </p:spPr>
      </p:cxnSp>
      <p:sp>
        <p:nvSpPr>
          <p:cNvPr id="218" name="Content Placeholder 2"/>
          <p:cNvSpPr>
            <a:spLocks noGrp="1"/>
          </p:cNvSpPr>
          <p:nvPr>
            <p:ph sz="half" idx="10"/>
          </p:nvPr>
        </p:nvSpPr>
        <p:spPr>
          <a:xfrm>
            <a:off x="6204328" y="1237902"/>
            <a:ext cx="5364480" cy="2888167"/>
          </a:xfrm>
        </p:spPr>
        <p:txBody>
          <a:bodyPr>
            <a:normAutofit/>
          </a:bodyPr>
          <a:lstStyle>
            <a:lvl1pPr>
              <a:lnSpc>
                <a:spcPct val="100000"/>
              </a:lnSpc>
              <a:spcBef>
                <a:spcPts val="1600"/>
              </a:spcBef>
              <a:defRPr sz="2400" b="0">
                <a:solidFill>
                  <a:schemeClr val="tx1"/>
                </a:solidFill>
                <a:latin typeface="museo sans for dell" pitchFamily="2" charset="0"/>
              </a:defRPr>
            </a:lvl1pPr>
            <a:lvl2pPr marL="766214" indent="-309026">
              <a:lnSpc>
                <a:spcPct val="100000"/>
              </a:lnSpc>
              <a:spcBef>
                <a:spcPts val="400"/>
              </a:spcBef>
              <a:defRPr sz="2133" b="0">
                <a:solidFill>
                  <a:schemeClr val="tx1"/>
                </a:solidFill>
                <a:latin typeface="museo sans for dell" pitchFamily="2" charset="0"/>
              </a:defRPr>
            </a:lvl2pPr>
            <a:lvl3pPr>
              <a:lnSpc>
                <a:spcPct val="100000"/>
              </a:lnSpc>
              <a:spcBef>
                <a:spcPts val="400"/>
              </a:spcBef>
              <a:defRPr sz="1867" b="0">
                <a:solidFill>
                  <a:schemeClr val="tx1"/>
                </a:solidFill>
                <a:latin typeface="museo sans for dell" pitchFamily="2" charset="0"/>
              </a:defRPr>
            </a:lvl3pPr>
            <a:lvl4pPr>
              <a:defRPr sz="2400" b="0">
                <a:solidFill>
                  <a:schemeClr val="bg2"/>
                </a:solidFill>
                <a:latin typeface="museo sans for dell" pitchFamily="2" charset="0"/>
              </a:defRPr>
            </a:lvl4pPr>
            <a:lvl5pPr>
              <a:defRPr sz="2400" b="0">
                <a:solidFill>
                  <a:schemeClr val="bg2"/>
                </a:solidFill>
                <a:latin typeface="museo sans for dell" pitchFamily="2" charset="0"/>
              </a:defRPr>
            </a:lvl5pPr>
            <a:lvl6pPr>
              <a:defRPr sz="2400"/>
            </a:lvl6pPr>
            <a:lvl7pPr>
              <a:defRPr sz="2400"/>
            </a:lvl7pPr>
            <a:lvl8pPr>
              <a:defRPr sz="2400"/>
            </a:lvl8pPr>
            <a:lvl9pPr>
              <a:defRPr sz="2400"/>
            </a:lvl9pPr>
          </a:lstStyle>
          <a:p>
            <a:pPr lvl="0"/>
            <a:r>
              <a:rPr lang="en-US" noProof="1"/>
              <a:t>Click to edit Master text styles</a:t>
            </a:r>
          </a:p>
          <a:p>
            <a:pPr lvl="1"/>
            <a:r>
              <a:rPr lang="en-US" noProof="1"/>
              <a:t>Second level</a:t>
            </a:r>
          </a:p>
          <a:p>
            <a:pPr lvl="2"/>
            <a:r>
              <a:rPr lang="en-US" noProof="1"/>
              <a:t>Third level</a:t>
            </a:r>
          </a:p>
        </p:txBody>
      </p:sp>
      <p:sp>
        <p:nvSpPr>
          <p:cNvPr id="219" name="Content Placeholder 2"/>
          <p:cNvSpPr>
            <a:spLocks noGrp="1"/>
          </p:cNvSpPr>
          <p:nvPr>
            <p:ph sz="half" idx="11"/>
          </p:nvPr>
        </p:nvSpPr>
        <p:spPr>
          <a:xfrm>
            <a:off x="578452" y="1245754"/>
            <a:ext cx="5364480" cy="2888167"/>
          </a:xfrm>
        </p:spPr>
        <p:txBody>
          <a:bodyPr>
            <a:normAutofit/>
          </a:bodyPr>
          <a:lstStyle>
            <a:lvl1pPr>
              <a:lnSpc>
                <a:spcPct val="100000"/>
              </a:lnSpc>
              <a:spcBef>
                <a:spcPts val="1600"/>
              </a:spcBef>
              <a:defRPr sz="2400" b="0">
                <a:solidFill>
                  <a:schemeClr val="tx1"/>
                </a:solidFill>
                <a:latin typeface="museo sans for dell" pitchFamily="2" charset="0"/>
              </a:defRPr>
            </a:lvl1pPr>
            <a:lvl2pPr marL="766214" indent="-309026">
              <a:lnSpc>
                <a:spcPct val="100000"/>
              </a:lnSpc>
              <a:spcBef>
                <a:spcPts val="400"/>
              </a:spcBef>
              <a:defRPr sz="2133" b="0">
                <a:solidFill>
                  <a:schemeClr val="tx1"/>
                </a:solidFill>
                <a:latin typeface="museo sans for dell" pitchFamily="2" charset="0"/>
              </a:defRPr>
            </a:lvl2pPr>
            <a:lvl3pPr>
              <a:lnSpc>
                <a:spcPct val="100000"/>
              </a:lnSpc>
              <a:spcBef>
                <a:spcPts val="400"/>
              </a:spcBef>
              <a:defRPr sz="1867" b="0">
                <a:solidFill>
                  <a:schemeClr val="tx1"/>
                </a:solidFill>
                <a:latin typeface="museo sans for dell" pitchFamily="2" charset="0"/>
              </a:defRPr>
            </a:lvl3pPr>
            <a:lvl4pPr>
              <a:defRPr sz="2400" b="0">
                <a:solidFill>
                  <a:schemeClr val="bg2"/>
                </a:solidFill>
                <a:latin typeface="museo sans for dell" pitchFamily="2" charset="0"/>
              </a:defRPr>
            </a:lvl4pPr>
            <a:lvl5pPr>
              <a:defRPr sz="2400" b="0">
                <a:solidFill>
                  <a:schemeClr val="bg2"/>
                </a:solidFill>
                <a:latin typeface="museo sans for dell" pitchFamily="2" charset="0"/>
              </a:defRPr>
            </a:lvl5pPr>
            <a:lvl6pPr>
              <a:defRPr sz="2400"/>
            </a:lvl6pPr>
            <a:lvl7pPr>
              <a:defRPr sz="2400"/>
            </a:lvl7pPr>
            <a:lvl8pPr>
              <a:defRPr sz="2400"/>
            </a:lvl8pPr>
            <a:lvl9pPr>
              <a:defRPr sz="2400"/>
            </a:lvl9pPr>
          </a:lstStyle>
          <a:p>
            <a:pPr lvl="0"/>
            <a:r>
              <a:rPr lang="en-US" noProof="1"/>
              <a:t>Click to edit Master text styles</a:t>
            </a:r>
          </a:p>
          <a:p>
            <a:pPr lvl="1"/>
            <a:r>
              <a:rPr lang="en-US" noProof="1"/>
              <a:t>Second level</a:t>
            </a:r>
          </a:p>
          <a:p>
            <a:pPr lvl="2"/>
            <a:r>
              <a:rPr lang="en-US" noProof="1"/>
              <a:t>Third level</a:t>
            </a:r>
          </a:p>
        </p:txBody>
      </p:sp>
      <p:sp>
        <p:nvSpPr>
          <p:cNvPr id="220" name="Content Placeholder 3"/>
          <p:cNvSpPr>
            <a:spLocks noGrp="1"/>
          </p:cNvSpPr>
          <p:nvPr>
            <p:ph sz="quarter" idx="12"/>
          </p:nvPr>
        </p:nvSpPr>
        <p:spPr>
          <a:xfrm>
            <a:off x="579967" y="4270916"/>
            <a:ext cx="11017251" cy="1894933"/>
          </a:xfrm>
        </p:spPr>
        <p:txBody>
          <a:bodyPr>
            <a:normAutofit/>
          </a:bodyPr>
          <a:lstStyle>
            <a:lvl1pPr>
              <a:lnSpc>
                <a:spcPct val="100000"/>
              </a:lnSpc>
              <a:defRPr sz="2133"/>
            </a:lvl1pPr>
            <a:lvl2pPr>
              <a:lnSpc>
                <a:spcPct val="100000"/>
              </a:lnSpc>
              <a:defRPr sz="1867"/>
            </a:lvl2pPr>
            <a:lvl3pPr>
              <a:lnSpc>
                <a:spcPct val="100000"/>
              </a:lnSpc>
              <a:defRPr sz="1467"/>
            </a:lvl3pPr>
            <a:lvl4pPr>
              <a:lnSpc>
                <a:spcPct val="100000"/>
              </a:lnSpc>
              <a:defRPr sz="1467"/>
            </a:lvl4pPr>
            <a:lvl5pPr>
              <a:defRPr sz="2133"/>
            </a:lvl5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p:txBody>
      </p:sp>
      <p:sp>
        <p:nvSpPr>
          <p:cNvPr id="221" name="Title 1"/>
          <p:cNvSpPr>
            <a:spLocks noGrp="1"/>
          </p:cNvSpPr>
          <p:nvPr>
            <p:ph type="title" hasCustomPrompt="1"/>
          </p:nvPr>
        </p:nvSpPr>
        <p:spPr>
          <a:xfrm>
            <a:off x="567872" y="261564"/>
            <a:ext cx="10985501" cy="853560"/>
          </a:xfrm>
        </p:spPr>
        <p:txBody>
          <a:bodyPr/>
          <a:lstStyle>
            <a:lvl1pPr>
              <a:lnSpc>
                <a:spcPct val="90000"/>
              </a:lnSpc>
              <a:defRPr sz="3200" b="0">
                <a:solidFill>
                  <a:schemeClr val="accent1"/>
                </a:solidFill>
                <a:latin typeface="Museo For Dell" pitchFamily="2" charset="0"/>
              </a:defRPr>
            </a:lvl1pPr>
          </a:lstStyle>
          <a:p>
            <a:r>
              <a:rPr lang="en-US"/>
              <a:t>Click to edit Master title style</a:t>
            </a:r>
            <a:br>
              <a:rPr lang="en-US"/>
            </a:br>
            <a:endParaRPr lang="en-US" noProof="1"/>
          </a:p>
        </p:txBody>
      </p:sp>
      <p:sp>
        <p:nvSpPr>
          <p:cNvPr id="222" name="Slide Number Placeholder 5"/>
          <p:cNvSpPr>
            <a:spLocks noGrp="1"/>
          </p:cNvSpPr>
          <p:nvPr>
            <p:ph type="sldNum" sz="quarter" idx="13"/>
          </p:nvPr>
        </p:nvSpPr>
        <p:spPr/>
        <p:txBody>
          <a:bodyPr rIns="91428"/>
          <a:lstStyle>
            <a:lvl1pPr>
              <a:defRPr/>
            </a:lvl1pPr>
          </a:lstStyle>
          <a:p>
            <a:fld id="{84C3A99F-BA6F-43F8-A65F-20AEA8AD11FA}" type="slidenum">
              <a:rPr lang="en-US" altLang="en-US"/>
              <a:t>‹#›</a:t>
            </a:fld>
            <a:endParaRPr lang="en-US" altLang="en-US"/>
          </a:p>
        </p:txBody>
      </p:sp>
      <p:sp>
        <p:nvSpPr>
          <p:cNvPr id="223" name="Footer Placeholder 4"/>
          <p:cNvSpPr>
            <a:spLocks noGrp="1"/>
          </p:cNvSpPr>
          <p:nvPr>
            <p:ph type="ftr" sz="quarter" idx="14"/>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224" name="Date Placeholder 8"/>
          <p:cNvSpPr>
            <a:spLocks noGrp="1"/>
          </p:cNvSpPr>
          <p:nvPr>
            <p:ph type="dt" sz="half" idx="15"/>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2778931615"/>
      </p:ext>
    </p:extLst>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tx2"/>
        </a:solidFill>
        <a:effectLst/>
      </p:bgPr>
    </p:bg>
    <p:spTree>
      <p:nvGrpSpPr>
        <p:cNvPr id="1" name=""/>
        <p:cNvGrpSpPr/>
        <p:nvPr/>
      </p:nvGrpSpPr>
      <p:grpSpPr>
        <a:xfrm>
          <a:off x="0" y="0"/>
          <a:ext cx="0" cy="0"/>
          <a:chOff x="0" y="0"/>
          <a:chExt cx="0" cy="0"/>
        </a:xfrm>
      </p:grpSpPr>
      <p:cxnSp>
        <p:nvCxnSpPr>
          <p:cNvPr id="226" name="Straight Connector 7"/>
          <p:cNvCxnSpPr>
            <a:cxnSpLocks noChangeShapeType="1"/>
          </p:cNvCxnSpPr>
          <p:nvPr userDrawn="1"/>
        </p:nvCxnSpPr>
        <p:spPr bwMode="auto">
          <a:xfrm>
            <a:off x="582086" y="6172200"/>
            <a:ext cx="11017249" cy="0"/>
          </a:xfrm>
          <a:prstGeom prst="line">
            <a:avLst/>
          </a:prstGeom>
          <a:noFill/>
          <a:ln w="9525">
            <a:solidFill>
              <a:srgbClr val="AAAAAA"/>
            </a:solidFill>
            <a:round/>
            <a:headEnd/>
            <a:tailEnd/>
          </a:ln>
        </p:spPr>
      </p:cxnSp>
      <p:sp>
        <p:nvSpPr>
          <p:cNvPr id="227" name="TextBox 1"/>
          <p:cNvSpPr txBox="1">
            <a:spLocks noChangeArrowheads="1"/>
          </p:cNvSpPr>
          <p:nvPr userDrawn="1"/>
        </p:nvSpPr>
        <p:spPr bwMode="auto">
          <a:xfrm>
            <a:off x="1881717" y="1765300"/>
            <a:ext cx="1219200" cy="1219200"/>
          </a:xfrm>
          <a:prstGeom prst="rect">
            <a:avLst/>
          </a:prstGeom>
          <a:noFill/>
          <a:ln>
            <a:noFill/>
          </a:ln>
        </p:spPr>
        <p:txBody>
          <a:bodyPr wrap="none"/>
          <a:lstStyle/>
          <a:p>
            <a:pPr>
              <a:spcBef>
                <a:spcPts val="800"/>
              </a:spcBef>
              <a:buFont typeface="Arial" pitchFamily="34" charset="0"/>
              <a:buNone/>
            </a:pPr>
            <a:endParaRPr kumimoji="0" lang="en-US" altLang="en-US" sz="2667">
              <a:solidFill>
                <a:srgbClr val="444444"/>
              </a:solidFill>
              <a:latin typeface="museo sans for dell" pitchFamily="2" charset="0"/>
              <a:ea typeface="+mn-ea"/>
              <a:cs typeface="Arial" pitchFamily="34" charset="0"/>
            </a:endParaRPr>
          </a:p>
        </p:txBody>
      </p:sp>
      <p:sp>
        <p:nvSpPr>
          <p:cNvPr id="228" name="Title 1"/>
          <p:cNvSpPr>
            <a:spLocks noGrp="1"/>
          </p:cNvSpPr>
          <p:nvPr>
            <p:ph type="title"/>
          </p:nvPr>
        </p:nvSpPr>
        <p:spPr>
          <a:xfrm>
            <a:off x="567872" y="261568"/>
            <a:ext cx="10985501" cy="443199"/>
          </a:xfrm>
        </p:spPr>
        <p:txBody>
          <a:bodyPr/>
          <a:lstStyle>
            <a:lvl1pPr>
              <a:lnSpc>
                <a:spcPct val="90000"/>
              </a:lnSpc>
              <a:defRPr sz="3200" b="0">
                <a:solidFill>
                  <a:schemeClr val="accent1"/>
                </a:solidFill>
                <a:latin typeface="Museo For Dell" pitchFamily="2" charset="0"/>
              </a:defRPr>
            </a:lvl1pPr>
          </a:lstStyle>
          <a:p>
            <a:r>
              <a:rPr lang="en-US" noProof="1"/>
              <a:t>Click to edit Master title style</a:t>
            </a:r>
            <a:endParaRPr/>
          </a:p>
        </p:txBody>
      </p:sp>
      <p:sp>
        <p:nvSpPr>
          <p:cNvPr id="229" name="Slide Number Placeholder 5"/>
          <p:cNvSpPr>
            <a:spLocks noGrp="1"/>
          </p:cNvSpPr>
          <p:nvPr>
            <p:ph type="sldNum" sz="quarter" idx="10"/>
          </p:nvPr>
        </p:nvSpPr>
        <p:spPr>
          <a:xfrm>
            <a:off x="577851" y="6430963"/>
            <a:ext cx="347133" cy="152400"/>
          </a:xfrm>
        </p:spPr>
        <p:txBody>
          <a:bodyPr rIns="91428"/>
          <a:lstStyle>
            <a:lvl1pPr>
              <a:defRPr/>
            </a:lvl1pPr>
          </a:lstStyle>
          <a:p>
            <a:fld id="{5791608F-7CB9-4D68-8AC7-40751621CBA6}" type="slidenum">
              <a:rPr lang="en-US" altLang="en-US"/>
              <a:t>‹#›</a:t>
            </a:fld>
            <a:endParaRPr lang="en-US" altLang="en-US"/>
          </a:p>
        </p:txBody>
      </p:sp>
      <p:sp>
        <p:nvSpPr>
          <p:cNvPr id="230" name="Footer Placeholder 4"/>
          <p:cNvSpPr>
            <a:spLocks noGrp="1"/>
          </p:cNvSpPr>
          <p:nvPr>
            <p:ph type="ftr" sz="quarter" idx="11"/>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231" name="Date Placeholder 8"/>
          <p:cNvSpPr>
            <a:spLocks noGrp="1"/>
          </p:cNvSpPr>
          <p:nvPr>
            <p:ph type="dt" sz="half" idx="12"/>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2015072789"/>
      </p:ext>
    </p:extLst>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p:bg>
      <p:bgPr>
        <a:solidFill>
          <a:schemeClr val="tx2"/>
        </a:solidFill>
        <a:effectLst/>
      </p:bgPr>
    </p:bg>
    <p:spTree>
      <p:nvGrpSpPr>
        <p:cNvPr id="1" name=""/>
        <p:cNvGrpSpPr/>
        <p:nvPr/>
      </p:nvGrpSpPr>
      <p:grpSpPr>
        <a:xfrm>
          <a:off x="0" y="0"/>
          <a:ext cx="0" cy="0"/>
          <a:chOff x="0" y="0"/>
          <a:chExt cx="0" cy="0"/>
        </a:xfrm>
      </p:grpSpPr>
      <p:cxnSp>
        <p:nvCxnSpPr>
          <p:cNvPr id="233" name="Straight Connector 6"/>
          <p:cNvCxnSpPr>
            <a:cxnSpLocks noChangeShapeType="1"/>
          </p:cNvCxnSpPr>
          <p:nvPr userDrawn="1"/>
        </p:nvCxnSpPr>
        <p:spPr bwMode="auto">
          <a:xfrm>
            <a:off x="582086" y="6172200"/>
            <a:ext cx="11017249" cy="0"/>
          </a:xfrm>
          <a:prstGeom prst="line">
            <a:avLst/>
          </a:prstGeom>
          <a:noFill/>
          <a:ln w="9525">
            <a:solidFill>
              <a:srgbClr val="AAAAAA"/>
            </a:solidFill>
            <a:round/>
            <a:headEnd/>
            <a:tailEnd/>
          </a:ln>
        </p:spPr>
      </p:cxnSp>
      <p:sp>
        <p:nvSpPr>
          <p:cNvPr id="234" name="Slide Number Placeholder 5"/>
          <p:cNvSpPr>
            <a:spLocks noGrp="1"/>
          </p:cNvSpPr>
          <p:nvPr>
            <p:ph type="sldNum" sz="quarter" idx="10"/>
          </p:nvPr>
        </p:nvSpPr>
        <p:spPr/>
        <p:txBody>
          <a:bodyPr rIns="91428"/>
          <a:lstStyle>
            <a:lvl1pPr>
              <a:defRPr/>
            </a:lvl1pPr>
          </a:lstStyle>
          <a:p>
            <a:fld id="{A8B727EA-8F04-4DEA-A07C-9AA8ACDB1A0F}" type="slidenum">
              <a:rPr lang="en-US" altLang="en-US"/>
              <a:t>‹#›</a:t>
            </a:fld>
            <a:endParaRPr lang="en-US" altLang="en-US"/>
          </a:p>
        </p:txBody>
      </p:sp>
      <p:sp>
        <p:nvSpPr>
          <p:cNvPr id="235" name="Footer Placeholder 4"/>
          <p:cNvSpPr>
            <a:spLocks noGrp="1"/>
          </p:cNvSpPr>
          <p:nvPr>
            <p:ph type="ftr" sz="quarter" idx="11"/>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236" name="Date Placeholder 8"/>
          <p:cNvSpPr>
            <a:spLocks noGrp="1"/>
          </p:cNvSpPr>
          <p:nvPr>
            <p:ph type="dt" sz="half" idx="12"/>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3500165105"/>
      </p:ext>
    </p:extLst>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lank">
    <p:bg>
      <p:bgPr>
        <a:solidFill>
          <a:schemeClr val="tx2"/>
        </a:solidFill>
        <a:effectLst/>
      </p:bgPr>
    </p:bg>
    <p:spTree>
      <p:nvGrpSpPr>
        <p:cNvPr id="1" name=""/>
        <p:cNvGrpSpPr/>
        <p:nvPr/>
      </p:nvGrpSpPr>
      <p:grpSpPr>
        <a:xfrm>
          <a:off x="0" y="0"/>
          <a:ext cx="0" cy="0"/>
          <a:chOff x="0" y="0"/>
          <a:chExt cx="0" cy="0"/>
        </a:xfrm>
      </p:grpSpPr>
      <p:cxnSp>
        <p:nvCxnSpPr>
          <p:cNvPr id="238" name="Straight Connector 6"/>
          <p:cNvCxnSpPr>
            <a:cxnSpLocks noChangeShapeType="1"/>
          </p:cNvCxnSpPr>
          <p:nvPr userDrawn="1"/>
        </p:nvCxnSpPr>
        <p:spPr bwMode="auto">
          <a:xfrm>
            <a:off x="582086" y="6172200"/>
            <a:ext cx="11017249" cy="0"/>
          </a:xfrm>
          <a:prstGeom prst="line">
            <a:avLst/>
          </a:prstGeom>
          <a:noFill/>
          <a:ln w="9525">
            <a:solidFill>
              <a:srgbClr val="AAAAAA"/>
            </a:solidFill>
            <a:round/>
            <a:headEnd/>
            <a:tailEnd/>
          </a:ln>
        </p:spPr>
      </p:cxnSp>
      <p:sp>
        <p:nvSpPr>
          <p:cNvPr id="239" name="Slide Number Placeholder 5"/>
          <p:cNvSpPr>
            <a:spLocks noGrp="1"/>
          </p:cNvSpPr>
          <p:nvPr>
            <p:ph type="sldNum" sz="quarter" idx="10"/>
          </p:nvPr>
        </p:nvSpPr>
        <p:spPr/>
        <p:txBody>
          <a:bodyPr rIns="91428"/>
          <a:lstStyle>
            <a:lvl1pPr>
              <a:defRPr/>
            </a:lvl1pPr>
          </a:lstStyle>
          <a:p>
            <a:fld id="{9DF5D92A-C0AF-4BF4-A3B7-E38AB3FE1E7F}" type="slidenum">
              <a:rPr lang="en-US" altLang="en-US"/>
              <a:t>‹#›</a:t>
            </a:fld>
            <a:endParaRPr lang="en-US" altLang="en-US"/>
          </a:p>
        </p:txBody>
      </p:sp>
      <p:sp>
        <p:nvSpPr>
          <p:cNvPr id="240" name="Footer Placeholder 4"/>
          <p:cNvSpPr>
            <a:spLocks noGrp="1"/>
          </p:cNvSpPr>
          <p:nvPr>
            <p:ph type="ftr" sz="quarter" idx="11"/>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241" name="Date Placeholder 8"/>
          <p:cNvSpPr>
            <a:spLocks noGrp="1"/>
          </p:cNvSpPr>
          <p:nvPr>
            <p:ph type="dt" sz="half" idx="12"/>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1072115779"/>
      </p:ext>
    </p:extLst>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ection_Blue">
    <p:bg>
      <p:bgPr>
        <a:solidFill>
          <a:schemeClr val="tx2"/>
        </a:solidFill>
        <a:effectLst/>
      </p:bgPr>
    </p:bg>
    <p:spTree>
      <p:nvGrpSpPr>
        <p:cNvPr id="1" name=""/>
        <p:cNvGrpSpPr/>
        <p:nvPr/>
      </p:nvGrpSpPr>
      <p:grpSpPr>
        <a:xfrm>
          <a:off x="0" y="0"/>
          <a:ext cx="0" cy="0"/>
          <a:chOff x="0" y="0"/>
          <a:chExt cx="0" cy="0"/>
        </a:xfrm>
      </p:grpSpPr>
      <p:sp>
        <p:nvSpPr>
          <p:cNvPr id="243" name="Title 1"/>
          <p:cNvSpPr>
            <a:spLocks noGrp="1"/>
          </p:cNvSpPr>
          <p:nvPr>
            <p:ph type="ctrTitle" hasCustomPrompt="1"/>
          </p:nvPr>
        </p:nvSpPr>
        <p:spPr>
          <a:xfrm>
            <a:off x="609600" y="457200"/>
            <a:ext cx="3657600" cy="3657600"/>
          </a:xfrm>
          <a:prstGeom prst="roundRect">
            <a:avLst>
              <a:gd name="adj" fmla="val 2752"/>
            </a:avLst>
          </a:prstGeom>
          <a:solidFill>
            <a:schemeClr val="accent1"/>
          </a:solidFill>
          <a:ln>
            <a:noFill/>
          </a:ln>
        </p:spPr>
        <p:style>
          <a:lnRef idx="2">
            <a:schemeClr val="accent1"/>
          </a:lnRef>
          <a:fillRef idx="1">
            <a:schemeClr val="lt1"/>
          </a:fillRef>
          <a:effectRef idx="0">
            <a:schemeClr val="accent1"/>
          </a:effectRef>
          <a:fontRef idx="none"/>
        </p:style>
        <p:txBody>
          <a:bodyPr lIns="228570" tIns="228570" rIns="228570" bIns="228570">
            <a:normAutofit/>
          </a:bodyPr>
          <a:lstStyle>
            <a:lvl1pPr>
              <a:defRPr sz="3733" b="0">
                <a:solidFill>
                  <a:schemeClr val="tx2"/>
                </a:solidFill>
                <a:latin typeface="Museo For Dell" pitchFamily="2" charset="0"/>
              </a:defRPr>
            </a:lvl1pPr>
          </a:lstStyle>
          <a:p>
            <a:r>
              <a:rPr lang="en-US"/>
              <a:t>Click to edit Master title style</a:t>
            </a:r>
            <a:br>
              <a:rPr lang="en-US"/>
            </a:br>
            <a:endParaRPr lang="en-US" noProof="1"/>
          </a:p>
        </p:txBody>
      </p:sp>
      <p:sp>
        <p:nvSpPr>
          <p:cNvPr id="244" name="Slide Number Placeholder 5"/>
          <p:cNvSpPr>
            <a:spLocks noGrp="1"/>
          </p:cNvSpPr>
          <p:nvPr>
            <p:ph type="sldNum" sz="quarter" idx="10"/>
          </p:nvPr>
        </p:nvSpPr>
        <p:spPr/>
        <p:txBody>
          <a:bodyPr rIns="91428"/>
          <a:lstStyle>
            <a:lvl1pPr>
              <a:defRPr/>
            </a:lvl1pPr>
          </a:lstStyle>
          <a:p>
            <a:fld id="{24D04321-A2B8-45DB-8B53-94B500D1A3D8}" type="slidenum">
              <a:rPr lang="en-US" altLang="en-US"/>
              <a:t>‹#›</a:t>
            </a:fld>
            <a:endParaRPr lang="en-US" altLang="en-US"/>
          </a:p>
        </p:txBody>
      </p:sp>
      <p:sp>
        <p:nvSpPr>
          <p:cNvPr id="245" name="Footer Placeholder 4"/>
          <p:cNvSpPr>
            <a:spLocks noGrp="1"/>
          </p:cNvSpPr>
          <p:nvPr>
            <p:ph type="ftr" sz="quarter" idx="11"/>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246" name="Date Placeholder 8"/>
          <p:cNvSpPr>
            <a:spLocks noGrp="1"/>
          </p:cNvSpPr>
          <p:nvPr>
            <p:ph type="dt" sz="half" idx="12"/>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970516376"/>
      </p:ext>
    </p:extLst>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ection_Berry">
    <p:bg>
      <p:bgPr>
        <a:solidFill>
          <a:schemeClr val="tx2"/>
        </a:solidFill>
        <a:effectLst/>
      </p:bgPr>
    </p:bg>
    <p:spTree>
      <p:nvGrpSpPr>
        <p:cNvPr id="1" name=""/>
        <p:cNvGrpSpPr/>
        <p:nvPr/>
      </p:nvGrpSpPr>
      <p:grpSpPr>
        <a:xfrm>
          <a:off x="0" y="0"/>
          <a:ext cx="0" cy="0"/>
          <a:chOff x="0" y="0"/>
          <a:chExt cx="0" cy="0"/>
        </a:xfrm>
      </p:grpSpPr>
      <p:sp>
        <p:nvSpPr>
          <p:cNvPr id="248" name="Title 1"/>
          <p:cNvSpPr>
            <a:spLocks noGrp="1"/>
          </p:cNvSpPr>
          <p:nvPr>
            <p:ph type="ctrTitle" hasCustomPrompt="1"/>
          </p:nvPr>
        </p:nvSpPr>
        <p:spPr>
          <a:xfrm>
            <a:off x="609600" y="457200"/>
            <a:ext cx="3657600" cy="3657600"/>
          </a:xfrm>
          <a:prstGeom prst="roundRect">
            <a:avLst>
              <a:gd name="adj" fmla="val 2752"/>
            </a:avLst>
          </a:prstGeom>
          <a:solidFill>
            <a:schemeClr val="accent4"/>
          </a:solidFill>
          <a:ln>
            <a:noFill/>
          </a:ln>
        </p:spPr>
        <p:style>
          <a:lnRef idx="2">
            <a:schemeClr val="accent1"/>
          </a:lnRef>
          <a:fillRef idx="1">
            <a:schemeClr val="lt1"/>
          </a:fillRef>
          <a:effectRef idx="0">
            <a:schemeClr val="accent1"/>
          </a:effectRef>
          <a:fontRef idx="none"/>
        </p:style>
        <p:txBody>
          <a:bodyPr lIns="228570" tIns="228570" rIns="228570" bIns="228570">
            <a:normAutofit/>
          </a:bodyPr>
          <a:lstStyle>
            <a:lvl1pPr>
              <a:defRPr sz="3733" b="0">
                <a:solidFill>
                  <a:schemeClr val="tx2"/>
                </a:solidFill>
                <a:latin typeface="Museo For Dell" pitchFamily="2" charset="0"/>
              </a:defRPr>
            </a:lvl1pPr>
          </a:lstStyle>
          <a:p>
            <a:r>
              <a:rPr lang="en-US"/>
              <a:t>Click to edit Master title style</a:t>
            </a:r>
            <a:br>
              <a:rPr lang="en-US"/>
            </a:br>
            <a:endParaRPr lang="en-US" noProof="1"/>
          </a:p>
        </p:txBody>
      </p:sp>
      <p:sp>
        <p:nvSpPr>
          <p:cNvPr id="249" name="Slide Number Placeholder 5"/>
          <p:cNvSpPr>
            <a:spLocks noGrp="1"/>
          </p:cNvSpPr>
          <p:nvPr>
            <p:ph type="sldNum" sz="quarter" idx="10"/>
          </p:nvPr>
        </p:nvSpPr>
        <p:spPr/>
        <p:txBody>
          <a:bodyPr rIns="91428"/>
          <a:lstStyle>
            <a:lvl1pPr>
              <a:defRPr/>
            </a:lvl1pPr>
          </a:lstStyle>
          <a:p>
            <a:fld id="{F352561A-8945-4B26-B394-A0B98A29A068}" type="slidenum">
              <a:rPr lang="en-US" altLang="en-US"/>
              <a:t>‹#›</a:t>
            </a:fld>
            <a:endParaRPr lang="en-US" altLang="en-US"/>
          </a:p>
        </p:txBody>
      </p:sp>
      <p:sp>
        <p:nvSpPr>
          <p:cNvPr id="250" name="Footer Placeholder 4"/>
          <p:cNvSpPr>
            <a:spLocks noGrp="1"/>
          </p:cNvSpPr>
          <p:nvPr>
            <p:ph type="ftr" sz="quarter" idx="11"/>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251" name="Date Placeholder 8"/>
          <p:cNvSpPr>
            <a:spLocks noGrp="1"/>
          </p:cNvSpPr>
          <p:nvPr>
            <p:ph type="dt" sz="half" idx="12"/>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1924824952"/>
      </p:ext>
    </p:extLst>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on_Green">
    <p:bg>
      <p:bgPr>
        <a:solidFill>
          <a:schemeClr val="tx2"/>
        </a:solidFill>
        <a:effectLst/>
      </p:bgPr>
    </p:bg>
    <p:spTree>
      <p:nvGrpSpPr>
        <p:cNvPr id="1" name=""/>
        <p:cNvGrpSpPr/>
        <p:nvPr/>
      </p:nvGrpSpPr>
      <p:grpSpPr>
        <a:xfrm>
          <a:off x="0" y="0"/>
          <a:ext cx="0" cy="0"/>
          <a:chOff x="0" y="0"/>
          <a:chExt cx="0" cy="0"/>
        </a:xfrm>
      </p:grpSpPr>
      <p:sp>
        <p:nvSpPr>
          <p:cNvPr id="188" name="Title 1"/>
          <p:cNvSpPr>
            <a:spLocks noGrp="1"/>
          </p:cNvSpPr>
          <p:nvPr>
            <p:ph type="ctrTitle" hasCustomPrompt="1"/>
          </p:nvPr>
        </p:nvSpPr>
        <p:spPr>
          <a:xfrm>
            <a:off x="609600" y="457200"/>
            <a:ext cx="3657600" cy="3657600"/>
          </a:xfrm>
          <a:prstGeom prst="roundRect">
            <a:avLst>
              <a:gd name="adj" fmla="val 2752"/>
            </a:avLst>
          </a:prstGeom>
          <a:solidFill>
            <a:schemeClr val="accent3"/>
          </a:solidFill>
          <a:ln>
            <a:noFill/>
          </a:ln>
        </p:spPr>
        <p:style>
          <a:lnRef idx="2">
            <a:schemeClr val="accent1"/>
          </a:lnRef>
          <a:fillRef idx="1">
            <a:schemeClr val="lt1"/>
          </a:fillRef>
          <a:effectRef idx="0">
            <a:schemeClr val="accent1"/>
          </a:effectRef>
          <a:fontRef idx="none"/>
        </p:style>
        <p:txBody>
          <a:bodyPr lIns="228570" tIns="228570" rIns="228570" bIns="228570">
            <a:normAutofit/>
          </a:bodyPr>
          <a:lstStyle>
            <a:lvl1pPr>
              <a:defRPr sz="3733" b="0">
                <a:solidFill>
                  <a:schemeClr val="tx2"/>
                </a:solidFill>
                <a:latin typeface="Museo For Dell" pitchFamily="2" charset="0"/>
              </a:defRPr>
            </a:lvl1pPr>
          </a:lstStyle>
          <a:p>
            <a:r>
              <a:rPr lang="en-US"/>
              <a:t>Click to edit Master title style</a:t>
            </a:r>
            <a:br>
              <a:rPr lang="en-US"/>
            </a:br>
            <a:endParaRPr lang="en-US" noProof="1"/>
          </a:p>
        </p:txBody>
      </p:sp>
      <p:sp>
        <p:nvSpPr>
          <p:cNvPr id="189" name="Slide Number Placeholder 5"/>
          <p:cNvSpPr>
            <a:spLocks noGrp="1"/>
          </p:cNvSpPr>
          <p:nvPr>
            <p:ph type="sldNum" sz="quarter" idx="10"/>
          </p:nvPr>
        </p:nvSpPr>
        <p:spPr/>
        <p:txBody>
          <a:bodyPr rIns="91428"/>
          <a:lstStyle>
            <a:lvl1pPr>
              <a:defRPr/>
            </a:lvl1pPr>
          </a:lstStyle>
          <a:p>
            <a:fld id="{812113C7-9E1E-4090-A142-E799823787DB}" type="slidenum">
              <a:rPr lang="en-US" altLang="en-US"/>
              <a:t>‹#›</a:t>
            </a:fld>
            <a:endParaRPr lang="en-US" altLang="en-US"/>
          </a:p>
        </p:txBody>
      </p:sp>
      <p:sp>
        <p:nvSpPr>
          <p:cNvPr id="190" name="Footer Placeholder 4"/>
          <p:cNvSpPr>
            <a:spLocks noGrp="1"/>
          </p:cNvSpPr>
          <p:nvPr>
            <p:ph type="ftr" sz="quarter" idx="11"/>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191" name="Date Placeholder 8"/>
          <p:cNvSpPr>
            <a:spLocks noGrp="1"/>
          </p:cNvSpPr>
          <p:nvPr>
            <p:ph type="dt" sz="half" idx="12"/>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1129683555"/>
      </p:ext>
    </p:extLst>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_Yellow">
    <p:bg>
      <p:bgPr>
        <a:solidFill>
          <a:schemeClr val="tx2"/>
        </a:solidFill>
        <a:effectLst/>
      </p:bgPr>
    </p:bg>
    <p:spTree>
      <p:nvGrpSpPr>
        <p:cNvPr id="1" name=""/>
        <p:cNvGrpSpPr/>
        <p:nvPr/>
      </p:nvGrpSpPr>
      <p:grpSpPr>
        <a:xfrm>
          <a:off x="0" y="0"/>
          <a:ext cx="0" cy="0"/>
          <a:chOff x="0" y="0"/>
          <a:chExt cx="0" cy="0"/>
        </a:xfrm>
      </p:grpSpPr>
      <p:sp>
        <p:nvSpPr>
          <p:cNvPr id="193" name="Title 1"/>
          <p:cNvSpPr>
            <a:spLocks noGrp="1"/>
          </p:cNvSpPr>
          <p:nvPr>
            <p:ph type="ctrTitle" hasCustomPrompt="1"/>
          </p:nvPr>
        </p:nvSpPr>
        <p:spPr>
          <a:xfrm>
            <a:off x="609600" y="457200"/>
            <a:ext cx="3657600" cy="3657600"/>
          </a:xfrm>
          <a:prstGeom prst="roundRect">
            <a:avLst>
              <a:gd name="adj" fmla="val 2752"/>
            </a:avLst>
          </a:prstGeom>
          <a:solidFill>
            <a:schemeClr val="accent2"/>
          </a:solidFill>
          <a:ln>
            <a:noFill/>
          </a:ln>
        </p:spPr>
        <p:style>
          <a:lnRef idx="2">
            <a:schemeClr val="accent1"/>
          </a:lnRef>
          <a:fillRef idx="1">
            <a:schemeClr val="lt1"/>
          </a:fillRef>
          <a:effectRef idx="0">
            <a:schemeClr val="accent1"/>
          </a:effectRef>
          <a:fontRef idx="none"/>
        </p:style>
        <p:txBody>
          <a:bodyPr lIns="228570" tIns="228570" rIns="228570" bIns="228570">
            <a:normAutofit/>
          </a:bodyPr>
          <a:lstStyle>
            <a:lvl1pPr>
              <a:defRPr sz="3733" b="0">
                <a:solidFill>
                  <a:schemeClr val="tx2"/>
                </a:solidFill>
                <a:latin typeface="Museo For Dell" pitchFamily="2" charset="0"/>
              </a:defRPr>
            </a:lvl1pPr>
          </a:lstStyle>
          <a:p>
            <a:r>
              <a:rPr lang="en-US"/>
              <a:t>Click to edit Master title style</a:t>
            </a:r>
            <a:br>
              <a:rPr lang="en-US"/>
            </a:br>
            <a:endParaRPr lang="en-US" noProof="1"/>
          </a:p>
        </p:txBody>
      </p:sp>
      <p:sp>
        <p:nvSpPr>
          <p:cNvPr id="194" name="Slide Number Placeholder 5"/>
          <p:cNvSpPr>
            <a:spLocks noGrp="1"/>
          </p:cNvSpPr>
          <p:nvPr>
            <p:ph type="sldNum" sz="quarter" idx="10"/>
          </p:nvPr>
        </p:nvSpPr>
        <p:spPr/>
        <p:txBody>
          <a:bodyPr rIns="91428"/>
          <a:lstStyle>
            <a:lvl1pPr>
              <a:defRPr/>
            </a:lvl1pPr>
          </a:lstStyle>
          <a:p>
            <a:fld id="{E807B6D1-6A54-432A-B49C-11C8692AF401}" type="slidenum">
              <a:rPr lang="en-US" altLang="en-US"/>
              <a:t>‹#›</a:t>
            </a:fld>
            <a:endParaRPr lang="en-US" altLang="en-US"/>
          </a:p>
        </p:txBody>
      </p:sp>
      <p:sp>
        <p:nvSpPr>
          <p:cNvPr id="195" name="Footer Placeholder 4"/>
          <p:cNvSpPr>
            <a:spLocks noGrp="1"/>
          </p:cNvSpPr>
          <p:nvPr>
            <p:ph type="ftr" sz="quarter" idx="11"/>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196" name="Date Placeholder 8"/>
          <p:cNvSpPr>
            <a:spLocks noGrp="1"/>
          </p:cNvSpPr>
          <p:nvPr>
            <p:ph type="dt" sz="half" idx="12"/>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4049076031"/>
      </p:ext>
    </p:extLst>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_Purple">
    <p:bg>
      <p:bgPr>
        <a:solidFill>
          <a:schemeClr val="tx2"/>
        </a:solidFill>
        <a:effectLst/>
      </p:bgPr>
    </p:bg>
    <p:spTree>
      <p:nvGrpSpPr>
        <p:cNvPr id="1" name=""/>
        <p:cNvGrpSpPr/>
        <p:nvPr/>
      </p:nvGrpSpPr>
      <p:grpSpPr>
        <a:xfrm>
          <a:off x="0" y="0"/>
          <a:ext cx="0" cy="0"/>
          <a:chOff x="0" y="0"/>
          <a:chExt cx="0" cy="0"/>
        </a:xfrm>
      </p:grpSpPr>
      <p:sp>
        <p:nvSpPr>
          <p:cNvPr id="198" name="Title 1"/>
          <p:cNvSpPr>
            <a:spLocks noGrp="1"/>
          </p:cNvSpPr>
          <p:nvPr>
            <p:ph type="ctrTitle"/>
          </p:nvPr>
        </p:nvSpPr>
        <p:spPr>
          <a:xfrm>
            <a:off x="609600" y="457200"/>
            <a:ext cx="3657600" cy="3657600"/>
          </a:xfrm>
          <a:prstGeom prst="roundRect">
            <a:avLst>
              <a:gd name="adj" fmla="val 2752"/>
            </a:avLst>
          </a:prstGeom>
          <a:solidFill>
            <a:schemeClr val="accent6"/>
          </a:solidFill>
          <a:ln>
            <a:noFill/>
          </a:ln>
        </p:spPr>
        <p:style>
          <a:lnRef idx="2">
            <a:schemeClr val="accent1"/>
          </a:lnRef>
          <a:fillRef idx="1">
            <a:schemeClr val="lt1"/>
          </a:fillRef>
          <a:effectRef idx="0">
            <a:schemeClr val="accent1"/>
          </a:effectRef>
          <a:fontRef idx="none"/>
        </p:style>
        <p:txBody>
          <a:bodyPr lIns="228570" tIns="228570" rIns="228570" bIns="228570">
            <a:normAutofit/>
          </a:bodyPr>
          <a:lstStyle>
            <a:lvl1pPr>
              <a:defRPr sz="3733" b="0">
                <a:solidFill>
                  <a:schemeClr val="tx2"/>
                </a:solidFill>
                <a:latin typeface="Museo For Dell" pitchFamily="2" charset="0"/>
              </a:defRPr>
            </a:lvl1pPr>
          </a:lstStyle>
          <a:p>
            <a:r>
              <a:rPr lang="en-US" noProof="1"/>
              <a:t>Click to edit Master title style</a:t>
            </a:r>
            <a:endParaRPr/>
          </a:p>
        </p:txBody>
      </p:sp>
      <p:sp>
        <p:nvSpPr>
          <p:cNvPr id="199" name="Slide Number Placeholder 5"/>
          <p:cNvSpPr>
            <a:spLocks noGrp="1"/>
          </p:cNvSpPr>
          <p:nvPr>
            <p:ph type="sldNum" sz="quarter" idx="10"/>
          </p:nvPr>
        </p:nvSpPr>
        <p:spPr/>
        <p:txBody>
          <a:bodyPr rIns="91428"/>
          <a:lstStyle>
            <a:lvl1pPr>
              <a:defRPr/>
            </a:lvl1pPr>
          </a:lstStyle>
          <a:p>
            <a:fld id="{B4B3038B-B7A2-42D5-9A23-BBC065B7E6D4}" type="slidenum">
              <a:rPr lang="en-US" altLang="en-US"/>
              <a:t>‹#›</a:t>
            </a:fld>
            <a:endParaRPr lang="en-US" altLang="en-US"/>
          </a:p>
        </p:txBody>
      </p:sp>
      <p:sp>
        <p:nvSpPr>
          <p:cNvPr id="200" name="Footer Placeholder 4"/>
          <p:cNvSpPr>
            <a:spLocks noGrp="1"/>
          </p:cNvSpPr>
          <p:nvPr>
            <p:ph type="ftr" sz="quarter" idx="11"/>
          </p:nvPr>
        </p:nvSpPr>
        <p:spPr>
          <a:xfrm>
            <a:off x="990600" y="6429375"/>
            <a:ext cx="2514600" cy="152400"/>
          </a:xfrm>
          <a:prstGeom prst="rect">
            <a:avLst/>
          </a:prstGeom>
        </p:spPr>
        <p:txBody>
          <a:bodyPr vert="horz" wrap="square" lIns="0" tIns="0" rIns="91428"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sp>
        <p:nvSpPr>
          <p:cNvPr id="201" name="Date Placeholder 8"/>
          <p:cNvSpPr>
            <a:spLocks noGrp="1"/>
          </p:cNvSpPr>
          <p:nvPr>
            <p:ph type="dt" sz="half" idx="12"/>
          </p:nvPr>
        </p:nvSpPr>
        <p:spPr>
          <a:xfrm>
            <a:off x="2535767" y="6424613"/>
            <a:ext cx="1219200" cy="152400"/>
          </a:xfrm>
        </p:spPr>
        <p:txBody>
          <a:bodyPr/>
          <a:lstStyle>
            <a:lvl1pPr>
              <a:defRPr/>
            </a:lvl1pPr>
          </a:lstStyle>
          <a:p>
            <a:endParaRPr lang="en-US" altLang="en-US"/>
          </a:p>
        </p:txBody>
      </p:sp>
    </p:spTree>
    <p:extLst>
      <p:ext uri="{BB962C8B-B14F-4D97-AF65-F5344CB8AC3E}">
        <p14:creationId xmlns:p14="http://schemas.microsoft.com/office/powerpoint/2010/main" val="2853077142"/>
      </p:ext>
    </p:extLst>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Title Slide Blue A">
    <p:bg>
      <p:bgPr>
        <a:solidFill>
          <a:schemeClr val="tx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E1982CC-C5C2-43DF-8FDA-037495FAF982}"/>
              </a:ext>
              <a:ext uri="{C183D7F6-B498-43B3-948B-1728B52AA6E4}">
                <adec:decorative xmlns:adec="http://schemas.microsoft.com/office/drawing/2017/decorative" val="1"/>
              </a:ext>
            </a:extLst>
          </p:cNvPr>
          <p:cNvGrpSpPr/>
          <p:nvPr userDrawn="1"/>
        </p:nvGrpSpPr>
        <p:grpSpPr>
          <a:xfrm>
            <a:off x="573803" y="0"/>
            <a:ext cx="4325371" cy="6392520"/>
            <a:chOff x="573803" y="0"/>
            <a:chExt cx="4325371" cy="6392520"/>
          </a:xfrm>
        </p:grpSpPr>
        <p:sp>
          <p:nvSpPr>
            <p:cNvPr id="16" name="Rectangle 15">
              <a:extLst>
                <a:ext uri="{FF2B5EF4-FFF2-40B4-BE49-F238E27FC236}">
                  <a16:creationId xmlns:a16="http://schemas.microsoft.com/office/drawing/2014/main" id="{1F4567CD-F1DA-4E8F-ADDF-371B07892411}"/>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FF16119A-1487-48A7-9CC6-71F9F9535C16}"/>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63CF0AA4-E89F-418F-83F2-0CC0FB3DF16B}"/>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A9F8D4CB-DB57-4130-8BDE-86D5A4C11D49}"/>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20" name="Group 19">
              <a:extLst>
                <a:ext uri="{FF2B5EF4-FFF2-40B4-BE49-F238E27FC236}">
                  <a16:creationId xmlns:a16="http://schemas.microsoft.com/office/drawing/2014/main" id="{502BD194-F320-4426-964A-1D4F58024C5F}"/>
                </a:ext>
              </a:extLst>
            </p:cNvPr>
            <p:cNvGrpSpPr/>
            <p:nvPr userDrawn="1"/>
          </p:nvGrpSpPr>
          <p:grpSpPr>
            <a:xfrm>
              <a:off x="1468406" y="5995719"/>
              <a:ext cx="1059754" cy="396801"/>
              <a:chOff x="1314450" y="6391094"/>
              <a:chExt cx="1123377" cy="420623"/>
            </a:xfrm>
          </p:grpSpPr>
          <p:sp>
            <p:nvSpPr>
              <p:cNvPr id="21" name="Freeform: Shape 20">
                <a:extLst>
                  <a:ext uri="{FF2B5EF4-FFF2-40B4-BE49-F238E27FC236}">
                    <a16:creationId xmlns:a16="http://schemas.microsoft.com/office/drawing/2014/main" id="{61C32755-5BE0-4F78-B52A-08742A60A8EF}"/>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22" name="Freeform: Shape 21">
                <a:extLst>
                  <a:ext uri="{FF2B5EF4-FFF2-40B4-BE49-F238E27FC236}">
                    <a16:creationId xmlns:a16="http://schemas.microsoft.com/office/drawing/2014/main" id="{B33F9D2F-6ED9-4D82-B111-BEFD50CBB7B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23" name="Freeform: Shape 22">
                <a:extLst>
                  <a:ext uri="{FF2B5EF4-FFF2-40B4-BE49-F238E27FC236}">
                    <a16:creationId xmlns:a16="http://schemas.microsoft.com/office/drawing/2014/main" id="{C1C42114-E0DC-41C5-A333-869DAB921F8F}"/>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24" name="Freeform: Shape 23">
                <a:extLst>
                  <a:ext uri="{FF2B5EF4-FFF2-40B4-BE49-F238E27FC236}">
                    <a16:creationId xmlns:a16="http://schemas.microsoft.com/office/drawing/2014/main" id="{EB18CC9F-8A17-402D-B10E-AE9061E9554F}"/>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77538DC6-5A10-44DE-BF8C-5185BC4F6B42}"/>
              </a:ext>
              <a:ext uri="{C183D7F6-B498-43B3-948B-1728B52AA6E4}">
                <adec:decorative xmlns:adec="http://schemas.microsoft.com/office/drawing/2017/decorative" val="1"/>
              </a:ext>
            </a:extLst>
          </p:cNvPr>
          <p:cNvGrpSpPr/>
          <p:nvPr/>
        </p:nvGrpSpPr>
        <p:grpSpPr>
          <a:xfrm>
            <a:off x="573803" y="0"/>
            <a:ext cx="4325371" cy="6392520"/>
            <a:chOff x="573803" y="0"/>
            <a:chExt cx="4325371" cy="6392520"/>
          </a:xfrm>
        </p:grpSpPr>
        <p:sp>
          <p:nvSpPr>
            <p:cNvPr id="4" name="Rectangle 3">
              <a:extLst>
                <a:ext uri="{FF2B5EF4-FFF2-40B4-BE49-F238E27FC236}">
                  <a16:creationId xmlns:a16="http://schemas.microsoft.com/office/drawing/2014/main" id="{1BE35751-F391-41AA-9B05-1647E37D235B}"/>
                </a:ext>
              </a:extLst>
            </p:cNvPr>
            <p:cNvSpPr/>
            <p:nvPr/>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Rectangle 4">
              <a:extLst>
                <a:ext uri="{FF2B5EF4-FFF2-40B4-BE49-F238E27FC236}">
                  <a16:creationId xmlns:a16="http://schemas.microsoft.com/office/drawing/2014/main" id="{1CF1866E-6300-47C1-B36B-E4F93E357EE1}"/>
                </a:ext>
              </a:extLst>
            </p:cNvPr>
            <p:cNvSpPr/>
            <p:nvPr/>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6" name="Rectangle 5">
              <a:extLst>
                <a:ext uri="{FF2B5EF4-FFF2-40B4-BE49-F238E27FC236}">
                  <a16:creationId xmlns:a16="http://schemas.microsoft.com/office/drawing/2014/main" id="{54266AC4-1BB0-4DCC-B988-F338CCC87BB0}"/>
                </a:ext>
              </a:extLst>
            </p:cNvPr>
            <p:cNvSpPr/>
            <p:nvPr/>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EF200040-B841-47B7-8555-E0299CDC24FA}"/>
                </a:ext>
              </a:extLst>
            </p:cNvPr>
            <p:cNvSpPr/>
            <p:nvPr/>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hasCustomPrompt="1"/>
          </p:nvPr>
        </p:nvSpPr>
        <p:spPr>
          <a:xfrm>
            <a:off x="1543438" y="944163"/>
            <a:ext cx="9810362" cy="627700"/>
          </a:xfrm>
        </p:spPr>
        <p:txBody>
          <a:bodyPr anchor="b" anchorCtr="0">
            <a:normAutofit/>
          </a:bodyPr>
          <a:lstStyle>
            <a:lvl1pPr marL="0" indent="0">
              <a:buFontTx/>
              <a:buNone/>
              <a:defRPr sz="1600">
                <a:solidFill>
                  <a:schemeClr val="bg1"/>
                </a:solidFill>
                <a:latin typeface="IntelOne Text" panose="020B0503020203020204" pitchFamily="34" charset="77"/>
              </a:defRPr>
            </a:lvl1pPr>
          </a:lstStyle>
          <a:p>
            <a:pPr lvl="0"/>
            <a:r>
              <a:rPr lang="en-US"/>
              <a:t>Click to edit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1542536" y="1635111"/>
            <a:ext cx="9789007" cy="1874852"/>
          </a:xfrm>
        </p:spPr>
        <p:txBody>
          <a:bodyPr anchor="b"/>
          <a:lstStyle>
            <a:lvl1pPr algn="l">
              <a:defRPr sz="6000">
                <a:solidFill>
                  <a:schemeClr val="bg1"/>
                </a:solidFill>
              </a:defRPr>
            </a:lvl1pPr>
          </a:lstStyle>
          <a:p>
            <a:r>
              <a:rPr lang="en-US"/>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hasCustomPrompt="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4092006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itle Slide Blue B">
    <p:bg>
      <p:bgPr>
        <a:solidFill>
          <a:schemeClr val="tx2"/>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6882660D-9752-4416-A0A1-69ECA0CD4207}"/>
              </a:ext>
              <a:ext uri="{C183D7F6-B498-43B3-948B-1728B52AA6E4}">
                <adec:decorative xmlns:adec="http://schemas.microsoft.com/office/drawing/2017/decorative" val="1"/>
              </a:ext>
            </a:extLst>
          </p:cNvPr>
          <p:cNvGrpSpPr/>
          <p:nvPr userDrawn="1"/>
        </p:nvGrpSpPr>
        <p:grpSpPr>
          <a:xfrm>
            <a:off x="573803" y="0"/>
            <a:ext cx="4325371" cy="6392520"/>
            <a:chOff x="573803" y="0"/>
            <a:chExt cx="4325371" cy="6392520"/>
          </a:xfrm>
        </p:grpSpPr>
        <p:sp>
          <p:nvSpPr>
            <p:cNvPr id="19" name="Rectangle 18">
              <a:extLst>
                <a:ext uri="{FF2B5EF4-FFF2-40B4-BE49-F238E27FC236}">
                  <a16:creationId xmlns:a16="http://schemas.microsoft.com/office/drawing/2014/main" id="{8581569F-6701-4CDA-895D-6BD6D388AB05}"/>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20" name="Group 19">
              <a:extLst>
                <a:ext uri="{FF2B5EF4-FFF2-40B4-BE49-F238E27FC236}">
                  <a16:creationId xmlns:a16="http://schemas.microsoft.com/office/drawing/2014/main" id="{8EFB02BB-CBC4-4742-9BA0-2C9212EFAF23}"/>
                </a:ext>
              </a:extLst>
            </p:cNvPr>
            <p:cNvGrpSpPr/>
            <p:nvPr userDrawn="1"/>
          </p:nvGrpSpPr>
          <p:grpSpPr>
            <a:xfrm>
              <a:off x="1468406" y="5995719"/>
              <a:ext cx="1059754" cy="396801"/>
              <a:chOff x="1314450" y="6391094"/>
              <a:chExt cx="1123377" cy="420623"/>
            </a:xfrm>
          </p:grpSpPr>
          <p:sp>
            <p:nvSpPr>
              <p:cNvPr id="24" name="Freeform: Shape 23">
                <a:extLst>
                  <a:ext uri="{FF2B5EF4-FFF2-40B4-BE49-F238E27FC236}">
                    <a16:creationId xmlns:a16="http://schemas.microsoft.com/office/drawing/2014/main" id="{85AE6566-9773-4111-B8E5-827E7E8AE779}"/>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25" name="Freeform: Shape 24">
                <a:extLst>
                  <a:ext uri="{FF2B5EF4-FFF2-40B4-BE49-F238E27FC236}">
                    <a16:creationId xmlns:a16="http://schemas.microsoft.com/office/drawing/2014/main" id="{5251A5FC-EF81-41EC-BA9D-EC2323003C59}"/>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26" name="Freeform: Shape 25">
                <a:extLst>
                  <a:ext uri="{FF2B5EF4-FFF2-40B4-BE49-F238E27FC236}">
                    <a16:creationId xmlns:a16="http://schemas.microsoft.com/office/drawing/2014/main" id="{E6ED56C7-8502-4EC0-A864-040B8DB9D862}"/>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27" name="Freeform: Shape 26">
                <a:extLst>
                  <a:ext uri="{FF2B5EF4-FFF2-40B4-BE49-F238E27FC236}">
                    <a16:creationId xmlns:a16="http://schemas.microsoft.com/office/drawing/2014/main" id="{6C77F18A-71EB-4B46-8C22-E5C1ACCE6C40}"/>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sp>
          <p:nvSpPr>
            <p:cNvPr id="21" name="Rectangle 20">
              <a:extLst>
                <a:ext uri="{FF2B5EF4-FFF2-40B4-BE49-F238E27FC236}">
                  <a16:creationId xmlns:a16="http://schemas.microsoft.com/office/drawing/2014/main" id="{758CE26D-A586-4A86-AA98-B9D850FBFCD7}"/>
                </a:ext>
              </a:extLst>
            </p:cNvPr>
            <p:cNvSpPr/>
            <p:nvPr userDrawn="1"/>
          </p:nvSpPr>
          <p:spPr>
            <a:xfrm>
              <a:off x="860457" y="4951823"/>
              <a:ext cx="158111" cy="158111"/>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2" name="Rectangle 21">
              <a:extLst>
                <a:ext uri="{FF2B5EF4-FFF2-40B4-BE49-F238E27FC236}">
                  <a16:creationId xmlns:a16="http://schemas.microsoft.com/office/drawing/2014/main" id="{7CE63CF4-E38C-42FE-9C75-CB2B3DEB5FBD}"/>
                </a:ext>
              </a:extLst>
            </p:cNvPr>
            <p:cNvSpPr/>
            <p:nvPr userDrawn="1"/>
          </p:nvSpPr>
          <p:spPr>
            <a:xfrm>
              <a:off x="573803" y="5104242"/>
              <a:ext cx="286654" cy="28665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67E1EECF-CDF6-475D-8C89-D59E9C677475}"/>
                </a:ext>
              </a:extLst>
            </p:cNvPr>
            <p:cNvSpPr/>
            <p:nvPr userDrawn="1"/>
          </p:nvSpPr>
          <p:spPr>
            <a:xfrm>
              <a:off x="861107" y="5390896"/>
              <a:ext cx="610214" cy="610214"/>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grpSp>
        <p:nvGrpSpPr>
          <p:cNvPr id="4" name="Group 3">
            <a:extLst>
              <a:ext uri="{FF2B5EF4-FFF2-40B4-BE49-F238E27FC236}">
                <a16:creationId xmlns:a16="http://schemas.microsoft.com/office/drawing/2014/main" id="{B3AA05A6-FEDA-41DC-B943-5B1F42A56F08}"/>
              </a:ext>
              <a:ext uri="{C183D7F6-B498-43B3-948B-1728B52AA6E4}">
                <adec:decorative xmlns:adec="http://schemas.microsoft.com/office/drawing/2017/decorative" val="1"/>
              </a:ext>
            </a:extLst>
          </p:cNvPr>
          <p:cNvGrpSpPr/>
          <p:nvPr/>
        </p:nvGrpSpPr>
        <p:grpSpPr>
          <a:xfrm>
            <a:off x="573803" y="0"/>
            <a:ext cx="4325371" cy="6392520"/>
            <a:chOff x="573803" y="0"/>
            <a:chExt cx="4325371" cy="6392520"/>
          </a:xfrm>
        </p:grpSpPr>
        <p:sp>
          <p:nvSpPr>
            <p:cNvPr id="7" name="Rectangle 6">
              <a:extLst>
                <a:ext uri="{FF2B5EF4-FFF2-40B4-BE49-F238E27FC236}">
                  <a16:creationId xmlns:a16="http://schemas.microsoft.com/office/drawing/2014/main" id="{EF200040-B841-47B7-8555-E0299CDC24FA}"/>
                </a:ext>
              </a:extLst>
            </p:cNvPr>
            <p:cNvSpPr/>
            <p:nvPr/>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sp>
          <p:nvSpPr>
            <p:cNvPr id="15" name="Rectangle 14">
              <a:extLst>
                <a:ext uri="{FF2B5EF4-FFF2-40B4-BE49-F238E27FC236}">
                  <a16:creationId xmlns:a16="http://schemas.microsoft.com/office/drawing/2014/main" id="{EC1BCBB2-B699-44A9-B291-3CCD0D0E00F2}"/>
                </a:ext>
              </a:extLst>
            </p:cNvPr>
            <p:cNvSpPr/>
            <p:nvPr/>
          </p:nvSpPr>
          <p:spPr>
            <a:xfrm>
              <a:off x="860457" y="4951823"/>
              <a:ext cx="158111" cy="158111"/>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73D17A91-F49E-45DE-835E-543E5DCD8458}"/>
                </a:ext>
              </a:extLst>
            </p:cNvPr>
            <p:cNvSpPr/>
            <p:nvPr/>
          </p:nvSpPr>
          <p:spPr>
            <a:xfrm>
              <a:off x="573803" y="5104242"/>
              <a:ext cx="286654" cy="28665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77E01F40-8D2A-43E6-B578-00B92049883B}"/>
                </a:ext>
              </a:extLst>
            </p:cNvPr>
            <p:cNvSpPr/>
            <p:nvPr/>
          </p:nvSpPr>
          <p:spPr>
            <a:xfrm>
              <a:off x="861107" y="5390896"/>
              <a:ext cx="610214" cy="610214"/>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hasCustomPrompt="1"/>
          </p:nvPr>
        </p:nvSpPr>
        <p:spPr>
          <a:xfrm>
            <a:off x="1543438" y="944163"/>
            <a:ext cx="9810362" cy="627700"/>
          </a:xfrm>
        </p:spPr>
        <p:txBody>
          <a:bodyPr anchor="b" anchorCtr="0">
            <a:normAutofit/>
          </a:bodyPr>
          <a:lstStyle>
            <a:lvl1pPr marL="0" indent="0">
              <a:buFontTx/>
              <a:buNone/>
              <a:defRPr sz="1600">
                <a:solidFill>
                  <a:schemeClr val="bg1"/>
                </a:solidFill>
                <a:latin typeface="IntelOne Text" panose="020B0503020203020204" pitchFamily="34" charset="77"/>
              </a:defRPr>
            </a:lvl1pPr>
          </a:lstStyle>
          <a:p>
            <a:pPr lvl="0"/>
            <a:r>
              <a:rPr lang="en-US"/>
              <a:t>Click to edit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1542536" y="1635111"/>
            <a:ext cx="9789007" cy="1874852"/>
          </a:xfrm>
        </p:spPr>
        <p:txBody>
          <a:bodyPr anchor="b"/>
          <a:lstStyle>
            <a:lvl1pPr algn="l">
              <a:defRPr sz="6000">
                <a:solidFill>
                  <a:schemeClr val="bg1"/>
                </a:solidFill>
              </a:defRPr>
            </a:lvl1pPr>
          </a:lstStyle>
          <a:p>
            <a:r>
              <a:rPr lang="en-US"/>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hasCustomPrompt="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3935171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itle Slide White">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E1B587A-481D-4354-9508-D5D8FF887B06}"/>
              </a:ext>
              <a:ext uri="{C183D7F6-B498-43B3-948B-1728B52AA6E4}">
                <adec:decorative xmlns:adec="http://schemas.microsoft.com/office/drawing/2017/decorative" val="1"/>
              </a:ext>
            </a:extLst>
          </p:cNvPr>
          <p:cNvGrpSpPr/>
          <p:nvPr userDrawn="1"/>
        </p:nvGrpSpPr>
        <p:grpSpPr>
          <a:xfrm>
            <a:off x="573803" y="0"/>
            <a:ext cx="4325371" cy="6377476"/>
            <a:chOff x="573803" y="0"/>
            <a:chExt cx="4325371" cy="6377476"/>
          </a:xfrm>
        </p:grpSpPr>
        <p:sp>
          <p:nvSpPr>
            <p:cNvPr id="12" name="Rectangle 11">
              <a:extLst>
                <a:ext uri="{FF2B5EF4-FFF2-40B4-BE49-F238E27FC236}">
                  <a16:creationId xmlns:a16="http://schemas.microsoft.com/office/drawing/2014/main" id="{1CFE29C8-410C-4059-919F-670CE49EA18F}"/>
                </a:ext>
              </a:extLst>
            </p:cNvPr>
            <p:cNvSpPr/>
            <p:nvPr userDrawn="1"/>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1ADCBE42-BEC7-4DF9-A16F-7E76C7D448E8}"/>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AAA47B74-98DC-499D-981D-583A2DD69E50}"/>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33D68EB8-A34F-47E3-8B7F-5FF260D65B7C}"/>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7" name="Graphic 16">
              <a:extLst>
                <a:ext uri="{FF2B5EF4-FFF2-40B4-BE49-F238E27FC236}">
                  <a16:creationId xmlns:a16="http://schemas.microsoft.com/office/drawing/2014/main" id="{07897D68-7CB8-406F-9146-F00DE71319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grpSp>
      <p:grpSp>
        <p:nvGrpSpPr>
          <p:cNvPr id="4" name="Group 3">
            <a:extLst>
              <a:ext uri="{FF2B5EF4-FFF2-40B4-BE49-F238E27FC236}">
                <a16:creationId xmlns:a16="http://schemas.microsoft.com/office/drawing/2014/main" id="{66D8E5A8-9477-47F6-9CA7-9A7DC46705CE}"/>
              </a:ext>
              <a:ext uri="{C183D7F6-B498-43B3-948B-1728B52AA6E4}">
                <adec:decorative xmlns:adec="http://schemas.microsoft.com/office/drawing/2017/decorative" val="1"/>
              </a:ext>
            </a:extLst>
          </p:cNvPr>
          <p:cNvGrpSpPr/>
          <p:nvPr/>
        </p:nvGrpSpPr>
        <p:grpSpPr>
          <a:xfrm>
            <a:off x="573803" y="0"/>
            <a:ext cx="4325371" cy="6377476"/>
            <a:chOff x="573803" y="0"/>
            <a:chExt cx="4325371" cy="6377476"/>
          </a:xfrm>
        </p:grpSpPr>
        <p:sp>
          <p:nvSpPr>
            <p:cNvPr id="7" name="Rectangle 6">
              <a:extLst>
                <a:ext uri="{FF2B5EF4-FFF2-40B4-BE49-F238E27FC236}">
                  <a16:creationId xmlns:a16="http://schemas.microsoft.com/office/drawing/2014/main" id="{EF200040-B841-47B7-8555-E0299CDC24FA}"/>
                </a:ext>
              </a:extLst>
            </p:cNvPr>
            <p:cNvSpPr/>
            <p:nvPr/>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A24C56C1-BF0A-4234-81F8-D2B769834C58}"/>
                </a:ext>
              </a:extLst>
            </p:cNvPr>
            <p:cNvSpPr/>
            <p:nvPr/>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657C8AC4-A26E-48AF-9B2F-93A0F02E758D}"/>
                </a:ext>
              </a:extLst>
            </p:cNvPr>
            <p:cNvSpPr/>
            <p:nvPr/>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6D5060BD-E2D2-44BB-ADFB-2B20CEB8775D}"/>
                </a:ext>
              </a:extLst>
            </p:cNvPr>
            <p:cNvSpPr/>
            <p:nvPr/>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21" name="Graphic 20">
              <a:extLst>
                <a:ext uri="{FF2B5EF4-FFF2-40B4-BE49-F238E27FC236}">
                  <a16:creationId xmlns:a16="http://schemas.microsoft.com/office/drawing/2014/main" id="{5A184651-D34A-4937-8369-48ADD8E89C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hasCustomPrompt="1"/>
          </p:nvPr>
        </p:nvSpPr>
        <p:spPr>
          <a:xfrm>
            <a:off x="1543438" y="944163"/>
            <a:ext cx="9810362" cy="627700"/>
          </a:xfrm>
        </p:spPr>
        <p:txBody>
          <a:bodyPr anchor="b" anchorCtr="0">
            <a:normAutofit/>
          </a:bodyPr>
          <a:lstStyle>
            <a:lvl1pPr marL="0" indent="0">
              <a:buFontTx/>
              <a:buNone/>
              <a:defRPr sz="1600">
                <a:solidFill>
                  <a:schemeClr val="accent1"/>
                </a:solidFill>
                <a:latin typeface="IntelOne Text" panose="020B0503020203020204" pitchFamily="34" charset="77"/>
              </a:defRPr>
            </a:lvl1pPr>
          </a:lstStyle>
          <a:p>
            <a:pPr lvl="0"/>
            <a:r>
              <a:rPr lang="en-US"/>
              <a:t>Click to edit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1542536" y="1635111"/>
            <a:ext cx="9789007" cy="1874852"/>
          </a:xfrm>
        </p:spPr>
        <p:txBody>
          <a:bodyPr anchor="b"/>
          <a:lstStyle>
            <a:lvl1pPr algn="l">
              <a:defRPr sz="6000">
                <a:solidFill>
                  <a:schemeClr val="tx1"/>
                </a:solidFill>
              </a:defRPr>
            </a:lvl1pPr>
          </a:lstStyle>
          <a:p>
            <a:r>
              <a:rPr lang="en-US"/>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hasCustomPrompt="1"/>
          </p:nvPr>
        </p:nvSpPr>
        <p:spPr>
          <a:xfrm>
            <a:off x="1542536" y="3602038"/>
            <a:ext cx="9789007"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3656440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1433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15AA-229D-4A6C-90C6-57CFD374E6F1}"/>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172036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hasCustomPrompt="1"/>
          </p:nvPr>
        </p:nvSpPr>
        <p:spPr>
          <a:xfrm>
            <a:off x="381000" y="221694"/>
            <a:ext cx="10972800" cy="1199822"/>
          </a:xfrm>
        </p:spPr>
        <p:txBody>
          <a:bodyPr>
            <a:normAutofit/>
          </a:bodyPr>
          <a:lstStyle>
            <a:lvl1pPr>
              <a:defRPr sz="3600"/>
            </a:lvl1pPr>
          </a:lstStyle>
          <a:p>
            <a:r>
              <a:rPr lang="en-US"/>
              <a:t>Click to edit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381000" y="1487056"/>
            <a:ext cx="10972800" cy="4689908"/>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4936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160">
          <p15:clr>
            <a:srgbClr val="FBAE40"/>
          </p15:clr>
        </p15:guide>
        <p15:guide id="5" pos="240">
          <p15:clr>
            <a:srgbClr val="FBAE40"/>
          </p15:clr>
        </p15:guide>
        <p15:guide id="6" pos="715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Sub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hasCustomPrompt="1"/>
          </p:nvPr>
        </p:nvSpPr>
        <p:spPr>
          <a:xfrm>
            <a:off x="381000" y="221694"/>
            <a:ext cx="10972800" cy="1199822"/>
          </a:xfrm>
        </p:spPr>
        <p:txBody>
          <a:bodyPr>
            <a:normAutofit/>
          </a:bodyPr>
          <a:lstStyle>
            <a:lvl1pPr>
              <a:defRPr sz="3600"/>
            </a:lvl1pPr>
          </a:lstStyle>
          <a:p>
            <a:r>
              <a:rPr lang="en-US"/>
              <a:t>Click to edit title style</a:t>
            </a:r>
          </a:p>
        </p:txBody>
      </p:sp>
      <p:sp>
        <p:nvSpPr>
          <p:cNvPr id="5" name="Text Placeholder 4">
            <a:extLst>
              <a:ext uri="{FF2B5EF4-FFF2-40B4-BE49-F238E27FC236}">
                <a16:creationId xmlns:a16="http://schemas.microsoft.com/office/drawing/2014/main" id="{22C827E3-834F-40BA-9518-B0648BD536F2}"/>
              </a:ext>
            </a:extLst>
          </p:cNvPr>
          <p:cNvSpPr>
            <a:spLocks noGrp="1"/>
          </p:cNvSpPr>
          <p:nvPr>
            <p:ph type="body" sz="quarter" idx="10" hasCustomPrompt="1"/>
          </p:nvPr>
        </p:nvSpPr>
        <p:spPr>
          <a:xfrm>
            <a:off x="381000" y="1494289"/>
            <a:ext cx="10972800" cy="525462"/>
          </a:xfrm>
        </p:spPr>
        <p:txBody>
          <a:bodyPr>
            <a:noAutofit/>
          </a:bodyPr>
          <a:lstStyle>
            <a:lvl1pPr marL="0" indent="0">
              <a:buFontTx/>
              <a:buNone/>
              <a:defRPr sz="3200" b="0" i="0">
                <a:solidFill>
                  <a:schemeClr val="accent1"/>
                </a:solidFill>
                <a:latin typeface="IntelOne Text" panose="020B0503020203020204" pitchFamily="34" charset="77"/>
              </a:defRPr>
            </a:lvl1pPr>
          </a:lstStyle>
          <a:p>
            <a:pPr lvl="0"/>
            <a:r>
              <a:rPr lang="en-US"/>
              <a:t>Click to edit text styles</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381000" y="2110067"/>
            <a:ext cx="10972800" cy="4084256"/>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010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Sub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hasCustomPrompt="1"/>
          </p:nvPr>
        </p:nvSpPr>
        <p:spPr/>
        <p:txBody>
          <a:bodyPr/>
          <a:lstStyle/>
          <a:p>
            <a:r>
              <a:rPr lang="en-US"/>
              <a:t>Click to edit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hasCustomPrompt="1"/>
          </p:nvPr>
        </p:nvSpPr>
        <p:spPr>
          <a:xfrm>
            <a:off x="381000" y="1495361"/>
            <a:ext cx="10972800" cy="530454"/>
          </a:xfrm>
        </p:spPr>
        <p:txBody>
          <a:bodyPr>
            <a:noAutofit/>
          </a:bodyPr>
          <a:lstStyle>
            <a:lvl1pPr marL="0" indent="0">
              <a:buNone/>
              <a:defRPr sz="3200" b="0" i="0">
                <a:solidFill>
                  <a:schemeClr val="accent1"/>
                </a:solidFill>
                <a:latin typeface="IntelOne Text" panose="020B0503020203020204" pitchFamily="34" charset="77"/>
              </a:defRPr>
            </a:lvl1pPr>
            <a:lvl2pPr marL="457200" indent="0">
              <a:buNone/>
              <a:defRPr/>
            </a:lvl2pPr>
          </a:lstStyle>
          <a:p>
            <a:pPr lvl="0"/>
            <a:r>
              <a:rPr lang="en-US"/>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380999" y="2105680"/>
            <a:ext cx="5429865" cy="4095774"/>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hasCustomPrompt="1"/>
          </p:nvPr>
        </p:nvSpPr>
        <p:spPr>
          <a:xfrm>
            <a:off x="5923935" y="2105680"/>
            <a:ext cx="5429865" cy="4095774"/>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40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hasCustomPrompt="1"/>
          </p:nvPr>
        </p:nvSpPr>
        <p:spPr/>
        <p:txBody>
          <a:bodyPr/>
          <a:lstStyle/>
          <a:p>
            <a:r>
              <a:rPr lang="en-US"/>
              <a:t>Click to edit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380999" y="1496292"/>
            <a:ext cx="5429865" cy="468668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hasCustomPrompt="1"/>
          </p:nvPr>
        </p:nvSpPr>
        <p:spPr>
          <a:xfrm>
            <a:off x="5923935" y="1496292"/>
            <a:ext cx="5429865" cy="468668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6333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Sub, Content &amp; 2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hasCustomPrompt="1"/>
          </p:nvPr>
        </p:nvSpPr>
        <p:spPr>
          <a:xfrm>
            <a:off x="381000" y="221694"/>
            <a:ext cx="5429864" cy="1199822"/>
          </a:xfrm>
        </p:spPr>
        <p:txBody>
          <a:bodyPr/>
          <a:lstStyle/>
          <a:p>
            <a:r>
              <a:rPr lang="en-US"/>
              <a:t>Click to edit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hasCustomPrompt="1"/>
          </p:nvPr>
        </p:nvSpPr>
        <p:spPr>
          <a:xfrm>
            <a:off x="381000" y="1495361"/>
            <a:ext cx="5429864" cy="530454"/>
          </a:xfrm>
        </p:spPr>
        <p:txBody>
          <a:bodyPr>
            <a:noAutofit/>
          </a:bodyPr>
          <a:lstStyle>
            <a:lvl1pPr marL="0" indent="0">
              <a:buNone/>
              <a:defRPr sz="2800">
                <a:solidFill>
                  <a:schemeClr val="accent1"/>
                </a:solidFill>
                <a:latin typeface="IntelOne Text" panose="020B0503020203020204" pitchFamily="34" charset="77"/>
              </a:defRPr>
            </a:lvl1pPr>
            <a:lvl2pPr marL="457200" indent="0">
              <a:buNone/>
              <a:defRPr/>
            </a:lvl2pPr>
          </a:lstStyle>
          <a:p>
            <a:pPr lvl="0"/>
            <a:r>
              <a:rPr lang="en-US"/>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380999" y="2105680"/>
            <a:ext cx="5429865" cy="4095774"/>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230287"/>
            <a:ext cx="5429250" cy="2410686"/>
          </a:xfrm>
        </p:spPr>
        <p:txBody>
          <a:bodyPr/>
          <a:lstStyle>
            <a:lvl1pPr marL="0" indent="0">
              <a:buNone/>
              <a:defRPr/>
            </a:lvl1pPr>
          </a:lstStyle>
          <a:p>
            <a:r>
              <a:rPr lang="en-US"/>
              <a:t>Click icon to add picture</a:t>
            </a:r>
          </a:p>
        </p:txBody>
      </p:sp>
      <p:sp>
        <p:nvSpPr>
          <p:cNvPr id="9" name="Text Placeholder 8">
            <a:extLst>
              <a:ext uri="{FF2B5EF4-FFF2-40B4-BE49-F238E27FC236}">
                <a16:creationId xmlns:a16="http://schemas.microsoft.com/office/drawing/2014/main" id="{49775C37-EE38-450C-8269-79E50F8E88A0}"/>
              </a:ext>
            </a:extLst>
          </p:cNvPr>
          <p:cNvSpPr>
            <a:spLocks noGrp="1"/>
          </p:cNvSpPr>
          <p:nvPr>
            <p:ph type="body" sz="quarter" idx="12" hasCustomPrompt="1"/>
          </p:nvPr>
        </p:nvSpPr>
        <p:spPr>
          <a:xfrm>
            <a:off x="5926138" y="2655075"/>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a:t>Click to edit text styles</a:t>
            </a:r>
          </a:p>
        </p:txBody>
      </p:sp>
      <p:sp>
        <p:nvSpPr>
          <p:cNvPr id="10" name="Picture Placeholder 6">
            <a:extLst>
              <a:ext uri="{FF2B5EF4-FFF2-40B4-BE49-F238E27FC236}">
                <a16:creationId xmlns:a16="http://schemas.microsoft.com/office/drawing/2014/main" id="{7DC24117-8044-4F60-A59D-9F61002D6C8C}"/>
              </a:ext>
            </a:extLst>
          </p:cNvPr>
          <p:cNvSpPr>
            <a:spLocks noGrp="1"/>
          </p:cNvSpPr>
          <p:nvPr>
            <p:ph type="pic" sz="quarter" idx="13"/>
          </p:nvPr>
        </p:nvSpPr>
        <p:spPr>
          <a:xfrm>
            <a:off x="5924550" y="3331781"/>
            <a:ext cx="5429250" cy="2410686"/>
          </a:xfrm>
        </p:spPr>
        <p:txBody>
          <a:bodyPr/>
          <a:lstStyle>
            <a:lvl1pPr marL="0" indent="0">
              <a:buNone/>
              <a:defRPr/>
            </a:lvl1pPr>
          </a:lstStyle>
          <a:p>
            <a:r>
              <a:rPr lang="en-US"/>
              <a:t>Click icon to add picture</a:t>
            </a:r>
          </a:p>
        </p:txBody>
      </p:sp>
      <p:sp>
        <p:nvSpPr>
          <p:cNvPr id="11" name="Text Placeholder 8">
            <a:extLst>
              <a:ext uri="{FF2B5EF4-FFF2-40B4-BE49-F238E27FC236}">
                <a16:creationId xmlns:a16="http://schemas.microsoft.com/office/drawing/2014/main" id="{205F9606-8CF6-4C56-B2B6-E8A04B25F11E}"/>
              </a:ext>
            </a:extLst>
          </p:cNvPr>
          <p:cNvSpPr>
            <a:spLocks noGrp="1"/>
          </p:cNvSpPr>
          <p:nvPr>
            <p:ph type="body" sz="quarter" idx="14" hasCustomPrompt="1"/>
          </p:nvPr>
        </p:nvSpPr>
        <p:spPr>
          <a:xfrm>
            <a:off x="5924294" y="5767077"/>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a:t>Click to edit text styles</a:t>
            </a:r>
          </a:p>
        </p:txBody>
      </p:sp>
    </p:spTree>
    <p:extLst>
      <p:ext uri="{BB962C8B-B14F-4D97-AF65-F5344CB8AC3E}">
        <p14:creationId xmlns:p14="http://schemas.microsoft.com/office/powerpoint/2010/main" val="77676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Sub, Content &amp; 1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hasCustomPrompt="1"/>
          </p:nvPr>
        </p:nvSpPr>
        <p:spPr>
          <a:xfrm>
            <a:off x="381000" y="221694"/>
            <a:ext cx="5429864" cy="1199822"/>
          </a:xfrm>
        </p:spPr>
        <p:txBody>
          <a:bodyPr/>
          <a:lstStyle/>
          <a:p>
            <a:r>
              <a:rPr lang="en-US"/>
              <a:t>Click to edit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380999" y="2105680"/>
            <a:ext cx="5429865" cy="4095774"/>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0"/>
            <a:ext cx="5808406" cy="6400799"/>
          </a:xfrm>
        </p:spPr>
        <p:txBody>
          <a:bodyPr/>
          <a:lstStyle>
            <a:lvl1pPr marL="0" indent="0">
              <a:buNone/>
              <a:defRPr/>
            </a:lvl1pPr>
          </a:lstStyle>
          <a:p>
            <a:r>
              <a:rPr lang="en-US"/>
              <a:t>Click icon to add picture</a:t>
            </a:r>
          </a:p>
        </p:txBody>
      </p:sp>
      <p:sp>
        <p:nvSpPr>
          <p:cNvPr id="8" name="Text Placeholder 5">
            <a:extLst>
              <a:ext uri="{FF2B5EF4-FFF2-40B4-BE49-F238E27FC236}">
                <a16:creationId xmlns:a16="http://schemas.microsoft.com/office/drawing/2014/main" id="{C4D1D699-1964-9A45-A892-EAAC949B8250}"/>
              </a:ext>
            </a:extLst>
          </p:cNvPr>
          <p:cNvSpPr>
            <a:spLocks noGrp="1"/>
          </p:cNvSpPr>
          <p:nvPr>
            <p:ph type="body" sz="quarter" idx="10" hasCustomPrompt="1"/>
          </p:nvPr>
        </p:nvSpPr>
        <p:spPr>
          <a:xfrm>
            <a:off x="381000" y="1495361"/>
            <a:ext cx="5429864" cy="530454"/>
          </a:xfrm>
        </p:spPr>
        <p:txBody>
          <a:bodyPr>
            <a:noAutofit/>
          </a:bodyPr>
          <a:lstStyle>
            <a:lvl1pPr marL="0" indent="0">
              <a:buNone/>
              <a:defRPr sz="2800">
                <a:solidFill>
                  <a:schemeClr val="accent1"/>
                </a:solidFill>
                <a:latin typeface="IntelOne Text" panose="020B0503020203020204" pitchFamily="34" charset="77"/>
              </a:defRPr>
            </a:lvl1pPr>
            <a:lvl2pPr marL="457200" indent="0">
              <a:buNone/>
              <a:defRPr/>
            </a:lvl2pPr>
          </a:lstStyle>
          <a:p>
            <a:pPr lvl="0"/>
            <a:r>
              <a:rPr lang="en-US"/>
              <a:t>Click to edit text styles</a:t>
            </a:r>
          </a:p>
        </p:txBody>
      </p:sp>
    </p:spTree>
    <p:extLst>
      <p:ext uri="{BB962C8B-B14F-4D97-AF65-F5344CB8AC3E}">
        <p14:creationId xmlns:p14="http://schemas.microsoft.com/office/powerpoint/2010/main" val="601866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Full pa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0" y="0"/>
            <a:ext cx="11734800" cy="6400799"/>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656139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Quot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p:txBody>
          <a:bodyPr/>
          <a:lstStyle/>
          <a:p>
            <a:r>
              <a:rPr lang="en-US"/>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381000" y="1441833"/>
            <a:ext cx="10972800" cy="4241800"/>
          </a:xfrm>
        </p:spPr>
        <p:txBody>
          <a:bodyPr>
            <a:normAutofit/>
          </a:bodyPr>
          <a:lstStyle>
            <a:lvl1pPr marL="0" indent="0">
              <a:buNone/>
              <a:defRPr sz="6000" b="0" i="0">
                <a:solidFill>
                  <a:schemeClr val="accent1"/>
                </a:solidFill>
                <a:latin typeface="IntelOne Text" panose="020B0503020203020204" pitchFamily="34" charset="0"/>
              </a:defRPr>
            </a:lvl1pPr>
          </a:lstStyle>
          <a:p>
            <a:pPr lvl="0"/>
            <a:r>
              <a:rPr lang="en-US"/>
              <a:t>Click to edit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hasCustomPrompt="1"/>
          </p:nvPr>
        </p:nvSpPr>
        <p:spPr>
          <a:xfrm>
            <a:off x="381000" y="5757203"/>
            <a:ext cx="10972800" cy="501650"/>
          </a:xfrm>
        </p:spPr>
        <p:txBody>
          <a:bodyPr/>
          <a:lstStyle>
            <a:lvl1pPr marL="0" indent="0">
              <a:buNone/>
              <a:defRPr>
                <a:solidFill>
                  <a:schemeClr val="tx2"/>
                </a:solidFill>
                <a:latin typeface="IntelOne Text" panose="020B0503020203020204" pitchFamily="34" charset="77"/>
              </a:defRPr>
            </a:lvl1pPr>
          </a:lstStyle>
          <a:p>
            <a:pPr lvl="0"/>
            <a:r>
              <a:rPr lang="en-US"/>
              <a:t>Click to edit text styles</a:t>
            </a:r>
          </a:p>
        </p:txBody>
      </p:sp>
    </p:spTree>
    <p:extLst>
      <p:ext uri="{BB962C8B-B14F-4D97-AF65-F5344CB8AC3E}">
        <p14:creationId xmlns:p14="http://schemas.microsoft.com/office/powerpoint/2010/main" val="3948537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p:txBody>
          <a:bodyPr/>
          <a:lstStyle>
            <a:lvl1pPr>
              <a:defRPr>
                <a:solidFill>
                  <a:schemeClr val="bg1"/>
                </a:solidFill>
              </a:defRPr>
            </a:lvl1pPr>
          </a:lstStyle>
          <a:p>
            <a:r>
              <a:rPr lang="en-US"/>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381000" y="1441833"/>
            <a:ext cx="10972800" cy="4241800"/>
          </a:xfrm>
        </p:spPr>
        <p:txBody>
          <a:bodyPr>
            <a:normAutofit/>
          </a:bodyPr>
          <a:lstStyle>
            <a:lvl1pPr marL="0" indent="0">
              <a:buNone/>
              <a:defRPr sz="6000" b="0" i="0">
                <a:solidFill>
                  <a:schemeClr val="bg1"/>
                </a:solidFill>
                <a:latin typeface="IntelOne Text" panose="020B0503020203020204" pitchFamily="34" charset="0"/>
              </a:defRPr>
            </a:lvl1pPr>
          </a:lstStyle>
          <a:p>
            <a:pPr lvl="0"/>
            <a:r>
              <a:rPr lang="en-US"/>
              <a:t>Click to edit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hasCustomPrompt="1"/>
          </p:nvPr>
        </p:nvSpPr>
        <p:spPr>
          <a:xfrm>
            <a:off x="381000" y="5757203"/>
            <a:ext cx="10972800" cy="501650"/>
          </a:xfrm>
        </p:spPr>
        <p:txBody>
          <a:bodyPr/>
          <a:lstStyle>
            <a:lvl1pPr marL="0" indent="0">
              <a:buNone/>
              <a:defRPr>
                <a:solidFill>
                  <a:schemeClr val="bg1"/>
                </a:solidFill>
                <a:latin typeface="IntelOne Text" panose="020B0503020203020204" pitchFamily="34" charset="77"/>
              </a:defRPr>
            </a:lvl1pPr>
          </a:lstStyle>
          <a:p>
            <a:pPr lvl="0"/>
            <a:r>
              <a:rPr lang="en-US"/>
              <a:t>Click to edit text styles</a:t>
            </a:r>
          </a:p>
        </p:txBody>
      </p:sp>
      <p:sp>
        <p:nvSpPr>
          <p:cNvPr id="5" name="Rectangle 4">
            <a:extLst>
              <a:ext uri="{FF2B5EF4-FFF2-40B4-BE49-F238E27FC236}">
                <a16:creationId xmlns:a16="http://schemas.microsoft.com/office/drawing/2014/main" id="{A43DA6DA-63DC-460A-B2F4-6584E4114B06}"/>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7" name="Graphic 6">
            <a:extLst>
              <a:ext uri="{FF2B5EF4-FFF2-40B4-BE49-F238E27FC236}">
                <a16:creationId xmlns:a16="http://schemas.microsoft.com/office/drawing/2014/main" id="{EF26FFBC-3F56-4549-828C-9A20F03B19B1}"/>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1EBB8918-321F-4814-85AD-F9F7A8C67AEF}"/>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7DFBDE8F-8844-4DFF-BA21-35B58CB1D8AF}"/>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10" name="Rectangle 9">
            <a:extLst>
              <a:ext uri="{FF2B5EF4-FFF2-40B4-BE49-F238E27FC236}">
                <a16:creationId xmlns:a16="http://schemas.microsoft.com/office/drawing/2014/main" id="{D575CFAC-8A95-416C-AF0A-BE82C31DD56A}"/>
              </a:ext>
              <a:ext uri="{C183D7F6-B498-43B3-948B-1728B52AA6E4}">
                <adec:decorative xmlns:adec="http://schemas.microsoft.com/office/drawing/2017/decorative" val="1"/>
              </a:ext>
            </a:extLst>
          </p:cNvPr>
          <p:cNvSpPr/>
          <p:nvPr/>
        </p:nvSpPr>
        <p:spPr>
          <a:xfrm>
            <a:off x="286365" y="6510549"/>
            <a:ext cx="2172390" cy="276999"/>
          </a:xfrm>
          <a:prstGeom prst="rect">
            <a:avLst/>
          </a:prstGeom>
        </p:spPr>
        <p:txBody>
          <a:bodyPr wrap="none">
            <a:spAutoFit/>
          </a:bodyPr>
          <a:lstStyle/>
          <a:p>
            <a:pPr algn="l"/>
            <a:r>
              <a:rPr lang="en-US" sz="1200">
                <a:solidFill>
                  <a:schemeClr val="bg1"/>
                </a:solidFill>
                <a:ea typeface="Intel Clear" panose="020B0604020203020204" pitchFamily="34" charset="0"/>
                <a:cs typeface="Times New Roman" panose="02020603050405020304" pitchFamily="18" charset="0"/>
              </a:rPr>
              <a:t>Department or Event Name</a:t>
            </a:r>
          </a:p>
        </p:txBody>
      </p:sp>
      <p:sp>
        <p:nvSpPr>
          <p:cNvPr id="11" name="TextBox 10">
            <a:extLst>
              <a:ext uri="{FF2B5EF4-FFF2-40B4-BE49-F238E27FC236}">
                <a16:creationId xmlns:a16="http://schemas.microsoft.com/office/drawing/2014/main" id="{201852F3-59BE-4CC1-B2BF-0FAA22504E8B}"/>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12" name="Rectangle 11">
            <a:extLst>
              <a:ext uri="{FF2B5EF4-FFF2-40B4-BE49-F238E27FC236}">
                <a16:creationId xmlns:a16="http://schemas.microsoft.com/office/drawing/2014/main" id="{540C7463-044C-48C5-9C61-01035600C0E0}"/>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3" name="Graphic 12">
            <a:extLst>
              <a:ext uri="{FF2B5EF4-FFF2-40B4-BE49-F238E27FC236}">
                <a16:creationId xmlns:a16="http://schemas.microsoft.com/office/drawing/2014/main" id="{791783BE-2760-44E4-ADC3-DD3F254CEABA}"/>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14" name="Rectangle 13">
            <a:extLst>
              <a:ext uri="{FF2B5EF4-FFF2-40B4-BE49-F238E27FC236}">
                <a16:creationId xmlns:a16="http://schemas.microsoft.com/office/drawing/2014/main" id="{3547586F-EE67-4051-9999-DE673BC9B9CB}"/>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83B0D2E6-CDB6-4990-9882-8E1AC38762EA}"/>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16" name="Rectangle 15">
            <a:extLst>
              <a:ext uri="{FF2B5EF4-FFF2-40B4-BE49-F238E27FC236}">
                <a16:creationId xmlns:a16="http://schemas.microsoft.com/office/drawing/2014/main" id="{88A1EC77-5BEB-45BB-B35A-D1CB9FB0922E}"/>
              </a:ext>
              <a:ext uri="{C183D7F6-B498-43B3-948B-1728B52AA6E4}">
                <adec:decorative xmlns:adec="http://schemas.microsoft.com/office/drawing/2017/decorative" val="1"/>
              </a:ext>
            </a:extLst>
          </p:cNvPr>
          <p:cNvSpPr/>
          <p:nvPr userDrawn="1"/>
        </p:nvSpPr>
        <p:spPr>
          <a:xfrm>
            <a:off x="286365" y="6510549"/>
            <a:ext cx="2172390" cy="276999"/>
          </a:xfrm>
          <a:prstGeom prst="rect">
            <a:avLst/>
          </a:prstGeom>
        </p:spPr>
        <p:txBody>
          <a:bodyPr wrap="none">
            <a:spAutoFit/>
          </a:bodyPr>
          <a:lstStyle/>
          <a:p>
            <a:pPr algn="l"/>
            <a:r>
              <a:rPr lang="en-US" sz="1200">
                <a:solidFill>
                  <a:schemeClr val="bg1"/>
                </a:solidFill>
                <a:ea typeface="Intel Clear" panose="020B0604020203020204" pitchFamily="34" charset="0"/>
                <a:cs typeface="Times New Roman" panose="02020603050405020304" pitchFamily="18" charset="0"/>
              </a:rPr>
              <a:t>Department or Event Name</a:t>
            </a:r>
          </a:p>
        </p:txBody>
      </p:sp>
      <p:sp>
        <p:nvSpPr>
          <p:cNvPr id="17" name="TextBox 16">
            <a:extLst>
              <a:ext uri="{FF2B5EF4-FFF2-40B4-BE49-F238E27FC236}">
                <a16:creationId xmlns:a16="http://schemas.microsoft.com/office/drawing/2014/main" id="{FFE3CC19-B2E2-40FF-B774-8AD1AD5A1A04}"/>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91411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gu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381000" y="2229178"/>
            <a:ext cx="10972800" cy="1199822"/>
          </a:xfrm>
        </p:spPr>
        <p:txBody>
          <a:bodyPr anchor="b" anchorCtr="0">
            <a:normAutofit/>
          </a:bodyPr>
          <a:lstStyle>
            <a:lvl1pPr>
              <a:defRPr sz="4800"/>
            </a:lvl1pPr>
          </a:lstStyle>
          <a:p>
            <a:r>
              <a:rPr lang="en-US"/>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381000" y="3449317"/>
            <a:ext cx="10972800" cy="681935"/>
          </a:xfrm>
        </p:spPr>
        <p:txBody>
          <a:bodyPr>
            <a:normAutofit/>
          </a:bodyPr>
          <a:lstStyle>
            <a:lvl1pPr marL="0" indent="0">
              <a:buNone/>
              <a:defRPr sz="2800">
                <a:solidFill>
                  <a:schemeClr val="accent1"/>
                </a:solidFill>
                <a:latin typeface="IntelOne Text" panose="020B0503020203020204" pitchFamily="34" charset="77"/>
              </a:defRPr>
            </a:lvl1pPr>
          </a:lstStyle>
          <a:p>
            <a:pPr lvl="0"/>
            <a:r>
              <a:rPr lang="en-US"/>
              <a:t>Click to edit text styles</a:t>
            </a:r>
          </a:p>
        </p:txBody>
      </p:sp>
    </p:spTree>
    <p:extLst>
      <p:ext uri="{BB962C8B-B14F-4D97-AF65-F5344CB8AC3E}">
        <p14:creationId xmlns:p14="http://schemas.microsoft.com/office/powerpoint/2010/main" val="2410363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Segu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381000" y="2229178"/>
            <a:ext cx="10972800" cy="1199822"/>
          </a:xfrm>
        </p:spPr>
        <p:txBody>
          <a:bodyPr anchor="b" anchorCtr="0">
            <a:normAutofit/>
          </a:bodyPr>
          <a:lstStyle>
            <a:lvl1pPr>
              <a:defRPr sz="4800">
                <a:solidFill>
                  <a:schemeClr val="bg1"/>
                </a:solidFill>
              </a:defRPr>
            </a:lvl1pPr>
          </a:lstStyle>
          <a:p>
            <a:r>
              <a:rPr lang="en-US"/>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381000" y="3449317"/>
            <a:ext cx="10972800" cy="681935"/>
          </a:xfrm>
        </p:spPr>
        <p:txBody>
          <a:bodyPr>
            <a:normAutofit/>
          </a:bodyPr>
          <a:lstStyle>
            <a:lvl1pPr marL="0" indent="0">
              <a:buNone/>
              <a:defRPr sz="2800">
                <a:solidFill>
                  <a:schemeClr val="bg1"/>
                </a:solidFill>
                <a:latin typeface="IntelOne Text" panose="020B0503020203020204" pitchFamily="34" charset="77"/>
              </a:defRPr>
            </a:lvl1pPr>
          </a:lstStyle>
          <a:p>
            <a:pPr lvl="0"/>
            <a:r>
              <a:rPr lang="en-US"/>
              <a:t>Click to edit text styles</a:t>
            </a:r>
          </a:p>
        </p:txBody>
      </p:sp>
      <p:sp>
        <p:nvSpPr>
          <p:cNvPr id="5" name="Rectangle 4">
            <a:extLst>
              <a:ext uri="{FF2B5EF4-FFF2-40B4-BE49-F238E27FC236}">
                <a16:creationId xmlns:a16="http://schemas.microsoft.com/office/drawing/2014/main" id="{3CEB7CF4-6E59-4F58-B339-D2AEFB0D202B}"/>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55FB7B45-0229-4BD9-84EB-963DE20FBDD7}"/>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p:nvSpPr>
        <p:spPr>
          <a:xfrm>
            <a:off x="286365" y="6510549"/>
            <a:ext cx="2172390" cy="276999"/>
          </a:xfrm>
          <a:prstGeom prst="rect">
            <a:avLst/>
          </a:prstGeom>
        </p:spPr>
        <p:txBody>
          <a:bodyPr wrap="none">
            <a:spAutoFit/>
          </a:bodyPr>
          <a:lstStyle/>
          <a:p>
            <a:pPr algn="l"/>
            <a:r>
              <a:rPr lang="en-US" sz="1200">
                <a:solidFill>
                  <a:schemeClr val="bg1"/>
                </a:solidFill>
                <a:ea typeface="Intel Clear" panose="020B0604020203020204" pitchFamily="34" charset="0"/>
                <a:cs typeface="Times New Roman" panose="02020603050405020304" pitchFamily="18" charset="0"/>
              </a:rPr>
              <a:t>Department or Event Name</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11" name="Rectangle 10">
            <a:extLst>
              <a:ext uri="{FF2B5EF4-FFF2-40B4-BE49-F238E27FC236}">
                <a16:creationId xmlns:a16="http://schemas.microsoft.com/office/drawing/2014/main" id="{35E9F9A1-9773-43B8-98D0-A483D488C5EF}"/>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Graphic 11">
            <a:extLst>
              <a:ext uri="{FF2B5EF4-FFF2-40B4-BE49-F238E27FC236}">
                <a16:creationId xmlns:a16="http://schemas.microsoft.com/office/drawing/2014/main" id="{50338064-1322-4DA2-AA1C-4E086E88E7F2}"/>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13" name="Rectangle 12">
            <a:extLst>
              <a:ext uri="{FF2B5EF4-FFF2-40B4-BE49-F238E27FC236}">
                <a16:creationId xmlns:a16="http://schemas.microsoft.com/office/drawing/2014/main" id="{EB20DD1C-FBB9-4A79-99DE-1A05C67584B0}"/>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5A8CF211-593C-4B89-BA8B-B4BF959BF149}"/>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15" name="Rectangle 14">
            <a:extLst>
              <a:ext uri="{FF2B5EF4-FFF2-40B4-BE49-F238E27FC236}">
                <a16:creationId xmlns:a16="http://schemas.microsoft.com/office/drawing/2014/main" id="{4386AE8E-163B-4673-9C89-BA60DB5BB6EB}"/>
              </a:ext>
              <a:ext uri="{C183D7F6-B498-43B3-948B-1728B52AA6E4}">
                <adec:decorative xmlns:adec="http://schemas.microsoft.com/office/drawing/2017/decorative" val="1"/>
              </a:ext>
            </a:extLst>
          </p:cNvPr>
          <p:cNvSpPr/>
          <p:nvPr userDrawn="1"/>
        </p:nvSpPr>
        <p:spPr>
          <a:xfrm>
            <a:off x="286365" y="6510549"/>
            <a:ext cx="2172390" cy="276999"/>
          </a:xfrm>
          <a:prstGeom prst="rect">
            <a:avLst/>
          </a:prstGeom>
        </p:spPr>
        <p:txBody>
          <a:bodyPr wrap="none">
            <a:spAutoFit/>
          </a:bodyPr>
          <a:lstStyle/>
          <a:p>
            <a:pPr algn="l"/>
            <a:r>
              <a:rPr lang="en-US" sz="1200">
                <a:solidFill>
                  <a:schemeClr val="bg1"/>
                </a:solidFill>
                <a:ea typeface="Intel Clear" panose="020B0604020203020204" pitchFamily="34" charset="0"/>
                <a:cs typeface="Times New Roman" panose="02020603050405020304" pitchFamily="18" charset="0"/>
              </a:rPr>
              <a:t>Department or Event Name</a:t>
            </a:r>
          </a:p>
        </p:txBody>
      </p:sp>
      <p:sp>
        <p:nvSpPr>
          <p:cNvPr id="16" name="TextBox 15">
            <a:extLst>
              <a:ext uri="{FF2B5EF4-FFF2-40B4-BE49-F238E27FC236}">
                <a16:creationId xmlns:a16="http://schemas.microsoft.com/office/drawing/2014/main" id="{5A9A01FA-314F-465F-BEBB-029CC884BD84}"/>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333850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Title and Content Blue A">
    <p:bg>
      <p:bgPr>
        <a:solidFill>
          <a:schemeClr val="tx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A368D64-A019-4399-A672-206E0E3B7414}"/>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925220" y="2614497"/>
            <a:ext cx="4838270" cy="1782383"/>
          </a:xfrm>
        </p:spPr>
        <p:txBody>
          <a:bodyPr anchor="t" anchorCtr="0">
            <a:normAutofit/>
          </a:bodyPr>
          <a:lstStyle>
            <a:lvl1pPr>
              <a:defRPr sz="4800">
                <a:solidFill>
                  <a:schemeClr val="bg1"/>
                </a:solidFill>
              </a:defRPr>
            </a:lvl1pPr>
          </a:lstStyle>
          <a:p>
            <a:r>
              <a:rPr lang="en-US"/>
              <a:t>Click to edit title style</a:t>
            </a:r>
          </a:p>
        </p:txBody>
      </p:sp>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a:t>Click to edit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hasCustomPrompt="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p:nvSpPr>
        <p:spPr>
          <a:xfrm>
            <a:off x="286365" y="6510549"/>
            <a:ext cx="2172390" cy="276999"/>
          </a:xfrm>
          <a:prstGeom prst="rect">
            <a:avLst/>
          </a:prstGeom>
        </p:spPr>
        <p:txBody>
          <a:bodyPr wrap="none">
            <a:spAutoFit/>
          </a:bodyPr>
          <a:lstStyle/>
          <a:p>
            <a:pPr algn="l"/>
            <a:r>
              <a:rPr lang="en-US" sz="1200">
                <a:solidFill>
                  <a:schemeClr val="bg1"/>
                </a:solidFill>
                <a:ea typeface="Intel Clear" panose="020B0604020203020204" pitchFamily="34" charset="0"/>
                <a:cs typeface="Times New Roman" panose="02020603050405020304" pitchFamily="18" charset="0"/>
              </a:rPr>
              <a:t>Department or Event Name</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341B807F-E5A0-4B47-8126-0798D03DDEEE}"/>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17" name="Rectangle 16">
            <a:extLst>
              <a:ext uri="{FF2B5EF4-FFF2-40B4-BE49-F238E27FC236}">
                <a16:creationId xmlns:a16="http://schemas.microsoft.com/office/drawing/2014/main" id="{3C2D0DF1-6BFD-4E45-8CA9-4436F31DB615}"/>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9" name="Graphic 18">
            <a:extLst>
              <a:ext uri="{FF2B5EF4-FFF2-40B4-BE49-F238E27FC236}">
                <a16:creationId xmlns:a16="http://schemas.microsoft.com/office/drawing/2014/main" id="{0BFD17C7-2044-4743-9B58-A721FED6F07E}"/>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20" name="Rectangle 19">
            <a:extLst>
              <a:ext uri="{FF2B5EF4-FFF2-40B4-BE49-F238E27FC236}">
                <a16:creationId xmlns:a16="http://schemas.microsoft.com/office/drawing/2014/main" id="{BC1BD233-1B52-4259-BBB2-FFAB0A8D1A3A}"/>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22" name="TextBox 21">
            <a:extLst>
              <a:ext uri="{FF2B5EF4-FFF2-40B4-BE49-F238E27FC236}">
                <a16:creationId xmlns:a16="http://schemas.microsoft.com/office/drawing/2014/main" id="{0E012ABA-EED9-48CA-B3FF-9EE6151C69B9}"/>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23" name="Group 22">
            <a:extLst>
              <a:ext uri="{FF2B5EF4-FFF2-40B4-BE49-F238E27FC236}">
                <a16:creationId xmlns:a16="http://schemas.microsoft.com/office/drawing/2014/main" id="{A2426B1C-8B0F-44A4-8250-F1D8598549E8}"/>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24" name="Rectangle 23">
              <a:extLst>
                <a:ext uri="{FF2B5EF4-FFF2-40B4-BE49-F238E27FC236}">
                  <a16:creationId xmlns:a16="http://schemas.microsoft.com/office/drawing/2014/main" id="{45D4EF16-2639-4F0C-B7CE-3B49694D7462}"/>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5" name="Rectangle 24">
              <a:extLst>
                <a:ext uri="{FF2B5EF4-FFF2-40B4-BE49-F238E27FC236}">
                  <a16:creationId xmlns:a16="http://schemas.microsoft.com/office/drawing/2014/main" id="{8FFEF9D7-E955-4747-98A8-A3CDA0B2EA11}"/>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6" name="Rectangle 25">
              <a:extLst>
                <a:ext uri="{FF2B5EF4-FFF2-40B4-BE49-F238E27FC236}">
                  <a16:creationId xmlns:a16="http://schemas.microsoft.com/office/drawing/2014/main" id="{1C53175F-9DFF-470F-9639-8993D337BE4A}"/>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341696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Title and Content Blue B">
    <p:bg>
      <p:bgPr>
        <a:solidFill>
          <a:schemeClr val="tx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6F68134-655A-4C58-8EC5-042D492A62BF}"/>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925220" y="2614497"/>
            <a:ext cx="4838270" cy="1782383"/>
          </a:xfrm>
        </p:spPr>
        <p:txBody>
          <a:bodyPr anchor="t" anchorCtr="0">
            <a:normAutofit/>
          </a:bodyPr>
          <a:lstStyle>
            <a:lvl1pPr>
              <a:defRPr sz="4800">
                <a:solidFill>
                  <a:schemeClr val="bg1"/>
                </a:solidFill>
              </a:defRPr>
            </a:lvl1pPr>
          </a:lstStyle>
          <a:p>
            <a:r>
              <a:rPr lang="en-US"/>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a:t>Click to edit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hasCustomPrompt="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userDrawn="1"/>
        </p:nvSpPr>
        <p:spPr>
          <a:xfrm>
            <a:off x="286365" y="6510549"/>
            <a:ext cx="2172390" cy="276999"/>
          </a:xfrm>
          <a:prstGeom prst="rect">
            <a:avLst/>
          </a:prstGeom>
        </p:spPr>
        <p:txBody>
          <a:bodyPr wrap="none">
            <a:spAutoFit/>
          </a:bodyPr>
          <a:lstStyle/>
          <a:p>
            <a:pPr algn="l"/>
            <a:r>
              <a:rPr lang="en-US" sz="1200">
                <a:solidFill>
                  <a:schemeClr val="bg1"/>
                </a:solidFill>
                <a:ea typeface="Intel Clear" panose="020B0604020203020204" pitchFamily="34" charset="0"/>
                <a:cs typeface="Times New Roman" panose="02020603050405020304" pitchFamily="18" charset="0"/>
              </a:rPr>
              <a:t>Department or Event Name</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AF16FE66-F77C-48EC-9636-B0D3F1F816E2}"/>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p:nvSpPr>
          <p:spPr>
            <a:xfrm>
              <a:off x="709974" y="2295340"/>
              <a:ext cx="319157" cy="319157"/>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p:nvSpPr>
          <p:spPr>
            <a:xfrm>
              <a:off x="536812" y="2123120"/>
              <a:ext cx="174318" cy="17431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p:nvSpPr>
          <p:spPr>
            <a:xfrm>
              <a:off x="711130" y="2023074"/>
              <a:ext cx="100045" cy="100045"/>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17" name="Rectangle 16">
            <a:extLst>
              <a:ext uri="{FF2B5EF4-FFF2-40B4-BE49-F238E27FC236}">
                <a16:creationId xmlns:a16="http://schemas.microsoft.com/office/drawing/2014/main" id="{2FC6B6DC-5CBA-4569-BD05-67C2152AE1CA}"/>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9" name="Graphic 18">
            <a:extLst>
              <a:ext uri="{FF2B5EF4-FFF2-40B4-BE49-F238E27FC236}">
                <a16:creationId xmlns:a16="http://schemas.microsoft.com/office/drawing/2014/main" id="{EF9F90E2-0FB9-44A2-B48E-E894C3113E8B}"/>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20" name="Rectangle 19">
            <a:extLst>
              <a:ext uri="{FF2B5EF4-FFF2-40B4-BE49-F238E27FC236}">
                <a16:creationId xmlns:a16="http://schemas.microsoft.com/office/drawing/2014/main" id="{4B2BE4E4-A2DB-46D6-B372-8C331EFD1D29}"/>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22" name="TextBox 21">
            <a:extLst>
              <a:ext uri="{FF2B5EF4-FFF2-40B4-BE49-F238E27FC236}">
                <a16:creationId xmlns:a16="http://schemas.microsoft.com/office/drawing/2014/main" id="{5D945211-AEEA-4A21-B35C-B4FC0F99C654}"/>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23" name="Group 22">
            <a:extLst>
              <a:ext uri="{FF2B5EF4-FFF2-40B4-BE49-F238E27FC236}">
                <a16:creationId xmlns:a16="http://schemas.microsoft.com/office/drawing/2014/main" id="{3CBCDBB5-E209-49E3-8CC6-AEB941DB1EE2}"/>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24" name="Rectangle 23">
              <a:extLst>
                <a:ext uri="{FF2B5EF4-FFF2-40B4-BE49-F238E27FC236}">
                  <a16:creationId xmlns:a16="http://schemas.microsoft.com/office/drawing/2014/main" id="{E63C2813-2F09-413F-9991-44CA3B6BE2D7}"/>
                </a:ext>
              </a:extLst>
            </p:cNvPr>
            <p:cNvSpPr/>
            <p:nvPr userDrawn="1"/>
          </p:nvSpPr>
          <p:spPr>
            <a:xfrm>
              <a:off x="709974" y="2295340"/>
              <a:ext cx="319157" cy="319157"/>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5" name="Rectangle 24">
              <a:extLst>
                <a:ext uri="{FF2B5EF4-FFF2-40B4-BE49-F238E27FC236}">
                  <a16:creationId xmlns:a16="http://schemas.microsoft.com/office/drawing/2014/main" id="{892EC626-BB7B-40F7-9ABD-4FB62F9E9719}"/>
                </a:ext>
              </a:extLst>
            </p:cNvPr>
            <p:cNvSpPr/>
            <p:nvPr userDrawn="1"/>
          </p:nvSpPr>
          <p:spPr>
            <a:xfrm>
              <a:off x="536812" y="2123120"/>
              <a:ext cx="174318" cy="17431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6" name="Rectangle 25">
              <a:extLst>
                <a:ext uri="{FF2B5EF4-FFF2-40B4-BE49-F238E27FC236}">
                  <a16:creationId xmlns:a16="http://schemas.microsoft.com/office/drawing/2014/main" id="{040C129E-8ED4-49C2-A5EB-49C77A547ED5}"/>
                </a:ext>
              </a:extLst>
            </p:cNvPr>
            <p:cNvSpPr/>
            <p:nvPr userDrawn="1"/>
          </p:nvSpPr>
          <p:spPr>
            <a:xfrm>
              <a:off x="711130" y="2023074"/>
              <a:ext cx="100045" cy="100045"/>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26925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and Content White">
    <p:bg>
      <p:bgPr>
        <a:solidFill>
          <a:schemeClr val="bg1">
            <a:lumMod val="95000"/>
          </a:schemeClr>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9E57986-E823-49CC-B8D3-C5A2AD9415DB}"/>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925220" y="2614497"/>
            <a:ext cx="4838270" cy="1782383"/>
          </a:xfrm>
        </p:spPr>
        <p:txBody>
          <a:bodyPr anchor="t" anchorCtr="0">
            <a:normAutofit/>
          </a:bodyPr>
          <a:lstStyle>
            <a:lvl1pPr>
              <a:defRPr sz="4800">
                <a:solidFill>
                  <a:schemeClr val="tx1"/>
                </a:solidFill>
              </a:defRPr>
            </a:lvl1pPr>
          </a:lstStyle>
          <a:p>
            <a:r>
              <a:rPr lang="en-US"/>
              <a:t>Click to edit title style</a:t>
            </a:r>
          </a:p>
        </p:txBody>
      </p:sp>
      <p:sp>
        <p:nvSpPr>
          <p:cNvPr id="17" name="Rectangle 16">
            <a:extLst>
              <a:ext uri="{FF2B5EF4-FFF2-40B4-BE49-F238E27FC236}">
                <a16:creationId xmlns:a16="http://schemas.microsoft.com/office/drawing/2014/main" id="{E32B7E3E-B537-4EE3-BA97-B90982F6C31B}"/>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6087623" y="546389"/>
            <a:ext cx="5433848" cy="1118706"/>
          </a:xfrm>
        </p:spPr>
        <p:txBody>
          <a:bodyPr anchor="ctr" anchorCtr="0">
            <a:noAutofit/>
          </a:bodyPr>
          <a:lstStyle>
            <a:lvl1pPr marL="0" indent="0">
              <a:buNone/>
              <a:defRPr sz="3200">
                <a:solidFill>
                  <a:schemeClr val="tx1"/>
                </a:solidFill>
              </a:defRPr>
            </a:lvl1pPr>
          </a:lstStyle>
          <a:p>
            <a:pPr lvl="0"/>
            <a:r>
              <a:rPr lang="en-US"/>
              <a:t>Click to edit text styles</a:t>
            </a:r>
          </a:p>
        </p:txBody>
      </p:sp>
      <p:grpSp>
        <p:nvGrpSpPr>
          <p:cNvPr id="3" name="Group 2">
            <a:extLst>
              <a:ext uri="{FF2B5EF4-FFF2-40B4-BE49-F238E27FC236}">
                <a16:creationId xmlns:a16="http://schemas.microsoft.com/office/drawing/2014/main" id="{3506BD04-B5E7-422F-B321-54907EFDFDD8}"/>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hasCustomPrompt="1"/>
          </p:nvPr>
        </p:nvSpPr>
        <p:spPr>
          <a:xfrm>
            <a:off x="6087623" y="1813801"/>
            <a:ext cx="5433848" cy="4376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a:extLst>
              <a:ext uri="{FF2B5EF4-FFF2-40B4-BE49-F238E27FC236}">
                <a16:creationId xmlns:a16="http://schemas.microsoft.com/office/drawing/2014/main" id="{E175E17D-D74E-461D-9994-21701E9CF3FE}"/>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15" name="Rectangle 14">
            <a:extLst>
              <a:ext uri="{FF2B5EF4-FFF2-40B4-BE49-F238E27FC236}">
                <a16:creationId xmlns:a16="http://schemas.microsoft.com/office/drawing/2014/main" id="{165D4340-FCEE-4743-A648-5DB311031F75}"/>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20" name="Group 19">
            <a:extLst>
              <a:ext uri="{FF2B5EF4-FFF2-40B4-BE49-F238E27FC236}">
                <a16:creationId xmlns:a16="http://schemas.microsoft.com/office/drawing/2014/main" id="{8C35DA17-DFF2-467C-A710-877908080517}"/>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21" name="Rectangle 20">
              <a:extLst>
                <a:ext uri="{FF2B5EF4-FFF2-40B4-BE49-F238E27FC236}">
                  <a16:creationId xmlns:a16="http://schemas.microsoft.com/office/drawing/2014/main" id="{C6AEFDCF-A68C-4E0D-95B4-6F1A9717550A}"/>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2" name="Rectangle 21">
              <a:extLst>
                <a:ext uri="{FF2B5EF4-FFF2-40B4-BE49-F238E27FC236}">
                  <a16:creationId xmlns:a16="http://schemas.microsoft.com/office/drawing/2014/main" id="{F55E41F1-4636-455F-8CC5-9CC2D25CD287}"/>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2BF6C486-C6BA-41CF-8F21-5691BA4400F2}"/>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24" name="TextBox 23">
            <a:extLst>
              <a:ext uri="{FF2B5EF4-FFF2-40B4-BE49-F238E27FC236}">
                <a16:creationId xmlns:a16="http://schemas.microsoft.com/office/drawing/2014/main" id="{A0695690-BC82-4B1F-9B7E-92DC6CAFF117}"/>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223779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with Frame White">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7" name="Rectangle 6">
            <a:extLst>
              <a:ext uri="{FF2B5EF4-FFF2-40B4-BE49-F238E27FC236}">
                <a16:creationId xmlns:a16="http://schemas.microsoft.com/office/drawing/2014/main" id="{A00988D3-27CA-4F8F-A6E2-E1104C51DCB1}"/>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8" name="TextBox 7">
            <a:extLst>
              <a:ext uri="{FF2B5EF4-FFF2-40B4-BE49-F238E27FC236}">
                <a16:creationId xmlns:a16="http://schemas.microsoft.com/office/drawing/2014/main" id="{B7030671-1E88-49B1-9FE5-927C1B8EE1BE}"/>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6" name="Rectangle 5">
            <a:extLst>
              <a:ext uri="{FF2B5EF4-FFF2-40B4-BE49-F238E27FC236}">
                <a16:creationId xmlns:a16="http://schemas.microsoft.com/office/drawing/2014/main" id="{AA228789-1C29-4F2A-B05E-B47226DD5081}"/>
              </a:ext>
              <a:ext uri="{C183D7F6-B498-43B3-948B-1728B52AA6E4}">
                <adec:decorative xmlns:adec="http://schemas.microsoft.com/office/drawing/2017/decorative" val="1"/>
              </a:ext>
            </a:extLst>
          </p:cNvPr>
          <p:cNvSpPr/>
          <p:nvPr userDrawn="1"/>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hasCustomPrompt="1"/>
          </p:nvPr>
        </p:nvSpPr>
        <p:spPr>
          <a:xfrm>
            <a:off x="806922" y="1828800"/>
            <a:ext cx="10557387" cy="3200400"/>
          </a:xfrm>
        </p:spPr>
        <p:txBody>
          <a:bodyPr>
            <a:normAutofit/>
          </a:bodyPr>
          <a:lstStyle>
            <a:lvl1pPr algn="ctr">
              <a:defRPr sz="4800">
                <a:solidFill>
                  <a:schemeClr val="accent1"/>
                </a:solidFill>
              </a:defRPr>
            </a:lvl1pPr>
          </a:lstStyle>
          <a:p>
            <a:r>
              <a:rPr lang="en-US"/>
              <a:t>Click to edit title style</a:t>
            </a:r>
          </a:p>
        </p:txBody>
      </p:sp>
    </p:spTree>
    <p:extLst>
      <p:ext uri="{BB962C8B-B14F-4D97-AF65-F5344CB8AC3E}">
        <p14:creationId xmlns:p14="http://schemas.microsoft.com/office/powerpoint/2010/main" val="1592014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with Frame Blue">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p:nvSpPr>
        <p:spPr>
          <a:xfrm>
            <a:off x="457200" y="464127"/>
            <a:ext cx="11286348" cy="594483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pic>
        <p:nvPicPr>
          <p:cNvPr id="6" name="Graphic 5">
            <a:extLst>
              <a:ext uri="{FF2B5EF4-FFF2-40B4-BE49-F238E27FC236}">
                <a16:creationId xmlns:a16="http://schemas.microsoft.com/office/drawing/2014/main" id="{5DDBF953-491D-46D1-9B3A-9BACF5F24487}"/>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F2B9AAD6-9860-4DB3-B7F8-14D9F7EC7EC8}"/>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8" name="Rectangle 7">
            <a:extLst>
              <a:ext uri="{FF2B5EF4-FFF2-40B4-BE49-F238E27FC236}">
                <a16:creationId xmlns:a16="http://schemas.microsoft.com/office/drawing/2014/main" id="{02595309-FEF7-41EA-9715-F4426DF07254}"/>
              </a:ext>
              <a:ext uri="{C183D7F6-B498-43B3-948B-1728B52AA6E4}">
                <adec:decorative xmlns:adec="http://schemas.microsoft.com/office/drawing/2017/decorative" val="1"/>
              </a:ext>
            </a:extLst>
          </p:cNvPr>
          <p:cNvSpPr/>
          <p:nvPr/>
        </p:nvSpPr>
        <p:spPr>
          <a:xfrm>
            <a:off x="286365" y="6510549"/>
            <a:ext cx="2172390" cy="276999"/>
          </a:xfrm>
          <a:prstGeom prst="rect">
            <a:avLst/>
          </a:prstGeom>
        </p:spPr>
        <p:txBody>
          <a:bodyPr wrap="none">
            <a:spAutoFit/>
          </a:bodyPr>
          <a:lstStyle/>
          <a:p>
            <a:pPr algn="l"/>
            <a:r>
              <a:rPr lang="en-US" sz="1200">
                <a:solidFill>
                  <a:schemeClr val="bg1"/>
                </a:solidFill>
                <a:ea typeface="Intel Clear" panose="020B0604020203020204" pitchFamily="34" charset="0"/>
                <a:cs typeface="Times New Roman" panose="02020603050405020304" pitchFamily="18" charset="0"/>
              </a:rPr>
              <a:t>Department or Event Name</a:t>
            </a:r>
          </a:p>
        </p:txBody>
      </p:sp>
      <p:sp>
        <p:nvSpPr>
          <p:cNvPr id="10" name="Rectangle 9">
            <a:extLst>
              <a:ext uri="{FF2B5EF4-FFF2-40B4-BE49-F238E27FC236}">
                <a16:creationId xmlns:a16="http://schemas.microsoft.com/office/drawing/2014/main" id="{2460A36B-1810-4498-834B-51F1D1A293CA}"/>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TextBox 10">
            <a:extLst>
              <a:ext uri="{FF2B5EF4-FFF2-40B4-BE49-F238E27FC236}">
                <a16:creationId xmlns:a16="http://schemas.microsoft.com/office/drawing/2014/main" id="{EFA9CD9B-5FA5-485E-919D-13A6CB9B3191}"/>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pic>
        <p:nvPicPr>
          <p:cNvPr id="12" name="Graphic 11">
            <a:extLst>
              <a:ext uri="{FF2B5EF4-FFF2-40B4-BE49-F238E27FC236}">
                <a16:creationId xmlns:a16="http://schemas.microsoft.com/office/drawing/2014/main" id="{9404C922-CDF2-4F38-AFEE-299C1D97DA89}"/>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13" name="Rectangle 12">
            <a:extLst>
              <a:ext uri="{FF2B5EF4-FFF2-40B4-BE49-F238E27FC236}">
                <a16:creationId xmlns:a16="http://schemas.microsoft.com/office/drawing/2014/main" id="{92FF7EB7-3074-4A03-9376-7D8CBA804C4B}"/>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BE6E5BC3-B783-496C-9E9D-03475FAADAC4}"/>
              </a:ext>
              <a:ext uri="{C183D7F6-B498-43B3-948B-1728B52AA6E4}">
                <adec:decorative xmlns:adec="http://schemas.microsoft.com/office/drawing/2017/decorative" val="1"/>
              </a:ext>
            </a:extLst>
          </p:cNvPr>
          <p:cNvSpPr/>
          <p:nvPr userDrawn="1"/>
        </p:nvSpPr>
        <p:spPr>
          <a:xfrm>
            <a:off x="457200" y="464127"/>
            <a:ext cx="11286348" cy="594483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hasCustomPrompt="1"/>
          </p:nvPr>
        </p:nvSpPr>
        <p:spPr>
          <a:xfrm>
            <a:off x="806922" y="1776845"/>
            <a:ext cx="10557387" cy="3304310"/>
          </a:xfrm>
        </p:spPr>
        <p:txBody>
          <a:bodyPr>
            <a:normAutofit/>
          </a:bodyPr>
          <a:lstStyle>
            <a:lvl1pPr algn="ctr">
              <a:defRPr sz="4800">
                <a:solidFill>
                  <a:schemeClr val="bg1"/>
                </a:solidFill>
              </a:defRPr>
            </a:lvl1pPr>
          </a:lstStyle>
          <a:p>
            <a:r>
              <a:rPr lang="en-US"/>
              <a:t>Click to edit title style</a:t>
            </a:r>
          </a:p>
        </p:txBody>
      </p:sp>
    </p:spTree>
    <p:extLst>
      <p:ext uri="{BB962C8B-B14F-4D97-AF65-F5344CB8AC3E}">
        <p14:creationId xmlns:p14="http://schemas.microsoft.com/office/powerpoint/2010/main" val="472273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Intel Logo">
    <p:bg>
      <p:bgPr>
        <a:solidFill>
          <a:schemeClr val="accent1"/>
        </a:solidFill>
        <a:effectLst/>
      </p:bgPr>
    </p:bg>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81D5E138-8800-4F6C-BD71-5E098EFFE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4381" y="2626737"/>
            <a:ext cx="4052408" cy="1643927"/>
          </a:xfrm>
          <a:prstGeom prst="rect">
            <a:avLst/>
          </a:prstGeom>
        </p:spPr>
      </p:pic>
      <p:pic>
        <p:nvPicPr>
          <p:cNvPr id="3" name="Picture 2" descr="Logo&#10;&#10;Description automatically generated">
            <a:extLst>
              <a:ext uri="{FF2B5EF4-FFF2-40B4-BE49-F238E27FC236}">
                <a16:creationId xmlns:a16="http://schemas.microsoft.com/office/drawing/2014/main" id="{204B0861-499A-4B5C-86C7-11D994DAA6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4381" y="2626737"/>
            <a:ext cx="4052408" cy="1643927"/>
          </a:xfrm>
          <a:prstGeom prst="rect">
            <a:avLst/>
          </a:prstGeom>
        </p:spPr>
      </p:pic>
    </p:spTree>
    <p:extLst>
      <p:ext uri="{BB962C8B-B14F-4D97-AF65-F5344CB8AC3E}">
        <p14:creationId xmlns:p14="http://schemas.microsoft.com/office/powerpoint/2010/main" val="666880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a:p>
        </p:txBody>
      </p:sp>
      <p:sp>
        <p:nvSpPr>
          <p:cNvPr id="7" name="Title 6"/>
          <p:cNvSpPr>
            <a:spLocks noGrp="1"/>
          </p:cNvSpPr>
          <p:nvPr>
            <p:ph type="title" hasCustomPrompt="1"/>
          </p:nvPr>
        </p:nvSpPr>
        <p:spPr/>
        <p:txBody>
          <a:bodyPr/>
          <a:lstStyle>
            <a:lvl1pPr>
              <a:defRPr/>
            </a:lvl1pPr>
          </a:lstStyle>
          <a:p>
            <a:r>
              <a:rPr lang="en-US" err="1"/>
              <a:t>28pt</a:t>
            </a:r>
            <a:r>
              <a:rPr lang="en-US"/>
              <a:t> Intel Clear Light Headline</a:t>
            </a:r>
          </a:p>
        </p:txBody>
      </p:sp>
      <p:sp>
        <p:nvSpPr>
          <p:cNvPr id="8" name="Content Placeholder 7"/>
          <p:cNvSpPr>
            <a:spLocks noGrp="1"/>
          </p:cNvSpPr>
          <p:nvPr>
            <p:ph sz="quarter" idx="13" hasCustomPrompt="1"/>
          </p:nvPr>
        </p:nvSpPr>
        <p:spPr>
          <a:xfrm>
            <a:off x="607484" y="1604434"/>
            <a:ext cx="10970683" cy="4567767"/>
          </a:xfrm>
        </p:spPr>
        <p:txBody>
          <a:bodyPr/>
          <a:lstStyle/>
          <a:p>
            <a:pPr lvl="0"/>
            <a:r>
              <a:rPr lang="en-US"/>
              <a:t>18pt Intel Clear body text</a:t>
            </a:r>
          </a:p>
          <a:p>
            <a:pPr lvl="1"/>
            <a:r>
              <a:rPr lang="en-US"/>
              <a:t>16pt Intel Clear bullet one</a:t>
            </a:r>
          </a:p>
          <a:p>
            <a:pPr lvl="2"/>
            <a:r>
              <a:rPr lang="en-US"/>
              <a:t>16pt Intel Clear sub-bullet</a:t>
            </a:r>
          </a:p>
          <a:p>
            <a:pPr lvl="3"/>
            <a:r>
              <a:rPr lang="en-US" err="1"/>
              <a:t>14pt</a:t>
            </a:r>
            <a:r>
              <a:rPr lang="en-US"/>
              <a:t> Intel Clear fourth level</a:t>
            </a:r>
          </a:p>
          <a:p>
            <a:pPr lvl="4"/>
            <a:r>
              <a:rPr lang="en-US" err="1"/>
              <a:t>14pt</a:t>
            </a:r>
            <a:r>
              <a:rPr lang="en-US"/>
              <a:t> Intel Clear fifth level</a:t>
            </a:r>
          </a:p>
        </p:txBody>
      </p:sp>
    </p:spTree>
    <p:extLst>
      <p:ext uri="{BB962C8B-B14F-4D97-AF65-F5344CB8AC3E}">
        <p14:creationId xmlns:p14="http://schemas.microsoft.com/office/powerpoint/2010/main" val="266613098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1989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27515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29340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191991" y="211577"/>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32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3533472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230902" y="133349"/>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32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230902" y="125516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255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182264" y="185908"/>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182264" y="1799485"/>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182264" y="1272433"/>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2320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41411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738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r>
              <a:rPr lang="en-US"/>
              <a:t>Click icon to add picture</a:t>
            </a:r>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r>
              <a:rPr lang="en-US"/>
              <a:t>Click icon to add picture</a:t>
            </a:r>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25444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75403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2797750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014548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r>
              <a:rPr lang="en-US"/>
              <a:t>Click to edit Master text styles</a:t>
            </a:r>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569836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5698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B35FCE58-AE5A-4821-91DC-C3018B023295}"/>
              </a:ext>
            </a:extLst>
          </p:cNvPr>
          <p:cNvSpPr/>
          <p:nvPr/>
        </p:nvSpPr>
        <p:spPr>
          <a:xfrm>
            <a:off x="102316" y="6517420"/>
            <a:ext cx="1184940" cy="246221"/>
          </a:xfrm>
          <a:prstGeom prst="rect">
            <a:avLst/>
          </a:prstGeom>
        </p:spPr>
        <p:txBody>
          <a:bodyPr wrap="none">
            <a:spAutoFit/>
          </a:bodyPr>
          <a:lstStyle/>
          <a:p>
            <a:pPr algn="ctr"/>
            <a:r>
              <a:rPr lang="en-US" sz="1000">
                <a:solidFill>
                  <a:schemeClr val="bg1"/>
                </a:solidFill>
              </a:rPr>
              <a:t>Intel Confidential</a:t>
            </a:r>
          </a:p>
        </p:txBody>
      </p:sp>
      <p:sp>
        <p:nvSpPr>
          <p:cNvPr id="18" name="Text Box 121">
            <a:extLst>
              <a:ext uri="{FF2B5EF4-FFF2-40B4-BE49-F238E27FC236}">
                <a16:creationId xmlns:a16="http://schemas.microsoft.com/office/drawing/2014/main" id="{E2381ECE-F7D0-4AAF-9074-4BDC41D98D2B}"/>
              </a:ext>
            </a:extLst>
          </p:cNvPr>
          <p:cNvSpPr txBox="1">
            <a:spLocks noChangeArrowheads="1"/>
          </p:cNvSpPr>
          <p:nvPr/>
        </p:nvSpPr>
        <p:spPr bwMode="auto">
          <a:xfrm>
            <a:off x="2357031" y="6478856"/>
            <a:ext cx="7419569" cy="3539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557302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p:nvSpPr>
        <p:spPr>
          <a:xfrm>
            <a:off x="102316" y="6543018"/>
            <a:ext cx="1184940" cy="231410"/>
          </a:xfrm>
          <a:prstGeom prst="rect">
            <a:avLst/>
          </a:prstGeom>
        </p:spPr>
        <p:txBody>
          <a:bodyPr wrap="none">
            <a:spAutoFit/>
          </a:bodyPr>
          <a:lstStyle/>
          <a:p>
            <a:pPr algn="ctr"/>
            <a:r>
              <a:rPr lang="en-US" sz="1000">
                <a:solidFill>
                  <a:schemeClr val="bg1"/>
                </a:solidFill>
              </a:rPr>
              <a:t>Intel Confidential</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8" name="Text Box 121">
            <a:extLst>
              <a:ext uri="{FF2B5EF4-FFF2-40B4-BE49-F238E27FC236}">
                <a16:creationId xmlns:a16="http://schemas.microsoft.com/office/drawing/2014/main" id="{A9DD8E51-6ED4-4881-A400-DC030BB30B54}"/>
              </a:ext>
            </a:extLst>
          </p:cNvPr>
          <p:cNvSpPr txBox="1">
            <a:spLocks noChangeArrowheads="1"/>
          </p:cNvSpPr>
          <p:nvPr/>
        </p:nvSpPr>
        <p:spPr bwMode="auto">
          <a:xfrm>
            <a:off x="2230572"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696548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p:nvSpPr>
        <p:spPr>
          <a:xfrm>
            <a:off x="276823" y="6522563"/>
            <a:ext cx="1184940" cy="231410"/>
          </a:xfrm>
          <a:prstGeom prst="rect">
            <a:avLst/>
          </a:prstGeom>
        </p:spPr>
        <p:txBody>
          <a:bodyPr wrap="none">
            <a:spAutoFit/>
          </a:bodyPr>
          <a:lstStyle/>
          <a:p>
            <a:pPr algn="ctr"/>
            <a:r>
              <a:rPr lang="en-US" sz="1000">
                <a:solidFill>
                  <a:schemeClr val="bg1"/>
                </a:solidFill>
              </a:rPr>
              <a:t>Intel Confidential</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Text Box 121">
            <a:extLst>
              <a:ext uri="{FF2B5EF4-FFF2-40B4-BE49-F238E27FC236}">
                <a16:creationId xmlns:a16="http://schemas.microsoft.com/office/drawing/2014/main" id="{92730D51-E005-4E4E-9008-EABB534E2625}"/>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224973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p:nvSpPr>
        <p:spPr>
          <a:xfrm>
            <a:off x="274362"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6" name="Text Box 121">
            <a:extLst>
              <a:ext uri="{FF2B5EF4-FFF2-40B4-BE49-F238E27FC236}">
                <a16:creationId xmlns:a16="http://schemas.microsoft.com/office/drawing/2014/main" id="{8119044A-0FB3-4067-A997-D8DE161781CA}"/>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93512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16376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64843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24" name="Rectangle 23">
            <a:extLst>
              <a:ext uri="{FF2B5EF4-FFF2-40B4-BE49-F238E27FC236}">
                <a16:creationId xmlns:a16="http://schemas.microsoft.com/office/drawing/2014/main" id="{562FEA03-1122-4C36-ACD1-DA42FB8A03DC}"/>
              </a:ext>
            </a:extLst>
          </p:cNvPr>
          <p:cNvSpPr/>
          <p:nvPr/>
        </p:nvSpPr>
        <p:spPr>
          <a:xfrm>
            <a:off x="483010" y="6562504"/>
            <a:ext cx="1184940" cy="231410"/>
          </a:xfrm>
          <a:prstGeom prst="rect">
            <a:avLst/>
          </a:prstGeom>
        </p:spPr>
        <p:txBody>
          <a:bodyPr wrap="none">
            <a:spAutoFit/>
          </a:bodyPr>
          <a:lstStyle/>
          <a:p>
            <a:pPr algn="l"/>
            <a:r>
              <a:rPr lang="en-US" sz="1000">
                <a:solidFill>
                  <a:schemeClr val="bg1"/>
                </a:solidFill>
              </a:rPr>
              <a:t>Intel Confidential</a:t>
            </a:r>
          </a:p>
        </p:txBody>
      </p:sp>
      <p:sp>
        <p:nvSpPr>
          <p:cNvPr id="25" name="Rectangle 24">
            <a:extLst>
              <a:ext uri="{FF2B5EF4-FFF2-40B4-BE49-F238E27FC236}">
                <a16:creationId xmlns:a16="http://schemas.microsoft.com/office/drawing/2014/main" id="{373D4EB9-5CAF-4B81-91EA-AD490D0B13E4}"/>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Text Box 121">
            <a:extLst>
              <a:ext uri="{FF2B5EF4-FFF2-40B4-BE49-F238E27FC236}">
                <a16:creationId xmlns:a16="http://schemas.microsoft.com/office/drawing/2014/main" id="{9C6D1370-A8ED-477F-A9F6-EA8DEC886B72}"/>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3068438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75758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p:extLst>
              <p:ext uri="{D42A27DB-BD31-4B8C-83A1-F6EECF244321}">
                <p14:modId xmlns:p14="http://schemas.microsoft.com/office/powerpoint/2010/main" val="258996117"/>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52444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9" name="Rectangle 8">
            <a:extLst>
              <a:ext uri="{FF2B5EF4-FFF2-40B4-BE49-F238E27FC236}">
                <a16:creationId xmlns:a16="http://schemas.microsoft.com/office/drawing/2014/main" id="{F6E1F1A6-2FDF-4676-B713-F9746DD3A821}"/>
              </a:ext>
            </a:extLst>
          </p:cNvPr>
          <p:cNvSpPr/>
          <p:nvPr/>
        </p:nvSpPr>
        <p:spPr>
          <a:xfrm>
            <a:off x="483010" y="6562504"/>
            <a:ext cx="1184940" cy="231410"/>
          </a:xfrm>
          <a:prstGeom prst="rect">
            <a:avLst/>
          </a:prstGeom>
        </p:spPr>
        <p:txBody>
          <a:bodyPr wrap="none">
            <a:spAutoFit/>
          </a:bodyPr>
          <a:lstStyle/>
          <a:p>
            <a:pPr algn="l"/>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1" name="Text Box 121">
            <a:extLst>
              <a:ext uri="{FF2B5EF4-FFF2-40B4-BE49-F238E27FC236}">
                <a16:creationId xmlns:a16="http://schemas.microsoft.com/office/drawing/2014/main" id="{5578AA58-0FFC-40AA-B63D-50D6FA2EA9B9}"/>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4170100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9" name="Rectangle 8">
            <a:extLst>
              <a:ext uri="{FF2B5EF4-FFF2-40B4-BE49-F238E27FC236}">
                <a16:creationId xmlns:a16="http://schemas.microsoft.com/office/drawing/2014/main" id="{EC2CF38D-B95A-4CD5-8F7D-86EA9C709AD4}"/>
              </a:ext>
            </a:extLst>
          </p:cNvPr>
          <p:cNvSpPr/>
          <p:nvPr/>
        </p:nvSpPr>
        <p:spPr>
          <a:xfrm>
            <a:off x="483010" y="6562504"/>
            <a:ext cx="1184940" cy="231410"/>
          </a:xfrm>
          <a:prstGeom prst="rect">
            <a:avLst/>
          </a:prstGeom>
        </p:spPr>
        <p:txBody>
          <a:bodyPr wrap="none">
            <a:spAutoFit/>
          </a:bodyPr>
          <a:lstStyle/>
          <a:p>
            <a:pPr algn="l"/>
            <a:r>
              <a:rPr lang="en-US" sz="1000">
                <a:solidFill>
                  <a:schemeClr val="bg1"/>
                </a:solidFill>
              </a:rPr>
              <a:t>Intel Confidential</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1" name="Text Box 121">
            <a:extLst>
              <a:ext uri="{FF2B5EF4-FFF2-40B4-BE49-F238E27FC236}">
                <a16:creationId xmlns:a16="http://schemas.microsoft.com/office/drawing/2014/main" id="{1A54C6D9-11D2-4D8C-81C2-7DC81249A330}"/>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110321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576444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cSld name="1_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9" name="Group 8">
            <a:extLst>
              <a:ext uri="{FF2B5EF4-FFF2-40B4-BE49-F238E27FC236}">
                <a16:creationId xmlns:a16="http://schemas.microsoft.com/office/drawing/2014/main" id="{698DF977-78B3-4C00-9E43-1223CD667932}"/>
              </a:ext>
            </a:extLst>
          </p:cNvPr>
          <p:cNvGrpSpPr/>
          <p:nvPr/>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
        <p:nvSpPr>
          <p:cNvPr id="14" name="Title Text">
            <a:extLst>
              <a:ext uri="{FF2B5EF4-FFF2-40B4-BE49-F238E27FC236}">
                <a16:creationId xmlns:a16="http://schemas.microsoft.com/office/drawing/2014/main" id="{0A3224E8-7ABD-4C73-AF06-75197B2D59C8}"/>
              </a:ext>
            </a:extLst>
          </p:cNvPr>
          <p:cNvSpPr txBox="1">
            <a:spLocks noGrp="1"/>
          </p:cNvSpPr>
          <p:nvPr>
            <p:ph type="title" hasCustomPrompt="1"/>
          </p:nvPr>
        </p:nvSpPr>
        <p:spPr>
          <a:xfrm>
            <a:off x="1554480" y="2286000"/>
            <a:ext cx="10058400" cy="9144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400">
                <a:solidFill>
                  <a:schemeClr val="bg1"/>
                </a:solidFill>
              </a:defRPr>
            </a:lvl1pPr>
          </a:lstStyle>
          <a:p>
            <a:r>
              <a:rPr lang="en-US"/>
              <a:t>44 </a:t>
            </a:r>
            <a:r>
              <a:rPr lang="en-US" err="1"/>
              <a:t>pt</a:t>
            </a:r>
            <a:r>
              <a:rPr lang="en-US"/>
              <a:t> Intel Clear Light</a:t>
            </a:r>
            <a:endParaRPr/>
          </a:p>
        </p:txBody>
      </p:sp>
      <p:sp>
        <p:nvSpPr>
          <p:cNvPr id="15" name="Text Placeholder 6">
            <a:extLst>
              <a:ext uri="{FF2B5EF4-FFF2-40B4-BE49-F238E27FC236}">
                <a16:creationId xmlns:a16="http://schemas.microsoft.com/office/drawing/2014/main" id="{F24E56AF-BD61-467E-8D86-09424C34123B}"/>
              </a:ext>
            </a:extLst>
          </p:cNvPr>
          <p:cNvSpPr>
            <a:spLocks noGrp="1"/>
          </p:cNvSpPr>
          <p:nvPr>
            <p:ph type="body" sz="quarter" idx="27" hasCustomPrompt="1"/>
          </p:nvPr>
        </p:nvSpPr>
        <p:spPr>
          <a:xfrm>
            <a:off x="1554480" y="3657600"/>
            <a:ext cx="10058400" cy="1600200"/>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Tree>
    <p:extLst>
      <p:ext uri="{BB962C8B-B14F-4D97-AF65-F5344CB8AC3E}">
        <p14:creationId xmlns:p14="http://schemas.microsoft.com/office/powerpoint/2010/main" val="1184476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cSld name="Title&amp;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FF5A-FE60-4504-B155-E7ADB32765CC}"/>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F8ED8F72-B033-4E1F-8D54-91D728D27C56}"/>
              </a:ext>
            </a:extLst>
          </p:cNvPr>
          <p:cNvSpPr>
            <a:spLocks noGrp="1"/>
          </p:cNvSpPr>
          <p:nvPr>
            <p:ph sz="quarter" idx="10"/>
          </p:nvPr>
        </p:nvSpPr>
        <p:spPr>
          <a:xfrm>
            <a:off x="381001" y="1295401"/>
            <a:ext cx="10968039" cy="4991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5816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AE991-01EA-5F6F-5B97-63F1149C19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3F029F-23D7-BA5A-13E1-BDA16AB92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604D33-65A0-B4D9-6AE0-EE569D5008B9}"/>
              </a:ext>
            </a:extLst>
          </p:cNvPr>
          <p:cNvSpPr>
            <a:spLocks noGrp="1"/>
          </p:cNvSpPr>
          <p:nvPr>
            <p:ph type="dt" sz="half" idx="10"/>
          </p:nvPr>
        </p:nvSpPr>
        <p:spPr/>
        <p:txBody>
          <a:bodyPr/>
          <a:lstStyle/>
          <a:p>
            <a:fld id="{38D1D2B0-93C8-433F-93CC-D03F4F6787B6}" type="datetimeFigureOut">
              <a:rPr lang="en-US" smtClean="0"/>
              <a:t>5/5/2026</a:t>
            </a:fld>
            <a:endParaRPr lang="en-US"/>
          </a:p>
        </p:txBody>
      </p:sp>
      <p:sp>
        <p:nvSpPr>
          <p:cNvPr id="5" name="Footer Placeholder 4">
            <a:extLst>
              <a:ext uri="{FF2B5EF4-FFF2-40B4-BE49-F238E27FC236}">
                <a16:creationId xmlns:a16="http://schemas.microsoft.com/office/drawing/2014/main" id="{5035BF59-6D96-E325-0744-2E5656312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A5D353-4D1C-EC51-4D6F-690AAF44CADB}"/>
              </a:ext>
            </a:extLst>
          </p:cNvPr>
          <p:cNvSpPr>
            <a:spLocks noGrp="1"/>
          </p:cNvSpPr>
          <p:nvPr>
            <p:ph type="sldNum" sz="quarter" idx="12"/>
          </p:nvPr>
        </p:nvSpPr>
        <p:spPr/>
        <p:txBody>
          <a:bodyPr/>
          <a:lstStyle/>
          <a:p>
            <a:fld id="{46E3E272-F587-4517-9534-4EE9904A3803}" type="slidenum">
              <a:rPr lang="en-US" smtClean="0"/>
              <a:t>‹#›</a:t>
            </a:fld>
            <a:endParaRPr lang="en-US"/>
          </a:p>
        </p:txBody>
      </p:sp>
    </p:spTree>
    <p:extLst>
      <p:ext uri="{BB962C8B-B14F-4D97-AF65-F5344CB8AC3E}">
        <p14:creationId xmlns:p14="http://schemas.microsoft.com/office/powerpoint/2010/main" val="126205817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Title Slide Blue A">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7538DC6-5A10-44DE-BF8C-5185BC4F6B42}"/>
              </a:ext>
              <a:ext uri="{C183D7F6-B498-43B3-948B-1728B52AA6E4}">
                <adec:decorative xmlns:adec="http://schemas.microsoft.com/office/drawing/2017/decorative" val="1"/>
              </a:ext>
            </a:extLst>
          </p:cNvPr>
          <p:cNvGrpSpPr/>
          <p:nvPr/>
        </p:nvGrpSpPr>
        <p:grpSpPr>
          <a:xfrm>
            <a:off x="573803" y="0"/>
            <a:ext cx="4325371" cy="6392520"/>
            <a:chOff x="573803" y="0"/>
            <a:chExt cx="4325371" cy="6392520"/>
          </a:xfrm>
        </p:grpSpPr>
        <p:sp>
          <p:nvSpPr>
            <p:cNvPr id="4" name="Rectangle 3">
              <a:extLst>
                <a:ext uri="{FF2B5EF4-FFF2-40B4-BE49-F238E27FC236}">
                  <a16:creationId xmlns:a16="http://schemas.microsoft.com/office/drawing/2014/main" id="{1BE35751-F391-41AA-9B05-1647E37D235B}"/>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Rectangle 4">
              <a:extLst>
                <a:ext uri="{FF2B5EF4-FFF2-40B4-BE49-F238E27FC236}">
                  <a16:creationId xmlns:a16="http://schemas.microsoft.com/office/drawing/2014/main" id="{1CF1866E-6300-47C1-B36B-E4F93E357EE1}"/>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6" name="Rectangle 5">
              <a:extLst>
                <a:ext uri="{FF2B5EF4-FFF2-40B4-BE49-F238E27FC236}">
                  <a16:creationId xmlns:a16="http://schemas.microsoft.com/office/drawing/2014/main" id="{54266AC4-1BB0-4DCC-B988-F338CCC87BB0}"/>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userDrawn="1"/>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2"/>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49253906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Title Slide Blue B">
    <p:bg>
      <p:bgPr>
        <a:solidFill>
          <a:schemeClr val="tx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AA05A6-FEDA-41DC-B943-5B1F42A56F08}"/>
              </a:ext>
              <a:ext uri="{C183D7F6-B498-43B3-948B-1728B52AA6E4}">
                <adec:decorative xmlns:adec="http://schemas.microsoft.com/office/drawing/2017/decorative" val="1"/>
              </a:ext>
            </a:extLst>
          </p:cNvPr>
          <p:cNvGrpSpPr/>
          <p:nvPr/>
        </p:nvGrpSpPr>
        <p:grpSpPr>
          <a:xfrm>
            <a:off x="573803" y="0"/>
            <a:ext cx="4325371" cy="6392520"/>
            <a:chOff x="573803" y="0"/>
            <a:chExt cx="4325371" cy="6392520"/>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userDrawn="1"/>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ea typeface="Intel Clear" panose="020B0604020203020204" pitchFamily="34" charset="0"/>
                  <a:cs typeface="Times New Roman" panose="02020603050405020304" pitchFamily="18" charset="0"/>
                </a:endParaRPr>
              </a:p>
            </p:txBody>
          </p:sp>
        </p:grpSp>
        <p:sp>
          <p:nvSpPr>
            <p:cNvPr id="15" name="Rectangle 14">
              <a:extLst>
                <a:ext uri="{FF2B5EF4-FFF2-40B4-BE49-F238E27FC236}">
                  <a16:creationId xmlns:a16="http://schemas.microsoft.com/office/drawing/2014/main" id="{EC1BCBB2-B699-44A9-B291-3CCD0D0E00F2}"/>
                </a:ext>
              </a:extLst>
            </p:cNvPr>
            <p:cNvSpPr/>
            <p:nvPr userDrawn="1"/>
          </p:nvSpPr>
          <p:spPr>
            <a:xfrm>
              <a:off x="860457" y="4951823"/>
              <a:ext cx="158111" cy="158111"/>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73D17A91-F49E-45DE-835E-543E5DCD8458}"/>
                </a:ext>
              </a:extLst>
            </p:cNvPr>
            <p:cNvSpPr/>
            <p:nvPr userDrawn="1"/>
          </p:nvSpPr>
          <p:spPr>
            <a:xfrm>
              <a:off x="573803" y="5104242"/>
              <a:ext cx="286654" cy="28665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77E01F40-8D2A-43E6-B578-00B92049883B}"/>
                </a:ext>
              </a:extLst>
            </p:cNvPr>
            <p:cNvSpPr/>
            <p:nvPr userDrawn="1"/>
          </p:nvSpPr>
          <p:spPr>
            <a:xfrm>
              <a:off x="861107" y="5390896"/>
              <a:ext cx="610214" cy="610214"/>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2"/>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7273966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Title Slide Whit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6D8E5A8-9477-47F6-9CA7-9A7DC46705CE}"/>
              </a:ext>
              <a:ext uri="{C183D7F6-B498-43B3-948B-1728B52AA6E4}">
                <adec:decorative xmlns:adec="http://schemas.microsoft.com/office/drawing/2017/decorative" val="1"/>
              </a:ext>
            </a:extLst>
          </p:cNvPr>
          <p:cNvGrpSpPr/>
          <p:nvPr/>
        </p:nvGrpSpPr>
        <p:grpSpPr>
          <a:xfrm>
            <a:off x="573803" y="0"/>
            <a:ext cx="4325371" cy="6377476"/>
            <a:chOff x="573803" y="0"/>
            <a:chExt cx="4325371" cy="6377476"/>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A24C56C1-BF0A-4234-81F8-D2B769834C58}"/>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657C8AC4-A26E-48AF-9B2F-93A0F02E758D}"/>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6D5060BD-E2D2-44BB-ADFB-2B20CEB8775D}"/>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21" name="Graphic 20">
              <a:extLst>
                <a:ext uri="{FF2B5EF4-FFF2-40B4-BE49-F238E27FC236}">
                  <a16:creationId xmlns:a16="http://schemas.microsoft.com/office/drawing/2014/main" id="{5A184651-D34A-4937-8369-48ADD8E89C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1"/>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4456926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05367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15AA-229D-4A6C-90C6-57CFD374E6F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260147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0972800" cy="4689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73436"/>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Sub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a:t>Click to edit Master title style</a:t>
            </a:r>
          </a:p>
        </p:txBody>
      </p:sp>
      <p:sp>
        <p:nvSpPr>
          <p:cNvPr id="5" name="Text Placeholder 4">
            <a:extLst>
              <a:ext uri="{FF2B5EF4-FFF2-40B4-BE49-F238E27FC236}">
                <a16:creationId xmlns:a16="http://schemas.microsoft.com/office/drawing/2014/main" id="{22C827E3-834F-40BA-9518-B0648BD536F2}"/>
              </a:ext>
            </a:extLst>
          </p:cNvPr>
          <p:cNvSpPr>
            <a:spLocks noGrp="1"/>
          </p:cNvSpPr>
          <p:nvPr>
            <p:ph type="body" sz="quarter" idx="10"/>
          </p:nvPr>
        </p:nvSpPr>
        <p:spPr>
          <a:xfrm>
            <a:off x="381000" y="1494289"/>
            <a:ext cx="10972800" cy="525462"/>
          </a:xfrm>
        </p:spPr>
        <p:txBody>
          <a:bodyPr>
            <a:noAutofit/>
          </a:bodyPr>
          <a:lstStyle>
            <a:lvl1pPr marL="0" indent="0">
              <a:buFontTx/>
              <a:buNone/>
              <a:defRPr sz="3200">
                <a:solidFill>
                  <a:schemeClr val="accent1"/>
                </a:solidFill>
                <a:latin typeface="+mn-lt"/>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2110067"/>
            <a:ext cx="10972800" cy="4084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2473580"/>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Sub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10972800" cy="530454"/>
          </a:xfrm>
        </p:spPr>
        <p:txBody>
          <a:bodyPr>
            <a:noAutofit/>
          </a:bodyPr>
          <a:lstStyle>
            <a:lvl1pPr marL="0" indent="0">
              <a:buNone/>
              <a:defRPr sz="3200">
                <a:solidFill>
                  <a:schemeClr val="accent1"/>
                </a:solidFill>
                <a:latin typeface="+mn-lt"/>
              </a:defRPr>
            </a:lvl1pPr>
            <a:lvl2pPr marL="457200" indent="0">
              <a:buNone/>
              <a:defRPr/>
            </a:lvl2pPr>
          </a:lstStyle>
          <a:p>
            <a:pPr lvl="0"/>
            <a:r>
              <a:rPr lang="en-US"/>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99937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1496292"/>
            <a:ext cx="5429865" cy="4686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1496292"/>
            <a:ext cx="5429865" cy="4686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73802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Sub, Content &amp; 2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5429864" cy="1199822"/>
          </a:xfrm>
        </p:spPr>
        <p:txBody>
          <a:bodyPr/>
          <a:lstStyle/>
          <a:p>
            <a:r>
              <a:rPr lang="en-US"/>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5429864" cy="530454"/>
          </a:xfrm>
        </p:spPr>
        <p:txBody>
          <a:bodyPr>
            <a:noAutofit/>
          </a:bodyPr>
          <a:lstStyle>
            <a:lvl1pPr marL="0" indent="0">
              <a:buNone/>
              <a:defRPr sz="3200">
                <a:solidFill>
                  <a:schemeClr val="accent1"/>
                </a:solidFill>
                <a:latin typeface="+mn-lt"/>
              </a:defRPr>
            </a:lvl1pPr>
            <a:lvl2pPr marL="457200" indent="0">
              <a:buNone/>
              <a:defRPr/>
            </a:lvl2pPr>
          </a:lstStyle>
          <a:p>
            <a:pPr lvl="0"/>
            <a:r>
              <a:rPr lang="en-US"/>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230287"/>
            <a:ext cx="5429250" cy="2410686"/>
          </a:xfrm>
        </p:spPr>
        <p:txBody>
          <a:bodyPr/>
          <a:lstStyle>
            <a:lvl1pPr marL="0" indent="0">
              <a:buNone/>
              <a:defRPr/>
            </a:lvl1pPr>
          </a:lstStyle>
          <a:p>
            <a:r>
              <a:rPr lang="en-US"/>
              <a:t>Click icon to add picture</a:t>
            </a:r>
          </a:p>
        </p:txBody>
      </p:sp>
      <p:sp>
        <p:nvSpPr>
          <p:cNvPr id="9" name="Text Placeholder 8">
            <a:extLst>
              <a:ext uri="{FF2B5EF4-FFF2-40B4-BE49-F238E27FC236}">
                <a16:creationId xmlns:a16="http://schemas.microsoft.com/office/drawing/2014/main" id="{49775C37-EE38-450C-8269-79E50F8E88A0}"/>
              </a:ext>
            </a:extLst>
          </p:cNvPr>
          <p:cNvSpPr>
            <a:spLocks noGrp="1"/>
          </p:cNvSpPr>
          <p:nvPr>
            <p:ph type="body" sz="quarter" idx="12"/>
          </p:nvPr>
        </p:nvSpPr>
        <p:spPr>
          <a:xfrm>
            <a:off x="5926138" y="2655075"/>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a:t>Click to edit Master text styles</a:t>
            </a:r>
          </a:p>
        </p:txBody>
      </p:sp>
      <p:sp>
        <p:nvSpPr>
          <p:cNvPr id="10" name="Picture Placeholder 6">
            <a:extLst>
              <a:ext uri="{FF2B5EF4-FFF2-40B4-BE49-F238E27FC236}">
                <a16:creationId xmlns:a16="http://schemas.microsoft.com/office/drawing/2014/main" id="{7DC24117-8044-4F60-A59D-9F61002D6C8C}"/>
              </a:ext>
            </a:extLst>
          </p:cNvPr>
          <p:cNvSpPr>
            <a:spLocks noGrp="1"/>
          </p:cNvSpPr>
          <p:nvPr>
            <p:ph type="pic" sz="quarter" idx="13"/>
          </p:nvPr>
        </p:nvSpPr>
        <p:spPr>
          <a:xfrm>
            <a:off x="5924550" y="3331781"/>
            <a:ext cx="5429250" cy="2410686"/>
          </a:xfrm>
        </p:spPr>
        <p:txBody>
          <a:bodyPr/>
          <a:lstStyle>
            <a:lvl1pPr marL="0" indent="0">
              <a:buNone/>
              <a:defRPr/>
            </a:lvl1pPr>
          </a:lstStyle>
          <a:p>
            <a:r>
              <a:rPr lang="en-US"/>
              <a:t>Click icon to add picture</a:t>
            </a:r>
          </a:p>
        </p:txBody>
      </p:sp>
      <p:sp>
        <p:nvSpPr>
          <p:cNvPr id="11" name="Text Placeholder 8">
            <a:extLst>
              <a:ext uri="{FF2B5EF4-FFF2-40B4-BE49-F238E27FC236}">
                <a16:creationId xmlns:a16="http://schemas.microsoft.com/office/drawing/2014/main" id="{205F9606-8CF6-4C56-B2B6-E8A04B25F11E}"/>
              </a:ext>
            </a:extLst>
          </p:cNvPr>
          <p:cNvSpPr>
            <a:spLocks noGrp="1"/>
          </p:cNvSpPr>
          <p:nvPr>
            <p:ph type="body" sz="quarter" idx="14"/>
          </p:nvPr>
        </p:nvSpPr>
        <p:spPr>
          <a:xfrm>
            <a:off x="5924294" y="5767077"/>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188791383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Sub, Content &amp; 1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5429864" cy="1199822"/>
          </a:xfrm>
        </p:spPr>
        <p:txBody>
          <a:bodyPr/>
          <a:lstStyle/>
          <a:p>
            <a:r>
              <a:rPr lang="en-US"/>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5429864" cy="530454"/>
          </a:xfrm>
        </p:spPr>
        <p:txBody>
          <a:bodyPr>
            <a:noAutofit/>
          </a:bodyPr>
          <a:lstStyle>
            <a:lvl1pPr marL="0" indent="0">
              <a:buNone/>
              <a:defRPr sz="3200">
                <a:solidFill>
                  <a:schemeClr val="accent1"/>
                </a:solidFill>
                <a:latin typeface="+mn-lt"/>
              </a:defRPr>
            </a:lvl1pPr>
            <a:lvl2pPr marL="457200" indent="0">
              <a:buNone/>
              <a:defRPr/>
            </a:lvl2pPr>
          </a:lstStyle>
          <a:p>
            <a:pPr lvl="0"/>
            <a:r>
              <a:rPr lang="en-US"/>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0"/>
            <a:ext cx="5808406" cy="6400799"/>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102902697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Full pa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0" y="0"/>
            <a:ext cx="11734800" cy="6400799"/>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128283884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Quot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321115886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a:solidFill>
                  <a:schemeClr val="bg1"/>
                </a:solidFill>
              </a:defRPr>
            </a:lvl1pPr>
          </a:lstStyle>
          <a:p>
            <a:pPr lvl="0"/>
            <a:r>
              <a:rPr lang="en-US"/>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accent2"/>
                </a:solidFill>
                <a:latin typeface="+mn-lt"/>
              </a:defRPr>
            </a:lvl1pPr>
          </a:lstStyle>
          <a:p>
            <a:pPr lvl="0"/>
            <a:r>
              <a:rPr lang="en-US"/>
              <a:t>Click to edit Master text styles</a:t>
            </a:r>
          </a:p>
        </p:txBody>
      </p:sp>
      <p:sp>
        <p:nvSpPr>
          <p:cNvPr id="5" name="Rectangle 4">
            <a:extLst>
              <a:ext uri="{FF2B5EF4-FFF2-40B4-BE49-F238E27FC236}">
                <a16:creationId xmlns:a16="http://schemas.microsoft.com/office/drawing/2014/main" id="{A43DA6DA-63DC-460A-B2F4-6584E4114B06}"/>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7" name="Graphic 6">
            <a:extLst>
              <a:ext uri="{FF2B5EF4-FFF2-40B4-BE49-F238E27FC236}">
                <a16:creationId xmlns:a16="http://schemas.microsoft.com/office/drawing/2014/main" id="{EF26FFBC-3F56-4549-828C-9A20F03B19B1}"/>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1EBB8918-321F-4814-85AD-F9F7A8C67AEF}"/>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7DFBDE8F-8844-4DFF-BA21-35B58CB1D8AF}"/>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10" name="Rectangle 9">
            <a:extLst>
              <a:ext uri="{FF2B5EF4-FFF2-40B4-BE49-F238E27FC236}">
                <a16:creationId xmlns:a16="http://schemas.microsoft.com/office/drawing/2014/main" id="{D575CFAC-8A95-416C-AF0A-BE82C31DD56A}"/>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
        <p:nvSpPr>
          <p:cNvPr id="11" name="TextBox 10">
            <a:extLst>
              <a:ext uri="{FF2B5EF4-FFF2-40B4-BE49-F238E27FC236}">
                <a16:creationId xmlns:a16="http://schemas.microsoft.com/office/drawing/2014/main" id="{201852F3-59BE-4CC1-B2BF-0FAA22504E8B}"/>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85341564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Segu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1"/>
                </a:solidFill>
                <a:latin typeface="+mn-lt"/>
              </a:defRPr>
            </a:lvl1pPr>
          </a:lstStyle>
          <a:p>
            <a:pPr lvl="0"/>
            <a:r>
              <a:rPr lang="en-US"/>
              <a:t>Click to edit Master text styles</a:t>
            </a:r>
          </a:p>
        </p:txBody>
      </p:sp>
    </p:spTree>
    <p:extLst>
      <p:ext uri="{BB962C8B-B14F-4D97-AF65-F5344CB8AC3E}">
        <p14:creationId xmlns:p14="http://schemas.microsoft.com/office/powerpoint/2010/main" val="167404488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Segu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2"/>
                </a:solidFill>
                <a:latin typeface="+mn-lt"/>
              </a:defRPr>
            </a:lvl1pPr>
          </a:lstStyle>
          <a:p>
            <a:pPr lvl="0"/>
            <a:r>
              <a:rPr lang="en-US"/>
              <a:t>Click to edit Master text styles</a:t>
            </a:r>
          </a:p>
        </p:txBody>
      </p:sp>
      <p:sp>
        <p:nvSpPr>
          <p:cNvPr id="5" name="Rectangle 4">
            <a:extLst>
              <a:ext uri="{FF2B5EF4-FFF2-40B4-BE49-F238E27FC236}">
                <a16:creationId xmlns:a16="http://schemas.microsoft.com/office/drawing/2014/main" id="{3CEB7CF4-6E59-4F58-B339-D2AEFB0D202B}"/>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55FB7B45-0229-4BD9-84EB-963DE20FBDD7}"/>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57429892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and Content Blue A">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bg1"/>
                </a:solidFill>
              </a:defRPr>
            </a:lvl1pPr>
          </a:lstStyle>
          <a:p>
            <a:r>
              <a:rPr lang="en-US"/>
              <a:t>Click to edit Master title style</a:t>
            </a:r>
          </a:p>
        </p:txBody>
      </p:sp>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a:t>Click to edit Master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341B807F-E5A0-4B47-8126-0798D03DDEEE}"/>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44527858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Title and Content Blue B">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a:t>Click to edit Master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AF16FE66-F77C-48EC-9636-B0D3F1F816E2}"/>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330774613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and Content Whit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tx1"/>
                </a:solidFill>
              </a:defRPr>
            </a:lvl1pPr>
          </a:lstStyle>
          <a:p>
            <a:r>
              <a:rPr lang="en-US"/>
              <a:t>Click to edit Master title style</a:t>
            </a:r>
          </a:p>
        </p:txBody>
      </p:sp>
      <p:sp>
        <p:nvSpPr>
          <p:cNvPr id="17" name="Rectangle 16">
            <a:extLst>
              <a:ext uri="{FF2B5EF4-FFF2-40B4-BE49-F238E27FC236}">
                <a16:creationId xmlns:a16="http://schemas.microsoft.com/office/drawing/2014/main" id="{E32B7E3E-B537-4EE3-BA97-B90982F6C31B}"/>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tx1"/>
                </a:solidFill>
              </a:defRPr>
            </a:lvl1pPr>
          </a:lstStyle>
          <a:p>
            <a:pPr lvl="0"/>
            <a:r>
              <a:rPr lang="en-US"/>
              <a:t>Click to edit Master text styles</a:t>
            </a:r>
          </a:p>
        </p:txBody>
      </p:sp>
      <p:grpSp>
        <p:nvGrpSpPr>
          <p:cNvPr id="3" name="Group 2">
            <a:extLst>
              <a:ext uri="{FF2B5EF4-FFF2-40B4-BE49-F238E27FC236}">
                <a16:creationId xmlns:a16="http://schemas.microsoft.com/office/drawing/2014/main" id="{3506BD04-B5E7-422F-B321-54907EFDFDD8}"/>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gr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a:extLst>
              <a:ext uri="{FF2B5EF4-FFF2-40B4-BE49-F238E27FC236}">
                <a16:creationId xmlns:a16="http://schemas.microsoft.com/office/drawing/2014/main" id="{E175E17D-D74E-461D-9994-21701E9CF3FE}"/>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14734619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itle with Frame White">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828800"/>
            <a:ext cx="10557387" cy="3200400"/>
          </a:xfrm>
        </p:spPr>
        <p:txBody>
          <a:bodyPr>
            <a:normAutofit/>
          </a:bodyPr>
          <a:lstStyle>
            <a:lvl1pPr algn="ctr">
              <a:defRPr sz="4800">
                <a:solidFill>
                  <a:schemeClr val="accent1"/>
                </a:solidFill>
              </a:defRPr>
            </a:lvl1pPr>
          </a:lstStyle>
          <a:p>
            <a:r>
              <a:rPr lang="en-US"/>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42264871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Title with Frame Blue">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p:nvSpPr>
        <p:spPr>
          <a:xfrm>
            <a:off x="457200" y="464127"/>
            <a:ext cx="11286348" cy="594483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776845"/>
            <a:ext cx="10557387" cy="3304310"/>
          </a:xfrm>
        </p:spPr>
        <p:txBody>
          <a:bodyPr>
            <a:normAutofit/>
          </a:bodyPr>
          <a:lstStyle>
            <a:lvl1pPr algn="ctr">
              <a:defRPr sz="4800">
                <a:solidFill>
                  <a:schemeClr val="bg1"/>
                </a:solidFill>
              </a:defRPr>
            </a:lvl1pPr>
          </a:lstStyle>
          <a:p>
            <a:r>
              <a:rPr lang="en-US"/>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pic>
        <p:nvPicPr>
          <p:cNvPr id="6" name="Graphic 5">
            <a:extLst>
              <a:ext uri="{FF2B5EF4-FFF2-40B4-BE49-F238E27FC236}">
                <a16:creationId xmlns:a16="http://schemas.microsoft.com/office/drawing/2014/main" id="{5DDBF953-491D-46D1-9B3A-9BACF5F24487}"/>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F2B9AAD6-9860-4DB3-B7F8-14D9F7EC7EC8}"/>
              </a:ext>
              <a:ext uri="{C183D7F6-B498-43B3-948B-1728B52AA6E4}">
                <adec:decorative xmlns:adec="http://schemas.microsoft.com/office/drawing/2017/decorative" val="1"/>
              </a:ext>
            </a:extLst>
          </p:cNvPr>
          <p:cNvSpPr/>
          <p:nvPr/>
        </p:nvSpPr>
        <p:spPr>
          <a:xfrm>
            <a:off x="5537995" y="6510549"/>
            <a:ext cx="1116010" cy="246221"/>
          </a:xfrm>
          <a:prstGeom prst="rect">
            <a:avLst/>
          </a:prstGeom>
        </p:spPr>
        <p:txBody>
          <a:bodyPr wrap="none">
            <a:spAutoFit/>
          </a:bodyPr>
          <a:lstStyle/>
          <a:p>
            <a:pPr algn="ctr"/>
            <a:r>
              <a:rPr lang="en-US" sz="1000">
                <a:solidFill>
                  <a:schemeClr val="bg1"/>
                </a:solidFill>
                <a:ea typeface="Intel Clear" panose="020B0604020203020204" pitchFamily="34" charset="0"/>
                <a:cs typeface="Times New Roman" panose="02020603050405020304" pitchFamily="18" charset="0"/>
              </a:rPr>
              <a:t>Intel Confidential</a:t>
            </a:r>
          </a:p>
        </p:txBody>
      </p:sp>
      <p:sp>
        <p:nvSpPr>
          <p:cNvPr id="8" name="Rectangle 7">
            <a:extLst>
              <a:ext uri="{FF2B5EF4-FFF2-40B4-BE49-F238E27FC236}">
                <a16:creationId xmlns:a16="http://schemas.microsoft.com/office/drawing/2014/main" id="{02595309-FEF7-41EA-9715-F4426DF07254}"/>
              </a:ext>
              <a:ext uri="{C183D7F6-B498-43B3-948B-1728B52AA6E4}">
                <adec:decorative xmlns:adec="http://schemas.microsoft.com/office/drawing/2017/decorative" val="1"/>
              </a:ext>
            </a:extLst>
          </p:cNvPr>
          <p:cNvSpPr/>
          <p:nvPr/>
        </p:nvSpPr>
        <p:spPr>
          <a:xfrm>
            <a:off x="286365" y="6510549"/>
            <a:ext cx="2379177" cy="246221"/>
          </a:xfrm>
          <a:prstGeom prst="rect">
            <a:avLst/>
          </a:prstGeom>
        </p:spPr>
        <p:txBody>
          <a:bodyPr wrap="none">
            <a:spAutoFit/>
          </a:bodyPr>
          <a:lstStyle/>
          <a:p>
            <a:pPr algn="l"/>
            <a:r>
              <a:rPr lang="en-US" sz="1000">
                <a:solidFill>
                  <a:schemeClr val="bg1"/>
                </a:solidFill>
                <a:ea typeface="Intel Clear" panose="020B0604020203020204" pitchFamily="34" charset="0"/>
                <a:cs typeface="Times New Roman" panose="02020603050405020304" pitchFamily="18" charset="0"/>
              </a:rPr>
              <a:t>CCG CPE Client Customer Engineering</a:t>
            </a:r>
          </a:p>
        </p:txBody>
      </p:sp>
    </p:spTree>
    <p:extLst>
      <p:ext uri="{BB962C8B-B14F-4D97-AF65-F5344CB8AC3E}">
        <p14:creationId xmlns:p14="http://schemas.microsoft.com/office/powerpoint/2010/main" val="302853587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Intel Logo">
    <p:bg>
      <p:bgPr>
        <a:solidFill>
          <a:schemeClr val="accent1"/>
        </a:solidFill>
        <a:effectLst/>
      </p:bgPr>
    </p:bg>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81D5E138-8800-4F6C-BD71-5E098EFFE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4381" y="2626737"/>
            <a:ext cx="4052408" cy="1643927"/>
          </a:xfrm>
          <a:prstGeom prst="rect">
            <a:avLst/>
          </a:prstGeom>
        </p:spPr>
      </p:pic>
    </p:spTree>
    <p:extLst>
      <p:ext uri="{BB962C8B-B14F-4D97-AF65-F5344CB8AC3E}">
        <p14:creationId xmlns:p14="http://schemas.microsoft.com/office/powerpoint/2010/main" val="214789257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0D8C4AB-0E52-425C-8831-A71925AB8D4C}" type="slidenum">
              <a:rPr lang="en-US" smtClean="0"/>
              <a:t>‹#›</a:t>
            </a:fld>
            <a:endParaRPr lang="en-US"/>
          </a:p>
        </p:txBody>
      </p:sp>
      <p:sp>
        <p:nvSpPr>
          <p:cNvPr id="7"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solidFill>
                  <a:schemeClr val="tx2"/>
                </a:solidFill>
              </a:defRPr>
            </a:lvl2pPr>
            <a:lvl3pPr>
              <a:defRPr sz="2400">
                <a:solidFill>
                  <a:schemeClr val="tx2"/>
                </a:solidFill>
              </a:defRPr>
            </a:lvl3pPr>
            <a:lvl4pPr>
              <a:defRPr sz="2133">
                <a:solidFill>
                  <a:schemeClr val="tx2"/>
                </a:solidFill>
              </a:defRPr>
            </a:lvl4pPr>
            <a:lvl5pPr>
              <a:defRPr>
                <a:solidFill>
                  <a:schemeClr val="tx2"/>
                </a:solidFill>
              </a:defRPr>
            </a:lvl5pPr>
          </a:lstStyle>
          <a:p>
            <a:pPr lvl="0"/>
            <a:r>
              <a:rPr lang="en-US"/>
              <a:t>18pt Intel Clear body text</a:t>
            </a:r>
          </a:p>
          <a:p>
            <a:pPr lvl="1"/>
            <a:r>
              <a:rPr lang="en-US"/>
              <a:t>18pt Intel Clear bullet one</a:t>
            </a:r>
          </a:p>
          <a:p>
            <a:pPr lvl="2"/>
            <a:r>
              <a:rPr lang="en-US"/>
              <a:t>18pt Intel Clear sub-bullet</a:t>
            </a:r>
          </a:p>
          <a:p>
            <a:pPr lvl="3"/>
            <a:r>
              <a:rPr lang="en-US"/>
              <a:t>16pt Intel Clear fourth level</a:t>
            </a:r>
          </a:p>
          <a:p>
            <a:pPr lvl="4"/>
            <a:r>
              <a:rPr lang="en-US" err="1"/>
              <a:t>14pt</a:t>
            </a:r>
            <a:r>
              <a:rPr lang="en-US"/>
              <a:t> Intel Clear fifth level</a:t>
            </a:r>
          </a:p>
        </p:txBody>
      </p:sp>
    </p:spTree>
    <p:extLst>
      <p:ext uri="{BB962C8B-B14F-4D97-AF65-F5344CB8AC3E}">
        <p14:creationId xmlns:p14="http://schemas.microsoft.com/office/powerpoint/2010/main" val="2918347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bg1">
                    <a:alpha val="90000"/>
                  </a:schemeClr>
                </a:solidFill>
                <a:latin typeface="Intel Clear Pro" panose="020B0804020202060201" pitchFamily="34" charset="0"/>
                <a:cs typeface="Intel Clear Pro" panose="020B0804020202060201" pitchFamily="34" charset="0"/>
              </a:defRPr>
            </a:lvl1pPr>
          </a:lstStyle>
          <a:p>
            <a:r>
              <a:rPr lang="en-US"/>
              <a:t>54pt Intel Clear Pro</a:t>
            </a:r>
            <a:br>
              <a:rPr lang="en-US"/>
            </a:br>
            <a:r>
              <a:rPr lang="en-US"/>
              <a:t>blue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i="0" baseline="0">
                <a:solidFill>
                  <a:srgbClr val="F3D54E"/>
                </a:solidFill>
                <a:latin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a:t>16pt Intel Clear Subhead</a:t>
            </a:r>
          </a:p>
        </p:txBody>
      </p:sp>
    </p:spTree>
    <p:extLst>
      <p:ext uri="{BB962C8B-B14F-4D97-AF65-F5344CB8AC3E}">
        <p14:creationId xmlns:p14="http://schemas.microsoft.com/office/powerpoint/2010/main" val="308344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69587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8" y="2"/>
            <a:ext cx="5954183" cy="6358465"/>
          </a:xfrm>
          <a:solidFill>
            <a:schemeClr val="bg2">
              <a:lumMod val="60000"/>
              <a:lumOff val="40000"/>
            </a:schemeClr>
          </a:solidFill>
        </p:spPr>
        <p:txBody>
          <a:bodyPr/>
          <a:lstStyle>
            <a:lvl1pPr>
              <a:defRPr baseline="0"/>
            </a:lvl1pPr>
          </a:lstStyle>
          <a:p>
            <a:r>
              <a:rPr lang="en-US"/>
              <a:t>Insert photo here. Drag picture to placeholder or click icon to add.</a:t>
            </a:r>
          </a:p>
        </p:txBody>
      </p:sp>
      <p:sp>
        <p:nvSpPr>
          <p:cNvPr id="2" name="Title 1"/>
          <p:cNvSpPr>
            <a:spLocks noGrp="1"/>
          </p:cNvSpPr>
          <p:nvPr>
            <p:ph type="title" hasCustomPrompt="1"/>
          </p:nvPr>
        </p:nvSpPr>
        <p:spPr>
          <a:xfrm>
            <a:off x="607484" y="411797"/>
            <a:ext cx="5342467" cy="1158240"/>
          </a:xfrm>
        </p:spPr>
        <p:txBody>
          <a:bodyPr>
            <a:noAutofit/>
          </a:bodyPr>
          <a:lstStyle>
            <a:lvl1pPr>
              <a:defRPr sz="3733" b="0" i="0" baseline="0">
                <a:solidFill>
                  <a:schemeClr val="tx2"/>
                </a:solidFill>
                <a:latin typeface="Intel Clear"/>
                <a:cs typeface="Intel Clear"/>
              </a:defRPr>
            </a:lvl1pPr>
          </a:lstStyle>
          <a:p>
            <a:r>
              <a:rPr lang="en-US"/>
              <a:t>28pt Intel Clear Headline</a:t>
            </a:r>
          </a:p>
        </p:txBody>
      </p:sp>
      <p:sp>
        <p:nvSpPr>
          <p:cNvPr id="6" name="Slide Number Placeholder 5"/>
          <p:cNvSpPr>
            <a:spLocks noGrp="1"/>
          </p:cNvSpPr>
          <p:nvPr>
            <p:ph type="sldNum" sz="quarter" idx="12"/>
          </p:nvPr>
        </p:nvSpPr>
        <p:spPr>
          <a:xfrm>
            <a:off x="9163136" y="6432516"/>
            <a:ext cx="2844800" cy="365125"/>
          </a:xfrm>
        </p:spPr>
        <p:txBody>
          <a:bodyPr/>
          <a:lstStyle/>
          <a:p>
            <a:fld id="{10D8C4AB-0E52-425C-8831-A71925AB8D4C}" type="slidenum">
              <a:rPr lang="en-US" smtClean="0"/>
              <a:t>‹#›</a:t>
            </a:fld>
            <a:endParaRPr lang="en-US"/>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867" dirty="0" smtClean="0">
                <a:solidFill>
                  <a:schemeClr val="tx2"/>
                </a:solidFill>
              </a:defRPr>
            </a:lvl3pPr>
            <a:lvl4pPr>
              <a:defRPr lang="en-US" sz="1600" dirty="0" smtClean="0">
                <a:solidFill>
                  <a:schemeClr val="tx2"/>
                </a:solidFill>
              </a:defRPr>
            </a:lvl4pPr>
            <a:lvl5pPr>
              <a:defRPr lang="en-US" sz="1600" dirty="0">
                <a:solidFill>
                  <a:schemeClr val="tx2"/>
                </a:solidFill>
              </a:defRPr>
            </a:lvl5pPr>
          </a:lstStyle>
          <a:p>
            <a:pPr marR="0" lvl="0" fontAlgn="auto">
              <a:lnSpc>
                <a:spcPct val="100000"/>
              </a:lnSpc>
              <a:buClrTx/>
              <a:buSzTx/>
              <a:tabLst/>
            </a:pPr>
            <a:r>
              <a:rPr lang="en-US"/>
              <a:t>18pt Intel Clear body text</a:t>
            </a:r>
          </a:p>
          <a:p>
            <a:pPr marR="0" lvl="1" fontAlgn="auto">
              <a:lnSpc>
                <a:spcPct val="100000"/>
              </a:lnSpc>
              <a:spcAft>
                <a:spcPts val="0"/>
              </a:spcAft>
              <a:buClrTx/>
              <a:buSzTx/>
              <a:tabLst/>
            </a:pPr>
            <a:r>
              <a:rPr lang="en-US"/>
              <a:t>16pt Intel Clear bullet one</a:t>
            </a:r>
          </a:p>
          <a:p>
            <a:pPr lvl="2"/>
            <a:r>
              <a:rPr lang="en-US" err="1"/>
              <a:t>14pt</a:t>
            </a:r>
            <a:r>
              <a:rPr lang="en-US"/>
              <a:t> Intel Clear third level</a:t>
            </a:r>
          </a:p>
          <a:p>
            <a:pPr lvl="3"/>
            <a:r>
              <a:rPr lang="en-US" err="1"/>
              <a:t>12pt</a:t>
            </a:r>
            <a:r>
              <a:rPr lang="en-US"/>
              <a:t> Intel Clear fourth level</a:t>
            </a:r>
          </a:p>
          <a:p>
            <a:pPr lvl="4"/>
            <a:r>
              <a:rPr lang="en-US" err="1"/>
              <a:t>12pt</a:t>
            </a:r>
            <a:r>
              <a:rPr lang="en-US"/>
              <a:t> Intel Clear fifth level</a:t>
            </a:r>
          </a:p>
        </p:txBody>
      </p:sp>
    </p:spTree>
    <p:extLst>
      <p:ext uri="{BB962C8B-B14F-4D97-AF65-F5344CB8AC3E}">
        <p14:creationId xmlns:p14="http://schemas.microsoft.com/office/powerpoint/2010/main" val="167781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4030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pic>
        <p:nvPicPr>
          <p:cNvPr id="16" name="Picture 15" descr="A drawing of a face&#10;&#10;Description automatically generated">
            <a:extLst>
              <a:ext uri="{FF2B5EF4-FFF2-40B4-BE49-F238E27FC236}">
                <a16:creationId xmlns:a16="http://schemas.microsoft.com/office/drawing/2014/main" id="{8AFB984C-9A91-4EB3-B85D-041DDC3C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57965" y="35589"/>
            <a:ext cx="524435" cy="356616"/>
          </a:xfrm>
          <a:prstGeom prst="rect">
            <a:avLst/>
          </a:prstGeom>
        </p:spPr>
      </p:pic>
    </p:spTree>
    <p:extLst>
      <p:ext uri="{BB962C8B-B14F-4D97-AF65-F5344CB8AC3E}">
        <p14:creationId xmlns:p14="http://schemas.microsoft.com/office/powerpoint/2010/main" val="826141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1_Title and 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163136" y="6432516"/>
            <a:ext cx="2844800" cy="365125"/>
          </a:xfrm>
          <a:prstGeom prst="rect">
            <a:avLst/>
          </a:prstGeom>
        </p:spPr>
        <p:txBody>
          <a:bodyPr/>
          <a:lstStyle>
            <a:lvl1pPr>
              <a:defRPr>
                <a:solidFill>
                  <a:schemeClr val="bg1"/>
                </a:solidFill>
              </a:defRPr>
            </a:lvl1pPr>
          </a:lstStyle>
          <a:p>
            <a:fld id="{10D8C4AB-0E52-425C-8831-A71925AB8D4C}" type="slidenum">
              <a:rPr lang="en-US" smtClean="0"/>
              <a:t>‹#›</a:t>
            </a:fld>
            <a:endParaRPr lang="en-US"/>
          </a:p>
        </p:txBody>
      </p:sp>
      <p:sp>
        <p:nvSpPr>
          <p:cNvPr id="7" name="Title 6"/>
          <p:cNvSpPr>
            <a:spLocks noGrp="1"/>
          </p:cNvSpPr>
          <p:nvPr>
            <p:ph type="title" hasCustomPrompt="1"/>
          </p:nvPr>
        </p:nvSpPr>
        <p:spPr>
          <a:xfrm>
            <a:off x="630928" y="245253"/>
            <a:ext cx="10141373" cy="1158240"/>
          </a:xfrm>
        </p:spPr>
        <p:txBody>
          <a:bodyPr vert="horz" lIns="0" tIns="0" rIns="0" bIns="0" rtlCol="0" anchor="ctr" anchorCtr="0">
            <a:noAutofit/>
          </a:bodyPr>
          <a:lstStyle>
            <a:lvl1pPr>
              <a:defRPr lang="en-US" sz="5867" dirty="0">
                <a:effectLst>
                  <a:outerShdw blurRad="38100" dist="38100" dir="2700000" algn="tl">
                    <a:srgbClr val="000000">
                      <a:alpha val="43137"/>
                    </a:srgbClr>
                  </a:outerShdw>
                </a:effectLst>
                <a:latin typeface="+mj-lt"/>
                <a:ea typeface="Intel Clear" panose="020B0604020203020204" pitchFamily="34" charset="0"/>
                <a:cs typeface="Intel Clear" panose="020B0604020203020204" pitchFamily="34" charset="0"/>
              </a:defRPr>
            </a:lvl1pPr>
          </a:lstStyle>
          <a:p>
            <a:pPr lvl="0"/>
            <a:r>
              <a:rPr lang="en-US"/>
              <a:t>48pt Intel Clear pro Headline</a:t>
            </a:r>
          </a:p>
        </p:txBody>
      </p:sp>
      <p:sp>
        <p:nvSpPr>
          <p:cNvPr id="9" name="Content Placeholder 8"/>
          <p:cNvSpPr>
            <a:spLocks noGrp="1"/>
          </p:cNvSpPr>
          <p:nvPr>
            <p:ph sz="quarter" idx="13" hasCustomPrompt="1"/>
          </p:nvPr>
        </p:nvSpPr>
        <p:spPr>
          <a:xfrm>
            <a:off x="632884" y="1557247"/>
            <a:ext cx="10139416" cy="4567767"/>
          </a:xfrm>
        </p:spPr>
        <p:txBody>
          <a:bodyPr/>
          <a:lstStyle>
            <a:lvl1pPr>
              <a:defRPr sz="2133">
                <a:solidFill>
                  <a:schemeClr val="bg1"/>
                </a:solidFill>
              </a:defRPr>
            </a:lvl1pPr>
            <a:lvl2pPr>
              <a:defRPr sz="2133">
                <a:solidFill>
                  <a:schemeClr val="bg1"/>
                </a:solidFill>
              </a:defRPr>
            </a:lvl2pPr>
            <a:lvl3pPr>
              <a:defRPr sz="2133">
                <a:solidFill>
                  <a:schemeClr val="bg1"/>
                </a:solidFill>
              </a:defRPr>
            </a:lvl3pPr>
            <a:lvl4pPr>
              <a:defRPr sz="1867">
                <a:solidFill>
                  <a:schemeClr val="bg1"/>
                </a:solidFill>
              </a:defRPr>
            </a:lvl4pPr>
            <a:lvl5pPr>
              <a:defRPr sz="1600">
                <a:solidFill>
                  <a:schemeClr val="bg1"/>
                </a:solidFill>
              </a:defRPr>
            </a:lvl5pPr>
          </a:lstStyle>
          <a:p>
            <a:pPr lvl="0"/>
            <a:r>
              <a:rPr lang="en-US"/>
              <a:t>18pt Intel Clear body text</a:t>
            </a:r>
          </a:p>
          <a:p>
            <a:pPr lvl="1"/>
            <a:r>
              <a:rPr lang="en-US"/>
              <a:t>18pt Intel Clear bullet one</a:t>
            </a:r>
          </a:p>
          <a:p>
            <a:pPr lvl="2"/>
            <a:r>
              <a:rPr lang="en-US"/>
              <a:t>18pt Intel Clear sub-bullet</a:t>
            </a:r>
          </a:p>
          <a:p>
            <a:pPr lvl="3"/>
            <a:r>
              <a:rPr lang="en-US"/>
              <a:t>16pt Intel Clear fourth level</a:t>
            </a:r>
          </a:p>
          <a:p>
            <a:pPr lvl="4"/>
            <a:r>
              <a:rPr lang="en-US" err="1"/>
              <a:t>14pt</a:t>
            </a:r>
            <a:r>
              <a:rPr lang="en-US"/>
              <a:t> Intel Clear fifth level</a:t>
            </a:r>
          </a:p>
        </p:txBody>
      </p:sp>
      <p:sp>
        <p:nvSpPr>
          <p:cNvPr id="5" name="Footer Placeholder 4"/>
          <p:cNvSpPr>
            <a:spLocks noGrp="1"/>
          </p:cNvSpPr>
          <p:nvPr>
            <p:ph type="ftr" sz="quarter" idx="3"/>
          </p:nvPr>
        </p:nvSpPr>
        <p:spPr>
          <a:xfrm>
            <a:off x="169333" y="6431461"/>
            <a:ext cx="4114800" cy="366183"/>
          </a:xfrm>
          <a:prstGeom prst="rect">
            <a:avLst/>
          </a:prstGeom>
        </p:spPr>
        <p:txBody>
          <a:bodyPr vert="horz" lIns="0" tIns="0" rIns="0" bIns="0" rtlCol="0" anchor="ctr"/>
          <a:lstStyle>
            <a:lvl1pPr algn="l">
              <a:defRPr lang="en-US" sz="1067" dirty="0">
                <a:solidFill>
                  <a:prstClr val="white"/>
                </a:solidFill>
                <a:cs typeface="Intel Clear"/>
              </a:defRPr>
            </a:lvl1pPr>
          </a:lstStyle>
          <a:p>
            <a:endParaRPr lang="en-US"/>
          </a:p>
        </p:txBody>
      </p:sp>
    </p:spTree>
    <p:extLst>
      <p:ext uri="{BB962C8B-B14F-4D97-AF65-F5344CB8AC3E}">
        <p14:creationId xmlns:p14="http://schemas.microsoft.com/office/powerpoint/2010/main" val="38009421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tx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699742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678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596009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9129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680629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191991" y="211577"/>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32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41446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230902" y="133349"/>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32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230902" y="125516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63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182264" y="185908"/>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182264" y="1799485"/>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182264" y="1272433"/>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8977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122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36997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1_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282550"/>
            <a:ext cx="11010901" cy="50054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852465"/>
            <a:ext cx="11006138"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566739" y="2707009"/>
            <a:ext cx="11006138"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6D2E9C0F-1893-60EC-834D-8DD96B45AECD}"/>
              </a:ext>
            </a:extLst>
          </p:cNvPr>
          <p:cNvSpPr>
            <a:spLocks noGrp="1"/>
          </p:cNvSpPr>
          <p:nvPr>
            <p:ph sz="quarter" idx="29"/>
          </p:nvPr>
        </p:nvSpPr>
        <p:spPr>
          <a:xfrm>
            <a:off x="566739" y="4571574"/>
            <a:ext cx="11006138"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360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r>
              <a:rPr lang="en-US"/>
              <a:t>Click icon to add picture</a:t>
            </a:r>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r>
              <a:rPr lang="en-US"/>
              <a:t>Click icon to add picture</a:t>
            </a:r>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749465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r>
              <a:rPr lang="en-US"/>
              <a:t>Click icon to add picture</a:t>
            </a:r>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538914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r>
              <a:rPr lang="en-US"/>
              <a:t>Click icon to add picture</a:t>
            </a:r>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85378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r>
              <a:rPr lang="en-US"/>
              <a:t>Click to edit Master text styles</a:t>
            </a:r>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530702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r>
              <a:rPr lang="en-US"/>
              <a:t>Click to edit Master text styles</a:t>
            </a:r>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644272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336851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p:nvSpPr>
        <p:spPr>
          <a:xfrm>
            <a:off x="2022222" y="6484394"/>
            <a:ext cx="8794395" cy="369909"/>
          </a:xfrm>
          <a:prstGeom prst="rect">
            <a:avLst/>
          </a:prstGeom>
        </p:spPr>
        <p:txBody>
          <a:bodyPr wrap="none">
            <a:spAutoFit/>
          </a:bodyPr>
          <a:lstStyle/>
          <a:p>
            <a:pPr algn="ctr">
              <a:spcBef>
                <a:spcPts val="0"/>
              </a:spcBef>
            </a:pPr>
            <a:r>
              <a:rPr lang="en-US" sz="1000">
                <a:solidFill>
                  <a:schemeClr val="bg1"/>
                </a:solidFill>
              </a:rPr>
              <a:t>*Other names and brands may be claimed as the property of others. </a:t>
            </a:r>
          </a:p>
          <a:p>
            <a:pPr algn="ctr">
              <a:spcBef>
                <a:spcPts val="0"/>
              </a:spcBef>
            </a:pPr>
            <a:r>
              <a:rPr lang="en-US" sz="1000">
                <a:solidFill>
                  <a:schemeClr val="bg1"/>
                </a:solidFill>
              </a:rPr>
              <a:t>All products, computer systems, dates and figures specified are preliminary based on current expectations, and are subject to change without notice. </a:t>
            </a:r>
          </a:p>
        </p:txBody>
      </p:sp>
      <p:sp>
        <p:nvSpPr>
          <p:cNvPr id="14" name="Rectangle 13">
            <a:extLst>
              <a:ext uri="{FF2B5EF4-FFF2-40B4-BE49-F238E27FC236}">
                <a16:creationId xmlns:a16="http://schemas.microsoft.com/office/drawing/2014/main" id="{2588B335-02FC-4504-AF46-DF56B2EC52E4}"/>
              </a:ext>
            </a:extLst>
          </p:cNvPr>
          <p:cNvSpPr/>
          <p:nvPr/>
        </p:nvSpPr>
        <p:spPr>
          <a:xfrm>
            <a:off x="483010" y="6562504"/>
            <a:ext cx="1184940" cy="231410"/>
          </a:xfrm>
          <a:prstGeom prst="rect">
            <a:avLst/>
          </a:prstGeom>
        </p:spPr>
        <p:txBody>
          <a:bodyPr wrap="none">
            <a:spAutoFit/>
          </a:bodyPr>
          <a:lstStyle/>
          <a:p>
            <a:pPr algn="l"/>
            <a:r>
              <a:rPr lang="en-US" sz="1000">
                <a:solidFill>
                  <a:schemeClr val="bg1"/>
                </a:solidFill>
              </a:rPr>
              <a:t>Intel Confidential</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521994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p:nvSpPr>
        <p:spPr>
          <a:xfrm>
            <a:off x="102316" y="6543018"/>
            <a:ext cx="1184940" cy="231410"/>
          </a:xfrm>
          <a:prstGeom prst="rect">
            <a:avLst/>
          </a:prstGeom>
        </p:spPr>
        <p:txBody>
          <a:bodyPr wrap="none">
            <a:spAutoFit/>
          </a:bodyPr>
          <a:lstStyle/>
          <a:p>
            <a:pPr algn="ctr"/>
            <a:r>
              <a:rPr lang="en-US" sz="1000">
                <a:solidFill>
                  <a:schemeClr val="bg1"/>
                </a:solidFill>
              </a:rPr>
              <a:t>Intel Confidential</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8" name="Text Box 121">
            <a:extLst>
              <a:ext uri="{FF2B5EF4-FFF2-40B4-BE49-F238E27FC236}">
                <a16:creationId xmlns:a16="http://schemas.microsoft.com/office/drawing/2014/main" id="{A9DD8E51-6ED4-4881-A400-DC030BB30B54}"/>
              </a:ext>
            </a:extLst>
          </p:cNvPr>
          <p:cNvSpPr txBox="1">
            <a:spLocks noChangeArrowheads="1"/>
          </p:cNvSpPr>
          <p:nvPr/>
        </p:nvSpPr>
        <p:spPr bwMode="auto">
          <a:xfrm>
            <a:off x="2230572"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771750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p:nvSpPr>
        <p:spPr>
          <a:xfrm>
            <a:off x="276823" y="6522563"/>
            <a:ext cx="1184940" cy="231410"/>
          </a:xfrm>
          <a:prstGeom prst="rect">
            <a:avLst/>
          </a:prstGeom>
        </p:spPr>
        <p:txBody>
          <a:bodyPr wrap="none">
            <a:spAutoFit/>
          </a:bodyPr>
          <a:lstStyle/>
          <a:p>
            <a:pPr algn="ctr"/>
            <a:r>
              <a:rPr lang="en-US" sz="1000">
                <a:solidFill>
                  <a:schemeClr val="bg1"/>
                </a:solidFill>
              </a:rPr>
              <a:t>Intel Confidential</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Text Box 121">
            <a:extLst>
              <a:ext uri="{FF2B5EF4-FFF2-40B4-BE49-F238E27FC236}">
                <a16:creationId xmlns:a16="http://schemas.microsoft.com/office/drawing/2014/main" id="{92730D51-E005-4E4E-9008-EABB534E2625}"/>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146126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p:nvSpPr>
        <p:spPr>
          <a:xfrm>
            <a:off x="274362"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6" name="Text Box 121">
            <a:extLst>
              <a:ext uri="{FF2B5EF4-FFF2-40B4-BE49-F238E27FC236}">
                <a16:creationId xmlns:a16="http://schemas.microsoft.com/office/drawing/2014/main" id="{8119044A-0FB3-4067-A997-D8DE161781CA}"/>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290269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30703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3346745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24" name="Rectangle 23">
            <a:extLst>
              <a:ext uri="{FF2B5EF4-FFF2-40B4-BE49-F238E27FC236}">
                <a16:creationId xmlns:a16="http://schemas.microsoft.com/office/drawing/2014/main" id="{562FEA03-1122-4C36-ACD1-DA42FB8A03DC}"/>
              </a:ext>
            </a:extLst>
          </p:cNvPr>
          <p:cNvSpPr/>
          <p:nvPr/>
        </p:nvSpPr>
        <p:spPr>
          <a:xfrm>
            <a:off x="483010" y="6562504"/>
            <a:ext cx="1184940" cy="231410"/>
          </a:xfrm>
          <a:prstGeom prst="rect">
            <a:avLst/>
          </a:prstGeom>
        </p:spPr>
        <p:txBody>
          <a:bodyPr wrap="none">
            <a:spAutoFit/>
          </a:bodyPr>
          <a:lstStyle/>
          <a:p>
            <a:pPr algn="l"/>
            <a:r>
              <a:rPr lang="en-US" sz="1000">
                <a:solidFill>
                  <a:schemeClr val="bg1"/>
                </a:solidFill>
              </a:rPr>
              <a:t>Intel Confidential</a:t>
            </a:r>
          </a:p>
        </p:txBody>
      </p:sp>
      <p:sp>
        <p:nvSpPr>
          <p:cNvPr id="25" name="Rectangle 24">
            <a:extLst>
              <a:ext uri="{FF2B5EF4-FFF2-40B4-BE49-F238E27FC236}">
                <a16:creationId xmlns:a16="http://schemas.microsoft.com/office/drawing/2014/main" id="{373D4EB9-5CAF-4B81-91EA-AD490D0B13E4}"/>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Text Box 121">
            <a:extLst>
              <a:ext uri="{FF2B5EF4-FFF2-40B4-BE49-F238E27FC236}">
                <a16:creationId xmlns:a16="http://schemas.microsoft.com/office/drawing/2014/main" id="{9C6D1370-A8ED-477F-A9F6-EA8DEC886B72}"/>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308613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64916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p:extLst>
              <p:ext uri="{D42A27DB-BD31-4B8C-83A1-F6EECF244321}">
                <p14:modId xmlns:p14="http://schemas.microsoft.com/office/powerpoint/2010/main" val="1313791928"/>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933671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9" name="Rectangle 8">
            <a:extLst>
              <a:ext uri="{FF2B5EF4-FFF2-40B4-BE49-F238E27FC236}">
                <a16:creationId xmlns:a16="http://schemas.microsoft.com/office/drawing/2014/main" id="{F6E1F1A6-2FDF-4676-B713-F9746DD3A821}"/>
              </a:ext>
            </a:extLst>
          </p:cNvPr>
          <p:cNvSpPr/>
          <p:nvPr/>
        </p:nvSpPr>
        <p:spPr>
          <a:xfrm>
            <a:off x="483010" y="6562504"/>
            <a:ext cx="1184940" cy="231410"/>
          </a:xfrm>
          <a:prstGeom prst="rect">
            <a:avLst/>
          </a:prstGeom>
        </p:spPr>
        <p:txBody>
          <a:bodyPr wrap="none">
            <a:spAutoFit/>
          </a:bodyPr>
          <a:lstStyle/>
          <a:p>
            <a:pPr algn="l"/>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1" name="Text Box 121">
            <a:extLst>
              <a:ext uri="{FF2B5EF4-FFF2-40B4-BE49-F238E27FC236}">
                <a16:creationId xmlns:a16="http://schemas.microsoft.com/office/drawing/2014/main" id="{5578AA58-0FFC-40AA-B63D-50D6FA2EA9B9}"/>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5013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9" name="Rectangle 8">
            <a:extLst>
              <a:ext uri="{FF2B5EF4-FFF2-40B4-BE49-F238E27FC236}">
                <a16:creationId xmlns:a16="http://schemas.microsoft.com/office/drawing/2014/main" id="{EC2CF38D-B95A-4CD5-8F7D-86EA9C709AD4}"/>
              </a:ext>
            </a:extLst>
          </p:cNvPr>
          <p:cNvSpPr/>
          <p:nvPr/>
        </p:nvSpPr>
        <p:spPr>
          <a:xfrm>
            <a:off x="483010" y="6562504"/>
            <a:ext cx="1184940" cy="231410"/>
          </a:xfrm>
          <a:prstGeom prst="rect">
            <a:avLst/>
          </a:prstGeom>
        </p:spPr>
        <p:txBody>
          <a:bodyPr wrap="none">
            <a:spAutoFit/>
          </a:bodyPr>
          <a:lstStyle/>
          <a:p>
            <a:pPr algn="l"/>
            <a:r>
              <a:rPr lang="en-US" sz="1000">
                <a:solidFill>
                  <a:schemeClr val="bg1"/>
                </a:solidFill>
              </a:rPr>
              <a:t>Intel Confidential</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1" name="Text Box 121">
            <a:extLst>
              <a:ext uri="{FF2B5EF4-FFF2-40B4-BE49-F238E27FC236}">
                <a16:creationId xmlns:a16="http://schemas.microsoft.com/office/drawing/2014/main" id="{1A54C6D9-11D2-4D8C-81C2-7DC81249A330}"/>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1"/>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426552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7186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7D56C-5E11-488A-AB75-BC846497530E}"/>
              </a:ext>
            </a:extLst>
          </p:cNvPr>
          <p:cNvSpPr>
            <a:spLocks noGrp="1"/>
          </p:cNvSpPr>
          <p:nvPr>
            <p:ph type="title"/>
          </p:nvPr>
        </p:nvSpPr>
        <p:spPr/>
        <p:txBody>
          <a:bodyPr/>
          <a:lstStyle>
            <a:lvl1pPr>
              <a:defRPr/>
            </a:lvl1pPr>
          </a:lstStyle>
          <a:p>
            <a:r>
              <a:rPr lang="en-US"/>
              <a:t>Click to edit Master title style</a:t>
            </a:r>
          </a:p>
        </p:txBody>
      </p:sp>
      <p:sp>
        <p:nvSpPr>
          <p:cNvPr id="4" name="Slide Number Placeholder 3">
            <a:extLst>
              <a:ext uri="{FF2B5EF4-FFF2-40B4-BE49-F238E27FC236}">
                <a16:creationId xmlns:a16="http://schemas.microsoft.com/office/drawing/2014/main" id="{04731177-2C18-4F0C-ACAC-45D61B5C1520}"/>
              </a:ext>
            </a:extLst>
          </p:cNvPr>
          <p:cNvSpPr>
            <a:spLocks noGrp="1"/>
          </p:cNvSpPr>
          <p:nvPr>
            <p:ph type="sldNum" sz="quarter" idx="10"/>
          </p:nvPr>
        </p:nvSpPr>
        <p:spPr/>
        <p:txBody>
          <a:bodyPr/>
          <a:lstStyle/>
          <a:p>
            <a:fld id="{C7FA42B8-83DE-4718-B156-3346D1CB38F4}" type="slidenum">
              <a:rPr lang="en-US" smtClean="0"/>
              <a:t>‹#›</a:t>
            </a:fld>
            <a:endParaRPr lang="en-US"/>
          </a:p>
        </p:txBody>
      </p:sp>
    </p:spTree>
    <p:extLst>
      <p:ext uri="{BB962C8B-B14F-4D97-AF65-F5344CB8AC3E}">
        <p14:creationId xmlns:p14="http://schemas.microsoft.com/office/powerpoint/2010/main" val="359169472"/>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cSld name="Content and Two Images Dark">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F721C90-48C8-48E9-89AF-EB1B8052E311}"/>
              </a:ext>
            </a:extLst>
          </p:cNvPr>
          <p:cNvSpPr/>
          <p:nvPr/>
        </p:nvSpPr>
        <p:spPr>
          <a:xfrm>
            <a:off x="0" y="6426200"/>
            <a:ext cx="11760199" cy="431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GB">
              <a:solidFill>
                <a:schemeClr val="bg1"/>
              </a:solidFill>
            </a:endParaRPr>
          </a:p>
        </p:txBody>
      </p:sp>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431800" y="431799"/>
            <a:ext cx="3708000" cy="1223963"/>
          </a:xfrm>
        </p:spPr>
        <p:txBody>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431800" y="1655763"/>
            <a:ext cx="3708000" cy="43354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B8FCC9-BF00-41DA-9F14-DEDC6C997DD2}"/>
              </a:ext>
            </a:extLst>
          </p:cNvPr>
          <p:cNvSpPr>
            <a:spLocks noGrp="1"/>
          </p:cNvSpPr>
          <p:nvPr>
            <p:ph type="dt" sz="half" idx="10"/>
          </p:nvPr>
        </p:nvSpPr>
        <p:spPr/>
        <p:txBody>
          <a:bodyPr/>
          <a:lstStyle>
            <a:lvl1pPr>
              <a:lnSpc>
                <a:spcPct val="100000"/>
              </a:lnSpc>
              <a:defRPr>
                <a:solidFill>
                  <a:schemeClr val="bg1"/>
                </a:solidFill>
              </a:defRPr>
            </a:lvl1pPr>
          </a:lstStyle>
          <a:p>
            <a:fld id="{B67E6FE9-6CFF-4421-92DA-D1DF05E2D9FD}" type="datetimeFigureOut">
              <a:rPr lang="en-US" smtClean="0"/>
              <a:t>5/5/2026</a:t>
            </a:fld>
            <a:endParaRPr lang="en-US"/>
          </a:p>
        </p:txBody>
      </p:sp>
      <p:sp>
        <p:nvSpPr>
          <p:cNvPr id="5" name="Footer Placeholder 4">
            <a:extLst>
              <a:ext uri="{FF2B5EF4-FFF2-40B4-BE49-F238E27FC236}">
                <a16:creationId xmlns:a16="http://schemas.microsoft.com/office/drawing/2014/main" id="{09BFD4B9-FC69-49A8-A7F9-CDB9AF0F9C67}"/>
              </a:ext>
            </a:extLst>
          </p:cNvPr>
          <p:cNvSpPr>
            <a:spLocks noGrp="1"/>
          </p:cNvSpPr>
          <p:nvPr>
            <p:ph type="ftr" sz="quarter" idx="11"/>
          </p:nvPr>
        </p:nvSpPr>
        <p:spPr/>
        <p:txBody>
          <a:bodyPr/>
          <a:lstStyle>
            <a:lvl1pPr>
              <a:lnSpc>
                <a:spcPct val="100000"/>
              </a:lnSpc>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FE845C3D-650F-4C33-896D-A3B63B63A667}"/>
              </a:ext>
            </a:extLst>
          </p:cNvPr>
          <p:cNvSpPr>
            <a:spLocks noGrp="1"/>
          </p:cNvSpPr>
          <p:nvPr>
            <p:ph type="sldNum" sz="quarter" idx="12"/>
          </p:nvPr>
        </p:nvSpPr>
        <p:spPr/>
        <p:txBody>
          <a:bodyPr/>
          <a:lstStyle>
            <a:lvl1pPr>
              <a:lnSpc>
                <a:spcPct val="100000"/>
              </a:lnSpc>
              <a:defRPr>
                <a:solidFill>
                  <a:schemeClr val="bg1"/>
                </a:solidFill>
              </a:defRPr>
            </a:lvl1pPr>
          </a:lstStyle>
          <a:p>
            <a:fld id="{C7FA42B8-83DE-4718-B156-3346D1CB38F4}" type="slidenum">
              <a:rPr lang="en-US" smtClean="0"/>
              <a:t>‹#›</a:t>
            </a:fld>
            <a:endParaRPr lang="en-US"/>
          </a:p>
        </p:txBody>
      </p:sp>
      <p:sp>
        <p:nvSpPr>
          <p:cNvPr id="7" name="TextBox 6">
            <a:extLst>
              <a:ext uri="{FF2B5EF4-FFF2-40B4-BE49-F238E27FC236}">
                <a16:creationId xmlns:a16="http://schemas.microsoft.com/office/drawing/2014/main" id="{76D7B048-EC32-46D0-93DE-92352085DB27}"/>
              </a:ext>
            </a:extLst>
          </p:cNvPr>
          <p:cNvSpPr txBox="1"/>
          <p:nvPr/>
        </p:nvSpPr>
        <p:spPr>
          <a:xfrm>
            <a:off x="4682836" y="6426200"/>
            <a:ext cx="2826328" cy="431800"/>
          </a:xfrm>
          <a:prstGeom prst="rect">
            <a:avLst/>
          </a:prstGeom>
          <a:noFill/>
        </p:spPr>
        <p:txBody>
          <a:bodyPr wrap="square" lIns="0" tIns="0" rIns="0" bIns="0" rtlCol="0" anchor="ctr">
            <a:noAutofit/>
          </a:bodyPr>
          <a:lstStyle/>
          <a:p>
            <a:pPr algn="ctr">
              <a:lnSpc>
                <a:spcPct val="100000"/>
              </a:lnSpc>
            </a:pPr>
            <a:r>
              <a:rPr lang="en-GB" sz="1200">
                <a:solidFill>
                  <a:schemeClr val="bg1"/>
                </a:solidFill>
              </a:rPr>
              <a:t>Intel Confidential</a:t>
            </a:r>
          </a:p>
        </p:txBody>
      </p:sp>
      <p:sp>
        <p:nvSpPr>
          <p:cNvPr id="9" name="Rectangle 8">
            <a:extLst>
              <a:ext uri="{FF2B5EF4-FFF2-40B4-BE49-F238E27FC236}">
                <a16:creationId xmlns:a16="http://schemas.microsoft.com/office/drawing/2014/main" id="{20278897-FBF8-48B5-9B0C-49652A04E840}"/>
              </a:ext>
            </a:extLst>
          </p:cNvPr>
          <p:cNvSpPr/>
          <p:nvPr/>
        </p:nvSpPr>
        <p:spPr>
          <a:xfrm>
            <a:off x="11760200" y="0"/>
            <a:ext cx="431799" cy="6426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GB">
              <a:solidFill>
                <a:schemeClr val="bg1"/>
              </a:solidFill>
            </a:endParaRPr>
          </a:p>
        </p:txBody>
      </p:sp>
      <p:sp>
        <p:nvSpPr>
          <p:cNvPr id="11" name="Picture Placeholder 10">
            <a:extLst>
              <a:ext uri="{FF2B5EF4-FFF2-40B4-BE49-F238E27FC236}">
                <a16:creationId xmlns:a16="http://schemas.microsoft.com/office/drawing/2014/main" id="{8BDC9AF2-97F1-4570-ADDB-223E3C1002BC}"/>
              </a:ext>
            </a:extLst>
          </p:cNvPr>
          <p:cNvSpPr>
            <a:spLocks noGrp="1"/>
          </p:cNvSpPr>
          <p:nvPr>
            <p:ph type="pic" sz="quarter" idx="13"/>
          </p:nvPr>
        </p:nvSpPr>
        <p:spPr>
          <a:xfrm>
            <a:off x="6095999" y="431800"/>
            <a:ext cx="5230813" cy="2700000"/>
          </a:xfrm>
          <a:solidFill>
            <a:schemeClr val="bg1">
              <a:lumMod val="95000"/>
            </a:schemeClr>
          </a:solidFill>
        </p:spPr>
        <p:txBody>
          <a:bodyPr/>
          <a:lstStyle>
            <a:lvl1pPr>
              <a:defRPr>
                <a:solidFill>
                  <a:schemeClr val="tx2"/>
                </a:solidFill>
              </a:defRPr>
            </a:lvl1pPr>
          </a:lstStyle>
          <a:p>
            <a:r>
              <a:rPr lang="en-US"/>
              <a:t>Click icon to add picture</a:t>
            </a:r>
            <a:endParaRPr lang="ar-AE"/>
          </a:p>
        </p:txBody>
      </p:sp>
      <p:sp>
        <p:nvSpPr>
          <p:cNvPr id="12" name="Picture Placeholder 10">
            <a:extLst>
              <a:ext uri="{FF2B5EF4-FFF2-40B4-BE49-F238E27FC236}">
                <a16:creationId xmlns:a16="http://schemas.microsoft.com/office/drawing/2014/main" id="{5795632B-59C5-47E6-BE93-8C1F67BE296F}"/>
              </a:ext>
            </a:extLst>
          </p:cNvPr>
          <p:cNvSpPr>
            <a:spLocks noGrp="1"/>
          </p:cNvSpPr>
          <p:nvPr>
            <p:ph type="pic" sz="quarter" idx="14"/>
          </p:nvPr>
        </p:nvSpPr>
        <p:spPr>
          <a:xfrm>
            <a:off x="6096000" y="3384000"/>
            <a:ext cx="5230813" cy="2700000"/>
          </a:xfrm>
          <a:solidFill>
            <a:schemeClr val="bg1">
              <a:lumMod val="95000"/>
            </a:schemeClr>
          </a:solidFill>
        </p:spPr>
        <p:txBody>
          <a:bodyPr/>
          <a:lstStyle>
            <a:lvl1pPr>
              <a:defRPr>
                <a:solidFill>
                  <a:schemeClr val="tx2"/>
                </a:solidFill>
              </a:defRPr>
            </a:lvl1pPr>
          </a:lstStyle>
          <a:p>
            <a:r>
              <a:rPr lang="en-US"/>
              <a:t>Click icon to add picture</a:t>
            </a:r>
            <a:endParaRPr lang="ar-AE"/>
          </a:p>
        </p:txBody>
      </p:sp>
      <p:grpSp>
        <p:nvGrpSpPr>
          <p:cNvPr id="16" name="Group 4">
            <a:extLst>
              <a:ext uri="{FF2B5EF4-FFF2-40B4-BE49-F238E27FC236}">
                <a16:creationId xmlns:a16="http://schemas.microsoft.com/office/drawing/2014/main" id="{691CECE5-3DF0-42FD-809E-515EDF20E547}"/>
              </a:ext>
            </a:extLst>
          </p:cNvPr>
          <p:cNvGrpSpPr>
            <a:grpSpLocks noChangeAspect="1"/>
          </p:cNvGrpSpPr>
          <p:nvPr/>
        </p:nvGrpSpPr>
        <p:grpSpPr bwMode="auto">
          <a:xfrm>
            <a:off x="11131200" y="6543620"/>
            <a:ext cx="507600" cy="196960"/>
            <a:chOff x="0" y="670"/>
            <a:chExt cx="7680" cy="2980"/>
          </a:xfrm>
          <a:solidFill>
            <a:schemeClr val="bg1"/>
          </a:solidFill>
        </p:grpSpPr>
        <p:sp>
          <p:nvSpPr>
            <p:cNvPr id="17" name="Rectangle 5">
              <a:extLst>
                <a:ext uri="{FF2B5EF4-FFF2-40B4-BE49-F238E27FC236}">
                  <a16:creationId xmlns:a16="http://schemas.microsoft.com/office/drawing/2014/main" id="{20CCAE69-9C59-4A0F-B925-8877C93087E0}"/>
                </a:ext>
              </a:extLst>
            </p:cNvPr>
            <p:cNvSpPr>
              <a:spLocks noChangeArrowheads="1"/>
            </p:cNvSpPr>
            <p:nvPr userDrawn="1"/>
          </p:nvSpPr>
          <p:spPr bwMode="auto">
            <a:xfrm>
              <a:off x="0" y="711"/>
              <a:ext cx="556" cy="55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6">
              <a:extLst>
                <a:ext uri="{FF2B5EF4-FFF2-40B4-BE49-F238E27FC236}">
                  <a16:creationId xmlns:a16="http://schemas.microsoft.com/office/drawing/2014/main" id="{59DF7462-282E-4EA3-BEEA-BEC2DEC16534}"/>
                </a:ext>
              </a:extLst>
            </p:cNvPr>
            <p:cNvSpPr>
              <a:spLocks noEditPoints="1"/>
            </p:cNvSpPr>
            <p:nvPr userDrawn="1"/>
          </p:nvSpPr>
          <p:spPr bwMode="auto">
            <a:xfrm>
              <a:off x="14" y="670"/>
              <a:ext cx="7050" cy="2980"/>
            </a:xfrm>
            <a:custGeom>
              <a:avLst/>
              <a:gdLst>
                <a:gd name="T0" fmla="*/ 0 w 4614"/>
                <a:gd name="T1" fmla="*/ 612 h 1949"/>
                <a:gd name="T2" fmla="*/ 346 w 4614"/>
                <a:gd name="T3" fmla="*/ 1923 h 1949"/>
                <a:gd name="T4" fmla="*/ 2635 w 4614"/>
                <a:gd name="T5" fmla="*/ 1936 h 1949"/>
                <a:gd name="T6" fmla="*/ 2510 w 4614"/>
                <a:gd name="T7" fmla="*/ 1607 h 1949"/>
                <a:gd name="T8" fmla="*/ 2393 w 4614"/>
                <a:gd name="T9" fmla="*/ 1492 h 1949"/>
                <a:gd name="T10" fmla="*/ 2385 w 4614"/>
                <a:gd name="T11" fmla="*/ 907 h 1949"/>
                <a:gd name="T12" fmla="*/ 2635 w 4614"/>
                <a:gd name="T13" fmla="*/ 612 h 1949"/>
                <a:gd name="T14" fmla="*/ 2385 w 4614"/>
                <a:gd name="T15" fmla="*/ 101 h 1949"/>
                <a:gd name="T16" fmla="*/ 2039 w 4614"/>
                <a:gd name="T17" fmla="*/ 1368 h 1949"/>
                <a:gd name="T18" fmla="*/ 2159 w 4614"/>
                <a:gd name="T19" fmla="*/ 1812 h 1949"/>
                <a:gd name="T20" fmla="*/ 2591 w 4614"/>
                <a:gd name="T21" fmla="*/ 1936 h 1949"/>
                <a:gd name="T22" fmla="*/ 4614 w 4614"/>
                <a:gd name="T23" fmla="*/ 0 h 1949"/>
                <a:gd name="T24" fmla="*/ 4269 w 4614"/>
                <a:gd name="T25" fmla="*/ 1923 h 1949"/>
                <a:gd name="T26" fmla="*/ 4614 w 4614"/>
                <a:gd name="T27" fmla="*/ 0 h 1949"/>
                <a:gd name="T28" fmla="*/ 1305 w 4614"/>
                <a:gd name="T29" fmla="*/ 585 h 1949"/>
                <a:gd name="T30" fmla="*/ 907 w 4614"/>
                <a:gd name="T31" fmla="*/ 776 h 1949"/>
                <a:gd name="T32" fmla="*/ 888 w 4614"/>
                <a:gd name="T33" fmla="*/ 778 h 1949"/>
                <a:gd name="T34" fmla="*/ 547 w 4614"/>
                <a:gd name="T35" fmla="*/ 612 h 1949"/>
                <a:gd name="T36" fmla="*/ 890 w 4614"/>
                <a:gd name="T37" fmla="*/ 1923 h 1949"/>
                <a:gd name="T38" fmla="*/ 891 w 4614"/>
                <a:gd name="T39" fmla="*/ 1273 h 1949"/>
                <a:gd name="T40" fmla="*/ 982 w 4614"/>
                <a:gd name="T41" fmla="*/ 977 h 1949"/>
                <a:gd name="T42" fmla="*/ 1427 w 4614"/>
                <a:gd name="T43" fmla="*/ 975 h 1949"/>
                <a:gd name="T44" fmla="*/ 1502 w 4614"/>
                <a:gd name="T45" fmla="*/ 1229 h 1949"/>
                <a:gd name="T46" fmla="*/ 1502 w 4614"/>
                <a:gd name="T47" fmla="*/ 1923 h 1949"/>
                <a:gd name="T48" fmla="*/ 1851 w 4614"/>
                <a:gd name="T49" fmla="*/ 1178 h 1949"/>
                <a:gd name="T50" fmla="*/ 4089 w 4614"/>
                <a:gd name="T51" fmla="*/ 1265 h 1949"/>
                <a:gd name="T52" fmla="*/ 3900 w 4614"/>
                <a:gd name="T53" fmla="*/ 783 h 1949"/>
                <a:gd name="T54" fmla="*/ 3412 w 4614"/>
                <a:gd name="T55" fmla="*/ 585 h 1949"/>
                <a:gd name="T56" fmla="*/ 2929 w 4614"/>
                <a:gd name="T57" fmla="*/ 785 h 1949"/>
                <a:gd name="T58" fmla="*/ 2730 w 4614"/>
                <a:gd name="T59" fmla="*/ 1267 h 1949"/>
                <a:gd name="T60" fmla="*/ 2923 w 4614"/>
                <a:gd name="T61" fmla="*/ 1750 h 1949"/>
                <a:gd name="T62" fmla="*/ 3423 w 4614"/>
                <a:gd name="T63" fmla="*/ 1949 h 1949"/>
                <a:gd name="T64" fmla="*/ 3757 w 4614"/>
                <a:gd name="T65" fmla="*/ 1503 h 1949"/>
                <a:gd name="T66" fmla="*/ 3187 w 4614"/>
                <a:gd name="T67" fmla="*/ 1582 h 1949"/>
                <a:gd name="T68" fmla="*/ 3059 w 4614"/>
                <a:gd name="T69" fmla="*/ 1388 h 1949"/>
                <a:gd name="T70" fmla="*/ 4089 w 4614"/>
                <a:gd name="T71" fmla="*/ 1265 h 1949"/>
                <a:gd name="T72" fmla="*/ 3409 w 4614"/>
                <a:gd name="T73" fmla="*/ 881 h 1949"/>
                <a:gd name="T74" fmla="*/ 3062 w 4614"/>
                <a:gd name="T75" fmla="*/ 1144 h 19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614" h="1949">
                  <a:moveTo>
                    <a:pt x="346" y="612"/>
                  </a:moveTo>
                  <a:cubicBezTo>
                    <a:pt x="0" y="612"/>
                    <a:pt x="0" y="612"/>
                    <a:pt x="0" y="612"/>
                  </a:cubicBezTo>
                  <a:cubicBezTo>
                    <a:pt x="0" y="1923"/>
                    <a:pt x="0" y="1923"/>
                    <a:pt x="0" y="1923"/>
                  </a:cubicBezTo>
                  <a:cubicBezTo>
                    <a:pt x="346" y="1923"/>
                    <a:pt x="346" y="1923"/>
                    <a:pt x="346" y="1923"/>
                  </a:cubicBezTo>
                  <a:lnTo>
                    <a:pt x="346" y="612"/>
                  </a:lnTo>
                  <a:close/>
                  <a:moveTo>
                    <a:pt x="2635" y="1936"/>
                  </a:moveTo>
                  <a:cubicBezTo>
                    <a:pt x="2635" y="1615"/>
                    <a:pt x="2635" y="1615"/>
                    <a:pt x="2635" y="1615"/>
                  </a:cubicBezTo>
                  <a:cubicBezTo>
                    <a:pt x="2584" y="1614"/>
                    <a:pt x="2542" y="1612"/>
                    <a:pt x="2510" y="1607"/>
                  </a:cubicBezTo>
                  <a:cubicBezTo>
                    <a:pt x="2474" y="1601"/>
                    <a:pt x="2447" y="1589"/>
                    <a:pt x="2429" y="1571"/>
                  </a:cubicBezTo>
                  <a:cubicBezTo>
                    <a:pt x="2411" y="1552"/>
                    <a:pt x="2398" y="1526"/>
                    <a:pt x="2393" y="1492"/>
                  </a:cubicBezTo>
                  <a:cubicBezTo>
                    <a:pt x="2387" y="1460"/>
                    <a:pt x="2385" y="1417"/>
                    <a:pt x="2385" y="1366"/>
                  </a:cubicBezTo>
                  <a:cubicBezTo>
                    <a:pt x="2385" y="907"/>
                    <a:pt x="2385" y="907"/>
                    <a:pt x="2385" y="907"/>
                  </a:cubicBezTo>
                  <a:cubicBezTo>
                    <a:pt x="2635" y="907"/>
                    <a:pt x="2635" y="907"/>
                    <a:pt x="2635" y="907"/>
                  </a:cubicBezTo>
                  <a:cubicBezTo>
                    <a:pt x="2635" y="612"/>
                    <a:pt x="2635" y="612"/>
                    <a:pt x="2635" y="612"/>
                  </a:cubicBezTo>
                  <a:cubicBezTo>
                    <a:pt x="2385" y="612"/>
                    <a:pt x="2385" y="612"/>
                    <a:pt x="2385" y="612"/>
                  </a:cubicBezTo>
                  <a:cubicBezTo>
                    <a:pt x="2385" y="101"/>
                    <a:pt x="2385" y="101"/>
                    <a:pt x="2385" y="101"/>
                  </a:cubicBezTo>
                  <a:cubicBezTo>
                    <a:pt x="2039" y="101"/>
                    <a:pt x="2039" y="101"/>
                    <a:pt x="2039" y="101"/>
                  </a:cubicBezTo>
                  <a:cubicBezTo>
                    <a:pt x="2039" y="1368"/>
                    <a:pt x="2039" y="1368"/>
                    <a:pt x="2039" y="1368"/>
                  </a:cubicBezTo>
                  <a:cubicBezTo>
                    <a:pt x="2039" y="1475"/>
                    <a:pt x="2049" y="1566"/>
                    <a:pt x="2067" y="1639"/>
                  </a:cubicBezTo>
                  <a:cubicBezTo>
                    <a:pt x="2085" y="1710"/>
                    <a:pt x="2116" y="1769"/>
                    <a:pt x="2159" y="1812"/>
                  </a:cubicBezTo>
                  <a:cubicBezTo>
                    <a:pt x="2202" y="1856"/>
                    <a:pt x="2259" y="1888"/>
                    <a:pt x="2328" y="1907"/>
                  </a:cubicBezTo>
                  <a:cubicBezTo>
                    <a:pt x="2397" y="1926"/>
                    <a:pt x="2486" y="1936"/>
                    <a:pt x="2591" y="1936"/>
                  </a:cubicBezTo>
                  <a:lnTo>
                    <a:pt x="2635" y="1936"/>
                  </a:lnTo>
                  <a:close/>
                  <a:moveTo>
                    <a:pt x="4614" y="0"/>
                  </a:moveTo>
                  <a:cubicBezTo>
                    <a:pt x="4269" y="0"/>
                    <a:pt x="4269" y="0"/>
                    <a:pt x="4269" y="0"/>
                  </a:cubicBezTo>
                  <a:cubicBezTo>
                    <a:pt x="4269" y="1923"/>
                    <a:pt x="4269" y="1923"/>
                    <a:pt x="4269" y="1923"/>
                  </a:cubicBezTo>
                  <a:cubicBezTo>
                    <a:pt x="4614" y="1923"/>
                    <a:pt x="4614" y="1923"/>
                    <a:pt x="4614" y="1923"/>
                  </a:cubicBezTo>
                  <a:lnTo>
                    <a:pt x="4614" y="0"/>
                  </a:lnTo>
                  <a:close/>
                  <a:moveTo>
                    <a:pt x="1706" y="741"/>
                  </a:moveTo>
                  <a:cubicBezTo>
                    <a:pt x="1611" y="638"/>
                    <a:pt x="1476" y="585"/>
                    <a:pt x="1305" y="585"/>
                  </a:cubicBezTo>
                  <a:cubicBezTo>
                    <a:pt x="1222" y="585"/>
                    <a:pt x="1146" y="602"/>
                    <a:pt x="1078" y="636"/>
                  </a:cubicBezTo>
                  <a:cubicBezTo>
                    <a:pt x="1010" y="669"/>
                    <a:pt x="953" y="716"/>
                    <a:pt x="907" y="776"/>
                  </a:cubicBezTo>
                  <a:cubicBezTo>
                    <a:pt x="888" y="800"/>
                    <a:pt x="888" y="800"/>
                    <a:pt x="888" y="800"/>
                  </a:cubicBezTo>
                  <a:cubicBezTo>
                    <a:pt x="888" y="778"/>
                    <a:pt x="888" y="778"/>
                    <a:pt x="888" y="778"/>
                  </a:cubicBezTo>
                  <a:cubicBezTo>
                    <a:pt x="888" y="612"/>
                    <a:pt x="888" y="612"/>
                    <a:pt x="888" y="612"/>
                  </a:cubicBezTo>
                  <a:cubicBezTo>
                    <a:pt x="547" y="612"/>
                    <a:pt x="547" y="612"/>
                    <a:pt x="547" y="612"/>
                  </a:cubicBezTo>
                  <a:cubicBezTo>
                    <a:pt x="547" y="1923"/>
                    <a:pt x="547" y="1923"/>
                    <a:pt x="547" y="1923"/>
                  </a:cubicBezTo>
                  <a:cubicBezTo>
                    <a:pt x="890" y="1923"/>
                    <a:pt x="890" y="1923"/>
                    <a:pt x="890" y="1923"/>
                  </a:cubicBezTo>
                  <a:cubicBezTo>
                    <a:pt x="890" y="1224"/>
                    <a:pt x="890" y="1224"/>
                    <a:pt x="890" y="1224"/>
                  </a:cubicBezTo>
                  <a:cubicBezTo>
                    <a:pt x="891" y="1273"/>
                    <a:pt x="891" y="1273"/>
                    <a:pt x="891" y="1273"/>
                  </a:cubicBezTo>
                  <a:cubicBezTo>
                    <a:pt x="891" y="1265"/>
                    <a:pt x="891" y="1257"/>
                    <a:pt x="891" y="1249"/>
                  </a:cubicBezTo>
                  <a:cubicBezTo>
                    <a:pt x="895" y="1127"/>
                    <a:pt x="925" y="1035"/>
                    <a:pt x="982" y="977"/>
                  </a:cubicBezTo>
                  <a:cubicBezTo>
                    <a:pt x="1043" y="916"/>
                    <a:pt x="1117" y="884"/>
                    <a:pt x="1201" y="884"/>
                  </a:cubicBezTo>
                  <a:cubicBezTo>
                    <a:pt x="1301" y="884"/>
                    <a:pt x="1377" y="915"/>
                    <a:pt x="1427" y="975"/>
                  </a:cubicBezTo>
                  <a:cubicBezTo>
                    <a:pt x="1477" y="1034"/>
                    <a:pt x="1502" y="1118"/>
                    <a:pt x="1502" y="1226"/>
                  </a:cubicBezTo>
                  <a:cubicBezTo>
                    <a:pt x="1502" y="1229"/>
                    <a:pt x="1502" y="1229"/>
                    <a:pt x="1502" y="1229"/>
                  </a:cubicBezTo>
                  <a:cubicBezTo>
                    <a:pt x="1502" y="1229"/>
                    <a:pt x="1502" y="1229"/>
                    <a:pt x="1502" y="1229"/>
                  </a:cubicBezTo>
                  <a:cubicBezTo>
                    <a:pt x="1502" y="1923"/>
                    <a:pt x="1502" y="1923"/>
                    <a:pt x="1502" y="1923"/>
                  </a:cubicBezTo>
                  <a:cubicBezTo>
                    <a:pt x="1851" y="1923"/>
                    <a:pt x="1851" y="1923"/>
                    <a:pt x="1851" y="1923"/>
                  </a:cubicBezTo>
                  <a:cubicBezTo>
                    <a:pt x="1851" y="1178"/>
                    <a:pt x="1851" y="1178"/>
                    <a:pt x="1851" y="1178"/>
                  </a:cubicBezTo>
                  <a:cubicBezTo>
                    <a:pt x="1851" y="992"/>
                    <a:pt x="1802" y="844"/>
                    <a:pt x="1706" y="741"/>
                  </a:cubicBezTo>
                  <a:moveTo>
                    <a:pt x="4089" y="1265"/>
                  </a:moveTo>
                  <a:cubicBezTo>
                    <a:pt x="4089" y="1171"/>
                    <a:pt x="4072" y="1081"/>
                    <a:pt x="4039" y="1000"/>
                  </a:cubicBezTo>
                  <a:cubicBezTo>
                    <a:pt x="4006" y="918"/>
                    <a:pt x="3959" y="845"/>
                    <a:pt x="3900" y="783"/>
                  </a:cubicBezTo>
                  <a:cubicBezTo>
                    <a:pt x="3841" y="721"/>
                    <a:pt x="3769" y="673"/>
                    <a:pt x="3686" y="638"/>
                  </a:cubicBezTo>
                  <a:cubicBezTo>
                    <a:pt x="3603" y="603"/>
                    <a:pt x="3511" y="585"/>
                    <a:pt x="3412" y="585"/>
                  </a:cubicBezTo>
                  <a:cubicBezTo>
                    <a:pt x="3318" y="585"/>
                    <a:pt x="3228" y="603"/>
                    <a:pt x="3146" y="639"/>
                  </a:cubicBezTo>
                  <a:cubicBezTo>
                    <a:pt x="3063" y="675"/>
                    <a:pt x="2990" y="724"/>
                    <a:pt x="2929" y="785"/>
                  </a:cubicBezTo>
                  <a:cubicBezTo>
                    <a:pt x="2868" y="846"/>
                    <a:pt x="2819" y="918"/>
                    <a:pt x="2784" y="1001"/>
                  </a:cubicBezTo>
                  <a:cubicBezTo>
                    <a:pt x="2748" y="1084"/>
                    <a:pt x="2730" y="1173"/>
                    <a:pt x="2730" y="1267"/>
                  </a:cubicBezTo>
                  <a:cubicBezTo>
                    <a:pt x="2730" y="1361"/>
                    <a:pt x="2747" y="1451"/>
                    <a:pt x="2781" y="1534"/>
                  </a:cubicBezTo>
                  <a:cubicBezTo>
                    <a:pt x="2815" y="1616"/>
                    <a:pt x="2863" y="1689"/>
                    <a:pt x="2923" y="1750"/>
                  </a:cubicBezTo>
                  <a:cubicBezTo>
                    <a:pt x="2983" y="1811"/>
                    <a:pt x="3056" y="1860"/>
                    <a:pt x="3142" y="1895"/>
                  </a:cubicBezTo>
                  <a:cubicBezTo>
                    <a:pt x="3227" y="1931"/>
                    <a:pt x="3321" y="1949"/>
                    <a:pt x="3423" y="1949"/>
                  </a:cubicBezTo>
                  <a:cubicBezTo>
                    <a:pt x="3715" y="1949"/>
                    <a:pt x="3897" y="1816"/>
                    <a:pt x="4006" y="1692"/>
                  </a:cubicBezTo>
                  <a:cubicBezTo>
                    <a:pt x="3757" y="1503"/>
                    <a:pt x="3757" y="1503"/>
                    <a:pt x="3757" y="1503"/>
                  </a:cubicBezTo>
                  <a:cubicBezTo>
                    <a:pt x="3705" y="1565"/>
                    <a:pt x="3580" y="1649"/>
                    <a:pt x="3425" y="1649"/>
                  </a:cubicBezTo>
                  <a:cubicBezTo>
                    <a:pt x="3328" y="1649"/>
                    <a:pt x="3248" y="1627"/>
                    <a:pt x="3187" y="1582"/>
                  </a:cubicBezTo>
                  <a:cubicBezTo>
                    <a:pt x="3126" y="1538"/>
                    <a:pt x="3084" y="1476"/>
                    <a:pt x="3062" y="1400"/>
                  </a:cubicBezTo>
                  <a:cubicBezTo>
                    <a:pt x="3059" y="1388"/>
                    <a:pt x="3059" y="1388"/>
                    <a:pt x="3059" y="1388"/>
                  </a:cubicBezTo>
                  <a:cubicBezTo>
                    <a:pt x="4089" y="1388"/>
                    <a:pt x="4089" y="1388"/>
                    <a:pt x="4089" y="1388"/>
                  </a:cubicBezTo>
                  <a:lnTo>
                    <a:pt x="4089" y="1265"/>
                  </a:lnTo>
                  <a:close/>
                  <a:moveTo>
                    <a:pt x="3062" y="1144"/>
                  </a:moveTo>
                  <a:cubicBezTo>
                    <a:pt x="3061" y="1048"/>
                    <a:pt x="3172" y="881"/>
                    <a:pt x="3409" y="881"/>
                  </a:cubicBezTo>
                  <a:cubicBezTo>
                    <a:pt x="3647" y="881"/>
                    <a:pt x="3757" y="1048"/>
                    <a:pt x="3757" y="1144"/>
                  </a:cubicBezTo>
                  <a:lnTo>
                    <a:pt x="3062" y="1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7">
              <a:extLst>
                <a:ext uri="{FF2B5EF4-FFF2-40B4-BE49-F238E27FC236}">
                  <a16:creationId xmlns:a16="http://schemas.microsoft.com/office/drawing/2014/main" id="{B7BAF319-7673-43FD-98EF-507D49E95B0D}"/>
                </a:ext>
              </a:extLst>
            </p:cNvPr>
            <p:cNvSpPr>
              <a:spLocks noEditPoints="1"/>
            </p:cNvSpPr>
            <p:nvPr userDrawn="1"/>
          </p:nvSpPr>
          <p:spPr bwMode="auto">
            <a:xfrm>
              <a:off x="7290" y="3237"/>
              <a:ext cx="390" cy="392"/>
            </a:xfrm>
            <a:custGeom>
              <a:avLst/>
              <a:gdLst>
                <a:gd name="T0" fmla="*/ 245 w 255"/>
                <a:gd name="T1" fmla="*/ 79 h 256"/>
                <a:gd name="T2" fmla="*/ 218 w 255"/>
                <a:gd name="T3" fmla="*/ 38 h 256"/>
                <a:gd name="T4" fmla="*/ 177 w 255"/>
                <a:gd name="T5" fmla="*/ 10 h 256"/>
                <a:gd name="T6" fmla="*/ 127 w 255"/>
                <a:gd name="T7" fmla="*/ 0 h 256"/>
                <a:gd name="T8" fmla="*/ 78 w 255"/>
                <a:gd name="T9" fmla="*/ 10 h 256"/>
                <a:gd name="T10" fmla="*/ 37 w 255"/>
                <a:gd name="T11" fmla="*/ 38 h 256"/>
                <a:gd name="T12" fmla="*/ 10 w 255"/>
                <a:gd name="T13" fmla="*/ 79 h 256"/>
                <a:gd name="T14" fmla="*/ 0 w 255"/>
                <a:gd name="T15" fmla="*/ 128 h 256"/>
                <a:gd name="T16" fmla="*/ 10 w 255"/>
                <a:gd name="T17" fmla="*/ 178 h 256"/>
                <a:gd name="T18" fmla="*/ 37 w 255"/>
                <a:gd name="T19" fmla="*/ 218 h 256"/>
                <a:gd name="T20" fmla="*/ 78 w 255"/>
                <a:gd name="T21" fmla="*/ 246 h 256"/>
                <a:gd name="T22" fmla="*/ 127 w 255"/>
                <a:gd name="T23" fmla="*/ 256 h 256"/>
                <a:gd name="T24" fmla="*/ 177 w 255"/>
                <a:gd name="T25" fmla="*/ 246 h 256"/>
                <a:gd name="T26" fmla="*/ 218 w 255"/>
                <a:gd name="T27" fmla="*/ 218 h 256"/>
                <a:gd name="T28" fmla="*/ 245 w 255"/>
                <a:gd name="T29" fmla="*/ 178 h 256"/>
                <a:gd name="T30" fmla="*/ 255 w 255"/>
                <a:gd name="T31" fmla="*/ 128 h 256"/>
                <a:gd name="T32" fmla="*/ 245 w 255"/>
                <a:gd name="T33" fmla="*/ 79 h 256"/>
                <a:gd name="T34" fmla="*/ 224 w 255"/>
                <a:gd name="T35" fmla="*/ 169 h 256"/>
                <a:gd name="T36" fmla="*/ 202 w 255"/>
                <a:gd name="T37" fmla="*/ 203 h 256"/>
                <a:gd name="T38" fmla="*/ 168 w 255"/>
                <a:gd name="T39" fmla="*/ 225 h 256"/>
                <a:gd name="T40" fmla="*/ 127 w 255"/>
                <a:gd name="T41" fmla="*/ 233 h 256"/>
                <a:gd name="T42" fmla="*/ 87 w 255"/>
                <a:gd name="T43" fmla="*/ 225 h 256"/>
                <a:gd name="T44" fmla="*/ 53 w 255"/>
                <a:gd name="T45" fmla="*/ 203 h 256"/>
                <a:gd name="T46" fmla="*/ 31 w 255"/>
                <a:gd name="T47" fmla="*/ 169 h 256"/>
                <a:gd name="T48" fmla="*/ 22 w 255"/>
                <a:gd name="T49" fmla="*/ 128 h 256"/>
                <a:gd name="T50" fmla="*/ 31 w 255"/>
                <a:gd name="T51" fmla="*/ 87 h 256"/>
                <a:gd name="T52" fmla="*/ 53 w 255"/>
                <a:gd name="T53" fmla="*/ 54 h 256"/>
                <a:gd name="T54" fmla="*/ 87 w 255"/>
                <a:gd name="T55" fmla="*/ 31 h 256"/>
                <a:gd name="T56" fmla="*/ 127 w 255"/>
                <a:gd name="T57" fmla="*/ 23 h 256"/>
                <a:gd name="T58" fmla="*/ 168 w 255"/>
                <a:gd name="T59" fmla="*/ 31 h 256"/>
                <a:gd name="T60" fmla="*/ 202 w 255"/>
                <a:gd name="T61" fmla="*/ 54 h 256"/>
                <a:gd name="T62" fmla="*/ 224 w 255"/>
                <a:gd name="T63" fmla="*/ 87 h 256"/>
                <a:gd name="T64" fmla="*/ 233 w 255"/>
                <a:gd name="T65" fmla="*/ 128 h 256"/>
                <a:gd name="T66" fmla="*/ 224 w 255"/>
                <a:gd name="T67" fmla="*/ 169 h 256"/>
                <a:gd name="T68" fmla="*/ 151 w 255"/>
                <a:gd name="T69" fmla="*/ 138 h 256"/>
                <a:gd name="T70" fmla="*/ 176 w 255"/>
                <a:gd name="T71" fmla="*/ 127 h 256"/>
                <a:gd name="T72" fmla="*/ 186 w 255"/>
                <a:gd name="T73" fmla="*/ 98 h 256"/>
                <a:gd name="T74" fmla="*/ 174 w 255"/>
                <a:gd name="T75" fmla="*/ 66 h 256"/>
                <a:gd name="T76" fmla="*/ 135 w 255"/>
                <a:gd name="T77" fmla="*/ 54 h 256"/>
                <a:gd name="T78" fmla="*/ 78 w 255"/>
                <a:gd name="T79" fmla="*/ 54 h 256"/>
                <a:gd name="T80" fmla="*/ 78 w 255"/>
                <a:gd name="T81" fmla="*/ 200 h 256"/>
                <a:gd name="T82" fmla="*/ 105 w 255"/>
                <a:gd name="T83" fmla="*/ 200 h 256"/>
                <a:gd name="T84" fmla="*/ 105 w 255"/>
                <a:gd name="T85" fmla="*/ 141 h 256"/>
                <a:gd name="T86" fmla="*/ 125 w 255"/>
                <a:gd name="T87" fmla="*/ 141 h 256"/>
                <a:gd name="T88" fmla="*/ 161 w 255"/>
                <a:gd name="T89" fmla="*/ 200 h 256"/>
                <a:gd name="T90" fmla="*/ 189 w 255"/>
                <a:gd name="T91" fmla="*/ 200 h 256"/>
                <a:gd name="T92" fmla="*/ 151 w 255"/>
                <a:gd name="T93" fmla="*/ 138 h 256"/>
                <a:gd name="T94" fmla="*/ 137 w 255"/>
                <a:gd name="T95" fmla="*/ 117 h 256"/>
                <a:gd name="T96" fmla="*/ 125 w 255"/>
                <a:gd name="T97" fmla="*/ 118 h 256"/>
                <a:gd name="T98" fmla="*/ 105 w 255"/>
                <a:gd name="T99" fmla="*/ 118 h 256"/>
                <a:gd name="T100" fmla="*/ 105 w 255"/>
                <a:gd name="T101" fmla="*/ 77 h 256"/>
                <a:gd name="T102" fmla="*/ 125 w 255"/>
                <a:gd name="T103" fmla="*/ 77 h 256"/>
                <a:gd name="T104" fmla="*/ 137 w 255"/>
                <a:gd name="T105" fmla="*/ 77 h 256"/>
                <a:gd name="T106" fmla="*/ 148 w 255"/>
                <a:gd name="T107" fmla="*/ 80 h 256"/>
                <a:gd name="T108" fmla="*/ 156 w 255"/>
                <a:gd name="T109" fmla="*/ 86 h 256"/>
                <a:gd name="T110" fmla="*/ 159 w 255"/>
                <a:gd name="T111" fmla="*/ 97 h 256"/>
                <a:gd name="T112" fmla="*/ 156 w 255"/>
                <a:gd name="T113" fmla="*/ 109 h 256"/>
                <a:gd name="T114" fmla="*/ 148 w 255"/>
                <a:gd name="T115" fmla="*/ 115 h 256"/>
                <a:gd name="T116" fmla="*/ 137 w 255"/>
                <a:gd name="T117" fmla="*/ 11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5" h="256">
                  <a:moveTo>
                    <a:pt x="245" y="79"/>
                  </a:moveTo>
                  <a:cubicBezTo>
                    <a:pt x="238" y="63"/>
                    <a:pt x="229" y="49"/>
                    <a:pt x="218" y="38"/>
                  </a:cubicBezTo>
                  <a:cubicBezTo>
                    <a:pt x="206" y="26"/>
                    <a:pt x="193" y="17"/>
                    <a:pt x="177" y="10"/>
                  </a:cubicBezTo>
                  <a:cubicBezTo>
                    <a:pt x="162" y="4"/>
                    <a:pt x="145" y="0"/>
                    <a:pt x="127" y="0"/>
                  </a:cubicBezTo>
                  <a:cubicBezTo>
                    <a:pt x="110" y="0"/>
                    <a:pt x="93" y="4"/>
                    <a:pt x="78" y="10"/>
                  </a:cubicBezTo>
                  <a:cubicBezTo>
                    <a:pt x="62" y="17"/>
                    <a:pt x="49" y="26"/>
                    <a:pt x="37" y="38"/>
                  </a:cubicBezTo>
                  <a:cubicBezTo>
                    <a:pt x="26" y="49"/>
                    <a:pt x="16" y="63"/>
                    <a:pt x="10" y="79"/>
                  </a:cubicBezTo>
                  <a:cubicBezTo>
                    <a:pt x="3" y="94"/>
                    <a:pt x="0" y="111"/>
                    <a:pt x="0" y="128"/>
                  </a:cubicBezTo>
                  <a:cubicBezTo>
                    <a:pt x="0" y="146"/>
                    <a:pt x="3" y="162"/>
                    <a:pt x="10" y="178"/>
                  </a:cubicBezTo>
                  <a:cubicBezTo>
                    <a:pt x="16" y="193"/>
                    <a:pt x="26" y="207"/>
                    <a:pt x="37" y="218"/>
                  </a:cubicBezTo>
                  <a:cubicBezTo>
                    <a:pt x="49" y="230"/>
                    <a:pt x="62" y="239"/>
                    <a:pt x="78" y="246"/>
                  </a:cubicBezTo>
                  <a:cubicBezTo>
                    <a:pt x="93" y="253"/>
                    <a:pt x="110" y="256"/>
                    <a:pt x="127" y="256"/>
                  </a:cubicBezTo>
                  <a:cubicBezTo>
                    <a:pt x="145" y="256"/>
                    <a:pt x="162" y="253"/>
                    <a:pt x="177" y="246"/>
                  </a:cubicBezTo>
                  <a:cubicBezTo>
                    <a:pt x="193" y="239"/>
                    <a:pt x="206" y="230"/>
                    <a:pt x="218" y="218"/>
                  </a:cubicBezTo>
                  <a:cubicBezTo>
                    <a:pt x="229" y="207"/>
                    <a:pt x="238" y="193"/>
                    <a:pt x="245" y="178"/>
                  </a:cubicBezTo>
                  <a:cubicBezTo>
                    <a:pt x="252" y="162"/>
                    <a:pt x="255" y="146"/>
                    <a:pt x="255" y="128"/>
                  </a:cubicBezTo>
                  <a:cubicBezTo>
                    <a:pt x="255" y="111"/>
                    <a:pt x="252" y="94"/>
                    <a:pt x="245" y="79"/>
                  </a:cubicBezTo>
                  <a:moveTo>
                    <a:pt x="224" y="169"/>
                  </a:moveTo>
                  <a:cubicBezTo>
                    <a:pt x="219" y="182"/>
                    <a:pt x="211" y="193"/>
                    <a:pt x="202" y="203"/>
                  </a:cubicBezTo>
                  <a:cubicBezTo>
                    <a:pt x="192" y="212"/>
                    <a:pt x="181" y="220"/>
                    <a:pt x="168" y="225"/>
                  </a:cubicBezTo>
                  <a:cubicBezTo>
                    <a:pt x="156" y="231"/>
                    <a:pt x="142" y="233"/>
                    <a:pt x="127" y="233"/>
                  </a:cubicBezTo>
                  <a:cubicBezTo>
                    <a:pt x="113" y="233"/>
                    <a:pt x="99" y="231"/>
                    <a:pt x="87" y="225"/>
                  </a:cubicBezTo>
                  <a:cubicBezTo>
                    <a:pt x="74" y="220"/>
                    <a:pt x="63" y="212"/>
                    <a:pt x="53" y="203"/>
                  </a:cubicBezTo>
                  <a:cubicBezTo>
                    <a:pt x="44" y="193"/>
                    <a:pt x="36" y="182"/>
                    <a:pt x="31" y="169"/>
                  </a:cubicBezTo>
                  <a:cubicBezTo>
                    <a:pt x="25" y="156"/>
                    <a:pt x="22" y="143"/>
                    <a:pt x="22" y="128"/>
                  </a:cubicBezTo>
                  <a:cubicBezTo>
                    <a:pt x="22" y="114"/>
                    <a:pt x="25" y="100"/>
                    <a:pt x="31" y="87"/>
                  </a:cubicBezTo>
                  <a:cubicBezTo>
                    <a:pt x="36" y="74"/>
                    <a:pt x="44" y="63"/>
                    <a:pt x="53" y="54"/>
                  </a:cubicBezTo>
                  <a:cubicBezTo>
                    <a:pt x="63" y="44"/>
                    <a:pt x="74" y="37"/>
                    <a:pt x="87" y="31"/>
                  </a:cubicBezTo>
                  <a:cubicBezTo>
                    <a:pt x="99" y="26"/>
                    <a:pt x="113" y="23"/>
                    <a:pt x="127" y="23"/>
                  </a:cubicBezTo>
                  <a:cubicBezTo>
                    <a:pt x="142" y="23"/>
                    <a:pt x="156" y="26"/>
                    <a:pt x="168" y="31"/>
                  </a:cubicBezTo>
                  <a:cubicBezTo>
                    <a:pt x="181" y="37"/>
                    <a:pt x="192" y="44"/>
                    <a:pt x="202" y="54"/>
                  </a:cubicBezTo>
                  <a:cubicBezTo>
                    <a:pt x="211" y="63"/>
                    <a:pt x="219" y="74"/>
                    <a:pt x="224" y="87"/>
                  </a:cubicBezTo>
                  <a:cubicBezTo>
                    <a:pt x="230" y="100"/>
                    <a:pt x="233" y="114"/>
                    <a:pt x="233" y="128"/>
                  </a:cubicBezTo>
                  <a:cubicBezTo>
                    <a:pt x="233" y="143"/>
                    <a:pt x="230" y="156"/>
                    <a:pt x="224" y="169"/>
                  </a:cubicBezTo>
                  <a:moveTo>
                    <a:pt x="151" y="138"/>
                  </a:moveTo>
                  <a:cubicBezTo>
                    <a:pt x="161" y="137"/>
                    <a:pt x="170" y="134"/>
                    <a:pt x="176" y="127"/>
                  </a:cubicBezTo>
                  <a:cubicBezTo>
                    <a:pt x="183" y="121"/>
                    <a:pt x="186" y="111"/>
                    <a:pt x="186" y="98"/>
                  </a:cubicBezTo>
                  <a:cubicBezTo>
                    <a:pt x="186" y="84"/>
                    <a:pt x="182" y="73"/>
                    <a:pt x="174" y="66"/>
                  </a:cubicBezTo>
                  <a:cubicBezTo>
                    <a:pt x="165" y="58"/>
                    <a:pt x="152" y="54"/>
                    <a:pt x="135" y="54"/>
                  </a:cubicBezTo>
                  <a:cubicBezTo>
                    <a:pt x="78" y="54"/>
                    <a:pt x="78" y="54"/>
                    <a:pt x="78" y="54"/>
                  </a:cubicBezTo>
                  <a:cubicBezTo>
                    <a:pt x="78" y="200"/>
                    <a:pt x="78" y="200"/>
                    <a:pt x="78" y="200"/>
                  </a:cubicBezTo>
                  <a:cubicBezTo>
                    <a:pt x="105" y="200"/>
                    <a:pt x="105" y="200"/>
                    <a:pt x="105" y="200"/>
                  </a:cubicBezTo>
                  <a:cubicBezTo>
                    <a:pt x="105" y="141"/>
                    <a:pt x="105" y="141"/>
                    <a:pt x="105" y="141"/>
                  </a:cubicBezTo>
                  <a:cubicBezTo>
                    <a:pt x="125" y="141"/>
                    <a:pt x="125" y="141"/>
                    <a:pt x="125" y="141"/>
                  </a:cubicBezTo>
                  <a:cubicBezTo>
                    <a:pt x="161" y="200"/>
                    <a:pt x="161" y="200"/>
                    <a:pt x="161" y="200"/>
                  </a:cubicBezTo>
                  <a:cubicBezTo>
                    <a:pt x="189" y="200"/>
                    <a:pt x="189" y="200"/>
                    <a:pt x="189" y="200"/>
                  </a:cubicBezTo>
                  <a:lnTo>
                    <a:pt x="151" y="138"/>
                  </a:lnTo>
                  <a:close/>
                  <a:moveTo>
                    <a:pt x="137" y="117"/>
                  </a:moveTo>
                  <a:cubicBezTo>
                    <a:pt x="133" y="118"/>
                    <a:pt x="129" y="118"/>
                    <a:pt x="125" y="118"/>
                  </a:cubicBezTo>
                  <a:cubicBezTo>
                    <a:pt x="105" y="118"/>
                    <a:pt x="105" y="118"/>
                    <a:pt x="105" y="118"/>
                  </a:cubicBezTo>
                  <a:cubicBezTo>
                    <a:pt x="105" y="77"/>
                    <a:pt x="105" y="77"/>
                    <a:pt x="105" y="77"/>
                  </a:cubicBezTo>
                  <a:cubicBezTo>
                    <a:pt x="125" y="77"/>
                    <a:pt x="125" y="77"/>
                    <a:pt x="125" y="77"/>
                  </a:cubicBezTo>
                  <a:cubicBezTo>
                    <a:pt x="129" y="77"/>
                    <a:pt x="133" y="77"/>
                    <a:pt x="137" y="77"/>
                  </a:cubicBezTo>
                  <a:cubicBezTo>
                    <a:pt x="141" y="78"/>
                    <a:pt x="145" y="78"/>
                    <a:pt x="148" y="80"/>
                  </a:cubicBezTo>
                  <a:cubicBezTo>
                    <a:pt x="152" y="81"/>
                    <a:pt x="154" y="83"/>
                    <a:pt x="156" y="86"/>
                  </a:cubicBezTo>
                  <a:cubicBezTo>
                    <a:pt x="158" y="89"/>
                    <a:pt x="159" y="92"/>
                    <a:pt x="159" y="97"/>
                  </a:cubicBezTo>
                  <a:cubicBezTo>
                    <a:pt x="159" y="102"/>
                    <a:pt x="158" y="106"/>
                    <a:pt x="156" y="109"/>
                  </a:cubicBezTo>
                  <a:cubicBezTo>
                    <a:pt x="154" y="111"/>
                    <a:pt x="152" y="113"/>
                    <a:pt x="148" y="115"/>
                  </a:cubicBezTo>
                  <a:cubicBezTo>
                    <a:pt x="145" y="116"/>
                    <a:pt x="141" y="117"/>
                    <a:pt x="137" y="11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0" name="Text Placeholder 13">
            <a:extLst>
              <a:ext uri="{FF2B5EF4-FFF2-40B4-BE49-F238E27FC236}">
                <a16:creationId xmlns:a16="http://schemas.microsoft.com/office/drawing/2014/main" id="{182A950E-84EA-4A50-A961-41CD9422A5F5}"/>
              </a:ext>
            </a:extLst>
          </p:cNvPr>
          <p:cNvSpPr>
            <a:spLocks noGrp="1"/>
          </p:cNvSpPr>
          <p:nvPr>
            <p:ph type="body" sz="quarter" idx="17"/>
          </p:nvPr>
        </p:nvSpPr>
        <p:spPr>
          <a:xfrm>
            <a:off x="6095997" y="3124800"/>
            <a:ext cx="5230813" cy="252000"/>
          </a:xfrm>
        </p:spPr>
        <p:txBody>
          <a:bodyPr lIns="0" tIns="0" rIns="0" bIns="0" anchor="ctr" anchorCtr="0">
            <a:noAutofit/>
          </a:bodyPr>
          <a:lstStyle>
            <a:lvl1pPr>
              <a:defRPr sz="1000">
                <a:solidFill>
                  <a:schemeClr val="bg1"/>
                </a:solidFill>
                <a:effectLst/>
              </a:defRPr>
            </a:lvl1pPr>
          </a:lstStyle>
          <a:p>
            <a:pPr lvl="0"/>
            <a:r>
              <a:rPr lang="en-US"/>
              <a:t>Click to edit Master text styles</a:t>
            </a:r>
          </a:p>
        </p:txBody>
      </p:sp>
      <p:sp>
        <p:nvSpPr>
          <p:cNvPr id="21" name="Text Placeholder 13">
            <a:extLst>
              <a:ext uri="{FF2B5EF4-FFF2-40B4-BE49-F238E27FC236}">
                <a16:creationId xmlns:a16="http://schemas.microsoft.com/office/drawing/2014/main" id="{5D3EBC80-91E5-4580-B42E-AA203E9C8221}"/>
              </a:ext>
            </a:extLst>
          </p:cNvPr>
          <p:cNvSpPr>
            <a:spLocks noGrp="1"/>
          </p:cNvSpPr>
          <p:nvPr>
            <p:ph type="body" sz="quarter" idx="18"/>
          </p:nvPr>
        </p:nvSpPr>
        <p:spPr>
          <a:xfrm>
            <a:off x="6095996" y="6076800"/>
            <a:ext cx="5230813" cy="252000"/>
          </a:xfrm>
        </p:spPr>
        <p:txBody>
          <a:bodyPr lIns="0" tIns="0" rIns="0" bIns="0" anchor="ctr" anchorCtr="0">
            <a:noAutofit/>
          </a:bodyPr>
          <a:lstStyle>
            <a:lvl1pPr>
              <a:defRPr sz="1000">
                <a:solidFill>
                  <a:schemeClr val="bg1"/>
                </a:solidFill>
                <a:effectLst/>
              </a:defRPr>
            </a:lvl1pPr>
          </a:lstStyle>
          <a:p>
            <a:pPr lvl="0"/>
            <a:r>
              <a:rPr lang="en-US"/>
              <a:t>Click to edit Master text styles</a:t>
            </a:r>
          </a:p>
        </p:txBody>
      </p:sp>
    </p:spTree>
    <p:extLst>
      <p:ext uri="{BB962C8B-B14F-4D97-AF65-F5344CB8AC3E}">
        <p14:creationId xmlns:p14="http://schemas.microsoft.com/office/powerpoint/2010/main" val="754106366"/>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768ED-4D83-4BAF-BF2D-F2C0AF3F80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8DC948-3820-FA36-6584-40AD8F331B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210AFA-CE7F-FFB0-5672-6B1142FF8C7C}"/>
              </a:ext>
            </a:extLst>
          </p:cNvPr>
          <p:cNvSpPr>
            <a:spLocks noGrp="1"/>
          </p:cNvSpPr>
          <p:nvPr>
            <p:ph type="dt" sz="half" idx="10"/>
          </p:nvPr>
        </p:nvSpPr>
        <p:spPr/>
        <p:txBody>
          <a:bodyPr/>
          <a:lstStyle/>
          <a:p>
            <a:fld id="{B67E6FE9-6CFF-4421-92DA-D1DF05E2D9FD}" type="datetimeFigureOut">
              <a:rPr lang="en-US" smtClean="0"/>
              <a:t>5/5/2026</a:t>
            </a:fld>
            <a:endParaRPr lang="en-US"/>
          </a:p>
        </p:txBody>
      </p:sp>
      <p:sp>
        <p:nvSpPr>
          <p:cNvPr id="5" name="Footer Placeholder 4">
            <a:extLst>
              <a:ext uri="{FF2B5EF4-FFF2-40B4-BE49-F238E27FC236}">
                <a16:creationId xmlns:a16="http://schemas.microsoft.com/office/drawing/2014/main" id="{17E8B508-7D20-AE66-9CE2-E153269EC8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735FC-2047-1557-E56C-C08E77BB16DF}"/>
              </a:ext>
            </a:extLst>
          </p:cNvPr>
          <p:cNvSpPr>
            <a:spLocks noGrp="1"/>
          </p:cNvSpPr>
          <p:nvPr>
            <p:ph type="sldNum" sz="quarter" idx="12"/>
          </p:nvPr>
        </p:nvSpPr>
        <p:spPr/>
        <p:txBody>
          <a:bodyPr/>
          <a:lstStyle/>
          <a:p>
            <a:fld id="{C7FA42B8-83DE-4718-B156-3346D1CB38F4}" type="slidenum">
              <a:rPr lang="en-US" smtClean="0"/>
              <a:t>‹#›</a:t>
            </a:fld>
            <a:endParaRPr lang="en-US"/>
          </a:p>
        </p:txBody>
      </p:sp>
    </p:spTree>
    <p:extLst>
      <p:ext uri="{BB962C8B-B14F-4D97-AF65-F5344CB8AC3E}">
        <p14:creationId xmlns:p14="http://schemas.microsoft.com/office/powerpoint/2010/main" val="4187709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image" Target="../media/image1.svg"/><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image" Target="../media/image6.png"/><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image" Target="../media/image1.svg"/><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theme" Target="../theme/theme4.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26" Type="http://schemas.openxmlformats.org/officeDocument/2006/relationships/slideLayout" Target="../slideLayouts/slideLayout101.xml"/><Relationship Id="rId3" Type="http://schemas.openxmlformats.org/officeDocument/2006/relationships/slideLayout" Target="../slideLayouts/slideLayout78.xml"/><Relationship Id="rId21" Type="http://schemas.openxmlformats.org/officeDocument/2006/relationships/slideLayout" Target="../slideLayouts/slideLayout96.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slideLayout" Target="../slideLayouts/slideLayout95.xml"/><Relationship Id="rId29" Type="http://schemas.openxmlformats.org/officeDocument/2006/relationships/slideLayout" Target="../slideLayouts/slideLayout104.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28" Type="http://schemas.openxmlformats.org/officeDocument/2006/relationships/slideLayout" Target="../slideLayouts/slideLayout103.xml"/><Relationship Id="rId10" Type="http://schemas.openxmlformats.org/officeDocument/2006/relationships/slideLayout" Target="../slideLayouts/slideLayout85.xml"/><Relationship Id="rId19" Type="http://schemas.openxmlformats.org/officeDocument/2006/relationships/slideLayout" Target="../slideLayouts/slideLayout94.xml"/><Relationship Id="rId31" Type="http://schemas.openxmlformats.org/officeDocument/2006/relationships/image" Target="../media/image1.svg"/><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slideLayout" Target="../slideLayouts/slideLayout102.xml"/><Relationship Id="rId30"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17.xml"/><Relationship Id="rId18" Type="http://schemas.openxmlformats.org/officeDocument/2006/relationships/slideLayout" Target="../slideLayouts/slideLayout122.xml"/><Relationship Id="rId26" Type="http://schemas.openxmlformats.org/officeDocument/2006/relationships/slideLayout" Target="../slideLayouts/slideLayout130.xml"/><Relationship Id="rId3" Type="http://schemas.openxmlformats.org/officeDocument/2006/relationships/slideLayout" Target="../slideLayouts/slideLayout107.xml"/><Relationship Id="rId21" Type="http://schemas.openxmlformats.org/officeDocument/2006/relationships/slideLayout" Target="../slideLayouts/slideLayout125.xml"/><Relationship Id="rId7" Type="http://schemas.openxmlformats.org/officeDocument/2006/relationships/slideLayout" Target="../slideLayouts/slideLayout111.xml"/><Relationship Id="rId12" Type="http://schemas.openxmlformats.org/officeDocument/2006/relationships/slideLayout" Target="../slideLayouts/slideLayout116.xml"/><Relationship Id="rId17" Type="http://schemas.openxmlformats.org/officeDocument/2006/relationships/slideLayout" Target="../slideLayouts/slideLayout121.xml"/><Relationship Id="rId25" Type="http://schemas.openxmlformats.org/officeDocument/2006/relationships/slideLayout" Target="../slideLayouts/slideLayout129.xml"/><Relationship Id="rId33" Type="http://schemas.openxmlformats.org/officeDocument/2006/relationships/image" Target="../media/image1.svg"/><Relationship Id="rId2" Type="http://schemas.openxmlformats.org/officeDocument/2006/relationships/slideLayout" Target="../slideLayouts/slideLayout106.xml"/><Relationship Id="rId16" Type="http://schemas.openxmlformats.org/officeDocument/2006/relationships/slideLayout" Target="../slideLayouts/slideLayout120.xml"/><Relationship Id="rId20" Type="http://schemas.openxmlformats.org/officeDocument/2006/relationships/slideLayout" Target="../slideLayouts/slideLayout124.xml"/><Relationship Id="rId29" Type="http://schemas.openxmlformats.org/officeDocument/2006/relationships/slideLayout" Target="../slideLayouts/slideLayout133.xml"/><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24" Type="http://schemas.openxmlformats.org/officeDocument/2006/relationships/slideLayout" Target="../slideLayouts/slideLayout128.xml"/><Relationship Id="rId32" Type="http://schemas.openxmlformats.org/officeDocument/2006/relationships/theme" Target="../theme/theme6.xml"/><Relationship Id="rId5" Type="http://schemas.openxmlformats.org/officeDocument/2006/relationships/slideLayout" Target="../slideLayouts/slideLayout109.xml"/><Relationship Id="rId15" Type="http://schemas.openxmlformats.org/officeDocument/2006/relationships/slideLayout" Target="../slideLayouts/slideLayout119.xml"/><Relationship Id="rId23" Type="http://schemas.openxmlformats.org/officeDocument/2006/relationships/slideLayout" Target="../slideLayouts/slideLayout127.xml"/><Relationship Id="rId28" Type="http://schemas.openxmlformats.org/officeDocument/2006/relationships/slideLayout" Target="../slideLayouts/slideLayout132.xml"/><Relationship Id="rId10" Type="http://schemas.openxmlformats.org/officeDocument/2006/relationships/slideLayout" Target="../slideLayouts/slideLayout114.xml"/><Relationship Id="rId19" Type="http://schemas.openxmlformats.org/officeDocument/2006/relationships/slideLayout" Target="../slideLayouts/slideLayout123.xml"/><Relationship Id="rId31" Type="http://schemas.openxmlformats.org/officeDocument/2006/relationships/slideLayout" Target="../slideLayouts/slideLayout135.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slideLayout" Target="../slideLayouts/slideLayout118.xml"/><Relationship Id="rId22" Type="http://schemas.openxmlformats.org/officeDocument/2006/relationships/slideLayout" Target="../slideLayouts/slideLayout126.xml"/><Relationship Id="rId27" Type="http://schemas.openxmlformats.org/officeDocument/2006/relationships/slideLayout" Target="../slideLayouts/slideLayout131.xml"/><Relationship Id="rId30" Type="http://schemas.openxmlformats.org/officeDocument/2006/relationships/slideLayout" Target="../slideLayouts/slideLayout134.xml"/><Relationship Id="rId8" Type="http://schemas.openxmlformats.org/officeDocument/2006/relationships/slideLayout" Target="../slideLayouts/slideLayout11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slideLayout" Target="../slideLayouts/slideLayout148.xml"/><Relationship Id="rId18" Type="http://schemas.openxmlformats.org/officeDocument/2006/relationships/slideLayout" Target="../slideLayouts/slideLayout153.xml"/><Relationship Id="rId26" Type="http://schemas.openxmlformats.org/officeDocument/2006/relationships/slideLayout" Target="../slideLayouts/slideLayout161.xml"/><Relationship Id="rId3" Type="http://schemas.openxmlformats.org/officeDocument/2006/relationships/slideLayout" Target="../slideLayouts/slideLayout138.xml"/><Relationship Id="rId21" Type="http://schemas.openxmlformats.org/officeDocument/2006/relationships/slideLayout" Target="../slideLayouts/slideLayout156.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17" Type="http://schemas.openxmlformats.org/officeDocument/2006/relationships/slideLayout" Target="../slideLayouts/slideLayout152.xml"/><Relationship Id="rId25" Type="http://schemas.openxmlformats.org/officeDocument/2006/relationships/slideLayout" Target="../slideLayouts/slideLayout160.xml"/><Relationship Id="rId2" Type="http://schemas.openxmlformats.org/officeDocument/2006/relationships/slideLayout" Target="../slideLayouts/slideLayout137.xml"/><Relationship Id="rId16" Type="http://schemas.openxmlformats.org/officeDocument/2006/relationships/slideLayout" Target="../slideLayouts/slideLayout151.xml"/><Relationship Id="rId20" Type="http://schemas.openxmlformats.org/officeDocument/2006/relationships/slideLayout" Target="../slideLayouts/slideLayout155.xml"/><Relationship Id="rId29" Type="http://schemas.openxmlformats.org/officeDocument/2006/relationships/slideLayout" Target="../slideLayouts/slideLayout164.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24" Type="http://schemas.openxmlformats.org/officeDocument/2006/relationships/slideLayout" Target="../slideLayouts/slideLayout159.xml"/><Relationship Id="rId32" Type="http://schemas.openxmlformats.org/officeDocument/2006/relationships/image" Target="../media/image1.svg"/><Relationship Id="rId5" Type="http://schemas.openxmlformats.org/officeDocument/2006/relationships/slideLayout" Target="../slideLayouts/slideLayout140.xml"/><Relationship Id="rId15" Type="http://schemas.openxmlformats.org/officeDocument/2006/relationships/slideLayout" Target="../slideLayouts/slideLayout150.xml"/><Relationship Id="rId23" Type="http://schemas.openxmlformats.org/officeDocument/2006/relationships/slideLayout" Target="../slideLayouts/slideLayout158.xml"/><Relationship Id="rId28" Type="http://schemas.openxmlformats.org/officeDocument/2006/relationships/slideLayout" Target="../slideLayouts/slideLayout163.xml"/><Relationship Id="rId10" Type="http://schemas.openxmlformats.org/officeDocument/2006/relationships/slideLayout" Target="../slideLayouts/slideLayout145.xml"/><Relationship Id="rId19" Type="http://schemas.openxmlformats.org/officeDocument/2006/relationships/slideLayout" Target="../slideLayouts/slideLayout154.xml"/><Relationship Id="rId31" Type="http://schemas.openxmlformats.org/officeDocument/2006/relationships/theme" Target="../theme/theme7.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slideLayout" Target="../slideLayouts/slideLayout149.xml"/><Relationship Id="rId22" Type="http://schemas.openxmlformats.org/officeDocument/2006/relationships/slideLayout" Target="../slideLayouts/slideLayout157.xml"/><Relationship Id="rId27" Type="http://schemas.openxmlformats.org/officeDocument/2006/relationships/slideLayout" Target="../slideLayouts/slideLayout162.xml"/><Relationship Id="rId30" Type="http://schemas.openxmlformats.org/officeDocument/2006/relationships/slideLayout" Target="../slideLayouts/slideLayout1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5BF41EA-3085-473A-967C-3157944804D0}"/>
              </a:ext>
            </a:extLst>
          </p:cNvPr>
          <p:cNvSpPr/>
          <p:nvPr/>
        </p:nvSpPr>
        <p:spPr>
          <a:xfrm>
            <a:off x="0" y="6401389"/>
            <a:ext cx="11734800" cy="4572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609585"/>
            <a:endParaRPr lang="en-US" sz="1100">
              <a:solidFill>
                <a:schemeClr val="tx1"/>
              </a:solidFill>
            </a:endParaRPr>
          </a:p>
        </p:txBody>
      </p:sp>
      <p:pic>
        <p:nvPicPr>
          <p:cNvPr id="10" name="Graphic 9">
            <a:extLst>
              <a:ext uri="{FF2B5EF4-FFF2-40B4-BE49-F238E27FC236}">
                <a16:creationId xmlns:a16="http://schemas.microsoft.com/office/drawing/2014/main" id="{A984EC55-415E-440F-AE6F-DDB70FA6D374}"/>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1137466" y="6554735"/>
            <a:ext cx="476084" cy="177524"/>
          </a:xfrm>
          <a:prstGeom prst="rect">
            <a:avLst/>
          </a:prstGeom>
        </p:spPr>
      </p:pic>
      <p:sp>
        <p:nvSpPr>
          <p:cNvPr id="11" name="TextBox 10">
            <a:extLst>
              <a:ext uri="{FF2B5EF4-FFF2-40B4-BE49-F238E27FC236}">
                <a16:creationId xmlns:a16="http://schemas.microsoft.com/office/drawing/2014/main" id="{02FB4E28-8FF4-469D-9172-AA2B2441695C}"/>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One Display Regular" panose="020B0604020203020204" pitchFamily="34" charset="0"/>
                <a:cs typeface="Arial" panose="02020603050405020304" pitchFamily="18" charset="0"/>
                <a:sym typeface="Arial"/>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a:ln>
                <a:noFill/>
              </a:ln>
              <a:solidFill>
                <a:schemeClr val="tx1"/>
              </a:solidFill>
              <a:effectLst/>
              <a:uFillTx/>
              <a:latin typeface="+mn-lt"/>
              <a:ea typeface="IntelOne Display Regular" panose="020B0604020203020204" pitchFamily="34" charset="0"/>
              <a:cs typeface="Arial" panose="02020603050405020304" pitchFamily="18" charset="0"/>
              <a:sym typeface="Arial"/>
            </a:endParaRPr>
          </a:p>
        </p:txBody>
      </p:sp>
      <p:sp>
        <p:nvSpPr>
          <p:cNvPr id="12" name="Rectangle 11">
            <a:extLst>
              <a:ext uri="{FF2B5EF4-FFF2-40B4-BE49-F238E27FC236}">
                <a16:creationId xmlns:a16="http://schemas.microsoft.com/office/drawing/2014/main" id="{462C4174-C58D-4EF7-A490-8F73147A264E}"/>
              </a:ext>
            </a:extLst>
          </p:cNvPr>
          <p:cNvSpPr/>
          <p:nvPr/>
        </p:nvSpPr>
        <p:spPr>
          <a:xfrm>
            <a:off x="11734800" y="0"/>
            <a:ext cx="457200" cy="64008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IntelOne Display Regular" panose="020B0604020203020204" pitchFamily="34" charset="0"/>
              <a:cs typeface="IntelOne Display Regular" panose="020B0604020203020204" pitchFamily="34" charset="0"/>
              <a:sym typeface="Arial"/>
            </a:endParaRPr>
          </a:p>
        </p:txBody>
      </p:sp>
      <p:sp>
        <p:nvSpPr>
          <p:cNvPr id="9" name="Rectangle 8">
            <a:extLst>
              <a:ext uri="{FF2B5EF4-FFF2-40B4-BE49-F238E27FC236}">
                <a16:creationId xmlns:a16="http://schemas.microsoft.com/office/drawing/2014/main" id="{4C228C58-CFE3-4B95-9FD8-54B053ED8FA7}"/>
              </a:ext>
            </a:extLst>
          </p:cNvPr>
          <p:cNvSpPr/>
          <p:nvPr/>
        </p:nvSpPr>
        <p:spPr>
          <a:xfrm>
            <a:off x="0" y="6445323"/>
            <a:ext cx="11137466" cy="369332"/>
          </a:xfrm>
          <a:prstGeom prst="rect">
            <a:avLst/>
          </a:prstGeom>
        </p:spPr>
        <p:txBody>
          <a:bodyPr wrap="square">
            <a:spAutoFit/>
          </a:bodyPr>
          <a:lstStyle/>
          <a:p>
            <a:pPr algn="ctr"/>
            <a:r>
              <a:rPr lang="en-US" sz="1000">
                <a:solidFill>
                  <a:schemeClr val="tx1"/>
                </a:solidFill>
                <a:latin typeface="+mn-lt"/>
                <a:ea typeface="Intel Clear" panose="020B0604020203020204" pitchFamily="34" charset="0"/>
                <a:cs typeface="Times New Roman" panose="02020603050405020304" pitchFamily="18" charset="0"/>
              </a:rPr>
              <a:t>Intel Confidential – CNDA only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latin typeface="+mj-lt"/>
              </a:rPr>
              <a:t>All product plans and roadmaps are subject to change without notice.  Roadmaps are not a guarantee of supply or availability.  Product pricing is subject to a separate written contract, please reach out to your Intel field sales representative for more information. </a:t>
            </a:r>
          </a:p>
        </p:txBody>
      </p:sp>
    </p:spTree>
    <p:extLst>
      <p:ext uri="{BB962C8B-B14F-4D97-AF65-F5344CB8AC3E}">
        <p14:creationId xmlns:p14="http://schemas.microsoft.com/office/powerpoint/2010/main" val="1779112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lumMod val="5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IntelOne Text Light" panose="020B0403020203020204" pitchFamily="34" charset="0"/>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IntelOne Text Light" panose="020B0403020203020204" pitchFamily="34" charset="0"/>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IntelOne Text Light" panose="020B0403020203020204" pitchFamily="34" charset="0"/>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IntelOne Text Light" panose="020B0403020203020204" pitchFamily="34" charset="0"/>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IntelOne Text Light" panose="020B04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p>
            <a:r>
              <a:rPr lang="en-US"/>
              <a:t>40pt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p:nvSpPr>
        <p:spPr>
          <a:xfrm>
            <a:off x="5503530" y="6562504"/>
            <a:ext cx="1184940" cy="231410"/>
          </a:xfrm>
          <a:prstGeom prst="rect">
            <a:avLst/>
          </a:prstGeom>
        </p:spPr>
        <p:txBody>
          <a:bodyPr wrap="none">
            <a:spAutoFit/>
          </a:bodyPr>
          <a:lstStyle/>
          <a:p>
            <a:pPr algn="ctr"/>
            <a:r>
              <a:rPr lang="en-US" sz="1000">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
        <p:nvSpPr>
          <p:cNvPr id="7" name="Rectangle 6">
            <a:extLst>
              <a:ext uri="{FF2B5EF4-FFF2-40B4-BE49-F238E27FC236}">
                <a16:creationId xmlns:a16="http://schemas.microsoft.com/office/drawing/2014/main" id="{A2F306AE-13B3-341A-14EC-76754BF3CD6C}"/>
              </a:ext>
            </a:extLst>
          </p:cNvPr>
          <p:cNvSpPr/>
          <p:nvPr/>
        </p:nvSpPr>
        <p:spPr>
          <a:xfrm>
            <a:off x="483010" y="6562504"/>
            <a:ext cx="2125903" cy="231410"/>
          </a:xfrm>
          <a:prstGeom prst="rect">
            <a:avLst/>
          </a:prstGeom>
        </p:spPr>
        <p:txBody>
          <a:bodyPr wrap="none">
            <a:spAutoFit/>
          </a:bodyPr>
          <a:lstStyle/>
          <a:p>
            <a:pPr defTabSz="609507"/>
            <a:r>
              <a:rPr lang="en-US" sz="1000"/>
              <a:t>CCG Client Customer Engineering</a:t>
            </a:r>
          </a:p>
        </p:txBody>
      </p:sp>
    </p:spTree>
    <p:extLst>
      <p:ext uri="{BB962C8B-B14F-4D97-AF65-F5344CB8AC3E}">
        <p14:creationId xmlns:p14="http://schemas.microsoft.com/office/powerpoint/2010/main" val="425429158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eaLnBrk="1" latinLnBrk="0" hangingPunct="1">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tx2"/>
        </a:solidFill>
        <a:effectLst/>
      </p:bgPr>
    </p:bg>
    <p:spTree>
      <p:nvGrpSpPr>
        <p:cNvPr id="1" name=""/>
        <p:cNvGrpSpPr/>
        <p:nvPr/>
      </p:nvGrpSpPr>
      <p:grpSpPr>
        <a:xfrm>
          <a:off x="0" y="0"/>
          <a:ext cx="0" cy="0"/>
          <a:chOff x="0" y="0"/>
          <a:chExt cx="0" cy="0"/>
        </a:xfrm>
      </p:grpSpPr>
      <p:sp>
        <p:nvSpPr>
          <p:cNvPr id="17" name="Title Placeholder 21"/>
          <p:cNvSpPr>
            <a:spLocks noGrp="1" noChangeArrowheads="1"/>
          </p:cNvSpPr>
          <p:nvPr>
            <p:ph type="title" idx="4294967295"/>
          </p:nvPr>
        </p:nvSpPr>
        <p:spPr bwMode="auto">
          <a:xfrm>
            <a:off x="567267" y="261938"/>
            <a:ext cx="11040533" cy="830263"/>
          </a:xfrm>
          <a:prstGeom prst="rect">
            <a:avLst/>
          </a:prstGeom>
          <a:noFill/>
          <a:ln>
            <a:noFill/>
          </a:ln>
        </p:spPr>
        <p:txBody>
          <a:bodyPr vert="horz" wrap="square" lIns="0" tIns="0" rIns="0" bIns="0" numCol="1" anchor="t" anchorCtr="0" compatLnSpc="1">
            <a:prstTxWarp prst="textNoShape">
              <a:avLst/>
            </a:prstTxWarp>
          </a:bodyPr>
          <a:lstStyle/>
          <a:p>
            <a:pPr lvl="0"/>
            <a:r>
              <a:rPr lang="en-US" altLang="en-US"/>
              <a:t>Click to edit Master title style</a:t>
            </a:r>
            <a:endParaRPr/>
          </a:p>
        </p:txBody>
      </p:sp>
      <p:sp>
        <p:nvSpPr>
          <p:cNvPr id="18" name="Text Placeholder 12"/>
          <p:cNvSpPr>
            <a:spLocks noGrp="1" noChangeArrowheads="1"/>
          </p:cNvSpPr>
          <p:nvPr>
            <p:ph type="body" idx="4294967295"/>
          </p:nvPr>
        </p:nvSpPr>
        <p:spPr bwMode="auto">
          <a:xfrm>
            <a:off x="584200" y="1241425"/>
            <a:ext cx="11023600" cy="4816475"/>
          </a:xfrm>
          <a:prstGeom prst="rect">
            <a:avLst/>
          </a:prstGeom>
          <a:noFill/>
          <a:ln>
            <a:noFill/>
          </a:ln>
        </p:spPr>
        <p:txBody>
          <a:bodyPr vert="horz" wrap="square" lIns="0" tIns="0" rIns="0" bIns="0" numCol="1" anchor="t" anchorCtr="0" compatLnSpc="1">
            <a:prstTxWarp prst="textNoShape">
              <a:avLst/>
            </a:prstTxWarp>
          </a:bodyPr>
          <a:lstStyle/>
          <a:p>
            <a:pPr lvl="0"/>
            <a:r>
              <a:rPr lang="en-US" altLang="en-US"/>
              <a:t>Click to edit Master text styles</a:t>
            </a:r>
            <a:endParaRPr/>
          </a:p>
          <a:p>
            <a:pPr lvl="1"/>
            <a:r>
              <a:rPr lang="en-US" altLang="en-US"/>
              <a:t>Second level</a:t>
            </a:r>
            <a:endParaRPr/>
          </a:p>
          <a:p>
            <a:pPr lvl="2"/>
            <a:r>
              <a:rPr lang="en-US" altLang="en-US"/>
              <a:t>Third level</a:t>
            </a:r>
            <a:endParaRPr/>
          </a:p>
          <a:p>
            <a:pPr lvl="3"/>
            <a:r>
              <a:rPr lang="en-US" altLang="en-US"/>
              <a:t>Fourth level</a:t>
            </a:r>
            <a:endParaRPr lang="en-US" altLang="zh-TW"/>
          </a:p>
        </p:txBody>
      </p:sp>
      <p:sp>
        <p:nvSpPr>
          <p:cNvPr id="19" name="Slide Number Placeholder 5"/>
          <p:cNvSpPr>
            <a:spLocks noGrp="1"/>
          </p:cNvSpPr>
          <p:nvPr>
            <p:ph type="sldNum" sz="quarter" idx="4"/>
          </p:nvPr>
        </p:nvSpPr>
        <p:spPr>
          <a:xfrm>
            <a:off x="579967" y="6430963"/>
            <a:ext cx="347133" cy="152400"/>
          </a:xfrm>
          <a:prstGeom prst="rect">
            <a:avLst/>
          </a:prstGeom>
        </p:spPr>
        <p:txBody>
          <a:bodyPr vert="horz" wrap="square" lIns="0" tIns="0" rIns="91434" bIns="0" numCol="1" anchor="ctr" anchorCtr="0" compatLnSpc="1">
            <a:prstTxWarp prst="textNoShape">
              <a:avLst/>
            </a:prstTxWarp>
          </a:bodyPr>
          <a:lstStyle>
            <a:lvl1pPr>
              <a:defRPr sz="1200">
                <a:solidFill>
                  <a:srgbClr val="666666"/>
                </a:solidFill>
              </a:defRPr>
            </a:lvl1pPr>
          </a:lstStyle>
          <a:p>
            <a:pPr>
              <a:buFont typeface="Arial" pitchFamily="34" charset="0"/>
              <a:buNone/>
            </a:pPr>
            <a:fld id="{C0EB297D-9FB5-46F0-9D1F-231C90EE02B0}" type="slidenum">
              <a:rPr kumimoji="0" lang="en-US" altLang="en-US">
                <a:latin typeface="museo sans for dell" pitchFamily="2" charset="0"/>
                <a:ea typeface="+mn-ea"/>
                <a:cs typeface="Arial" pitchFamily="34" charset="0"/>
              </a:rPr>
              <a:t>‹#›</a:t>
            </a:fld>
            <a:endParaRPr kumimoji="0" lang="en-US" altLang="en-US">
              <a:latin typeface="museo sans for dell" pitchFamily="2" charset="0"/>
              <a:ea typeface="+mn-ea"/>
              <a:cs typeface="Arial" pitchFamily="34" charset="0"/>
            </a:endParaRPr>
          </a:p>
        </p:txBody>
      </p:sp>
      <p:sp>
        <p:nvSpPr>
          <p:cNvPr id="20" name="Date Placeholder 8"/>
          <p:cNvSpPr>
            <a:spLocks noGrp="1"/>
          </p:cNvSpPr>
          <p:nvPr>
            <p:ph type="dt" sz="half" idx="2"/>
          </p:nvPr>
        </p:nvSpPr>
        <p:spPr>
          <a:xfrm>
            <a:off x="2281767" y="6424613"/>
            <a:ext cx="1219200" cy="152400"/>
          </a:xfrm>
          <a:prstGeom prst="rect">
            <a:avLst/>
          </a:prstGeom>
        </p:spPr>
        <p:txBody>
          <a:bodyPr vert="horz" wrap="square" lIns="0" tIns="0" rIns="0" bIns="0" numCol="1" anchor="ctr" anchorCtr="0" compatLnSpc="1">
            <a:prstTxWarp prst="textNoShape">
              <a:avLst/>
            </a:prstTxWarp>
          </a:bodyPr>
          <a:lstStyle>
            <a:lvl1pPr>
              <a:defRPr sz="1333">
                <a:solidFill>
                  <a:srgbClr val="666666"/>
                </a:solidFill>
              </a:defRPr>
            </a:lvl1pPr>
          </a:lstStyle>
          <a:p>
            <a:pPr>
              <a:buFont typeface="Arial" pitchFamily="34" charset="0"/>
              <a:buNone/>
            </a:pPr>
            <a:endParaRPr kumimoji="0" lang="en-US" altLang="en-US">
              <a:latin typeface="museo sans for dell" pitchFamily="2" charset="0"/>
              <a:ea typeface="+mn-ea"/>
              <a:cs typeface="Arial" pitchFamily="34" charset="0"/>
            </a:endParaRPr>
          </a:p>
        </p:txBody>
      </p:sp>
      <p:pic>
        <p:nvPicPr>
          <p:cNvPr id="21" name="Picture 14" descr="dell_gray_logo.png"/>
          <p:cNvPicPr>
            <a:picLocks noChangeArrowheads="1"/>
          </p:cNvPicPr>
          <p:nvPr/>
        </p:nvPicPr>
        <p:blipFill>
          <a:blip r:embed="rId13"/>
          <a:srcRect/>
          <a:stretch>
            <a:fillRect/>
          </a:stretch>
        </p:blipFill>
        <p:spPr bwMode="auto">
          <a:xfrm>
            <a:off x="10951633" y="6299201"/>
            <a:ext cx="670984" cy="503239"/>
          </a:xfrm>
          <a:prstGeom prst="rect">
            <a:avLst/>
          </a:prstGeom>
          <a:noFill/>
          <a:ln>
            <a:noFill/>
          </a:ln>
        </p:spPr>
      </p:pic>
      <p:sp>
        <p:nvSpPr>
          <p:cNvPr id="22" name="fl" descr="                              Dell - Internal Use - Confidential "/>
          <p:cNvSpPr txBox="1"/>
          <p:nvPr/>
        </p:nvSpPr>
        <p:spPr>
          <a:xfrm>
            <a:off x="0" y="6484939"/>
            <a:ext cx="12192000" cy="0"/>
          </a:xfrm>
          <a:prstGeom prst="rect">
            <a:avLst/>
          </a:prstGeom>
          <a:noFill/>
        </p:spPr>
        <p:txBody>
          <a:bodyPr wrap="none"/>
          <a:lstStyle/>
          <a:p>
            <a:pPr>
              <a:lnSpc>
                <a:spcPct val="90000"/>
              </a:lnSpc>
              <a:spcBef>
                <a:spcPts val="800"/>
              </a:spcBef>
              <a:buClr>
                <a:srgbClr val="0085C3"/>
              </a:buClr>
              <a:buFont typeface="Arial" pitchFamily="34" charset="0"/>
              <a:buNone/>
            </a:pPr>
            <a:r>
              <a:rPr kumimoji="0" lang="en-US" altLang="en-US" sz="1067" b="1">
                <a:solidFill>
                  <a:srgbClr val="7F7F7F"/>
                </a:solidFill>
                <a:latin typeface="museo sans for dell" pitchFamily="2" charset="0"/>
                <a:ea typeface="+mn-ea"/>
                <a:cs typeface="Arial" pitchFamily="34" charset="0"/>
              </a:rPr>
              <a:t>                              Dell - Internal Use - Confidential</a:t>
            </a:r>
            <a:endParaRPr sz="2400"/>
          </a:p>
          <a:p>
            <a:pPr>
              <a:lnSpc>
                <a:spcPct val="90000"/>
              </a:lnSpc>
              <a:spcBef>
                <a:spcPts val="800"/>
              </a:spcBef>
              <a:buClr>
                <a:srgbClr val="0085C3"/>
              </a:buClr>
              <a:buFont typeface="Arial" pitchFamily="34" charset="0"/>
              <a:buNone/>
            </a:pPr>
            <a:endParaRPr kumimoji="0" lang="en-US" altLang="en-US" sz="1067" b="1">
              <a:solidFill>
                <a:srgbClr val="7F7F7F"/>
              </a:solidFill>
              <a:latin typeface="museo sans for dell" pitchFamily="2" charset="0"/>
              <a:ea typeface="+mn-ea"/>
              <a:cs typeface="Arial" pitchFamily="34" charset="0"/>
            </a:endParaRPr>
          </a:p>
        </p:txBody>
      </p:sp>
    </p:spTree>
    <p:extLst>
      <p:ext uri="{BB962C8B-B14F-4D97-AF65-F5344CB8AC3E}">
        <p14:creationId xmlns:p14="http://schemas.microsoft.com/office/powerpoint/2010/main" val="3276333028"/>
      </p:ext>
    </p:extLst>
  </p:cSld>
  <p:clrMap bg1="dk2" tx1="lt1" bg2="dk1" tx2="lt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ransition spd="med">
    <p:wipe dir="r"/>
  </p:transition>
  <p:txStyles>
    <p:titleStyle>
      <a:lvl1pPr algn="l" rtl="0" eaLnBrk="1" fontAlgn="base" hangingPunct="1">
        <a:lnSpc>
          <a:spcPct val="90000"/>
        </a:lnSpc>
        <a:spcBef>
          <a:spcPct val="1"/>
        </a:spcBef>
        <a:spcAft>
          <a:spcPct val="1"/>
        </a:spcAft>
        <a:defRPr sz="3200">
          <a:solidFill>
            <a:schemeClr val="accent1"/>
          </a:solidFill>
          <a:latin typeface="Museo For Dell" pitchFamily="2" charset="0"/>
          <a:ea typeface="Museo For Dell" pitchFamily="2" charset="0"/>
          <a:cs typeface="Museo For Dell" pitchFamily="2" charset="0"/>
        </a:defRPr>
      </a:lvl1pPr>
      <a:lvl2pPr algn="l" rtl="0" eaLnBrk="1" fontAlgn="base" hangingPunct="1">
        <a:lnSpc>
          <a:spcPct val="90000"/>
        </a:lnSpc>
        <a:spcBef>
          <a:spcPct val="1"/>
        </a:spcBef>
        <a:spcAft>
          <a:spcPct val="1"/>
        </a:spcAft>
        <a:defRPr sz="3200">
          <a:solidFill>
            <a:schemeClr val="accent1"/>
          </a:solidFill>
          <a:latin typeface="Museo For Dell" pitchFamily="2" charset="0"/>
          <a:ea typeface="Museo For Dell" pitchFamily="2" charset="0"/>
          <a:cs typeface="Museo For Dell" pitchFamily="2" charset="0"/>
        </a:defRPr>
      </a:lvl2pPr>
      <a:lvl3pPr algn="l" rtl="0" eaLnBrk="1" fontAlgn="base" hangingPunct="1">
        <a:lnSpc>
          <a:spcPct val="90000"/>
        </a:lnSpc>
        <a:spcBef>
          <a:spcPct val="1"/>
        </a:spcBef>
        <a:spcAft>
          <a:spcPct val="1"/>
        </a:spcAft>
        <a:defRPr sz="3200">
          <a:solidFill>
            <a:schemeClr val="accent1"/>
          </a:solidFill>
          <a:latin typeface="Museo For Dell" pitchFamily="2" charset="0"/>
          <a:ea typeface="Museo For Dell" pitchFamily="2" charset="0"/>
          <a:cs typeface="Museo For Dell" pitchFamily="2" charset="0"/>
        </a:defRPr>
      </a:lvl3pPr>
      <a:lvl4pPr algn="l" rtl="0" eaLnBrk="1" fontAlgn="base" hangingPunct="1">
        <a:lnSpc>
          <a:spcPct val="90000"/>
        </a:lnSpc>
        <a:spcBef>
          <a:spcPct val="1"/>
        </a:spcBef>
        <a:spcAft>
          <a:spcPct val="1"/>
        </a:spcAft>
        <a:defRPr sz="3200">
          <a:solidFill>
            <a:schemeClr val="accent1"/>
          </a:solidFill>
          <a:latin typeface="Museo For Dell" pitchFamily="2" charset="0"/>
          <a:ea typeface="Museo For Dell" pitchFamily="2" charset="0"/>
          <a:cs typeface="Museo For Dell" pitchFamily="2" charset="0"/>
        </a:defRPr>
      </a:lvl4pPr>
      <a:lvl5pPr algn="l" rtl="0" eaLnBrk="1" fontAlgn="base" hangingPunct="1">
        <a:lnSpc>
          <a:spcPct val="90000"/>
        </a:lnSpc>
        <a:spcBef>
          <a:spcPct val="1"/>
        </a:spcBef>
        <a:spcAft>
          <a:spcPct val="1"/>
        </a:spcAft>
        <a:defRPr sz="3200">
          <a:solidFill>
            <a:schemeClr val="accent1"/>
          </a:solidFill>
          <a:latin typeface="Museo For Dell" pitchFamily="2" charset="0"/>
          <a:ea typeface="Museo For Dell" pitchFamily="2" charset="0"/>
          <a:cs typeface="Museo For Dell" pitchFamily="2" charset="0"/>
        </a:defRPr>
      </a:lvl5pPr>
      <a:lvl6pPr marL="609585" algn="l" rtl="0" eaLnBrk="1" fontAlgn="base" hangingPunct="1">
        <a:lnSpc>
          <a:spcPct val="70000"/>
        </a:lnSpc>
        <a:spcBef>
          <a:spcPct val="1"/>
        </a:spcBef>
        <a:spcAft>
          <a:spcPct val="1"/>
        </a:spcAft>
        <a:defRPr sz="5867" b="1">
          <a:solidFill>
            <a:schemeClr val="accent1"/>
          </a:solidFill>
          <a:latin typeface="Arial Black" pitchFamily="34" charset="0"/>
        </a:defRPr>
      </a:lvl6pPr>
      <a:lvl7pPr marL="1219170" algn="l" rtl="0" eaLnBrk="1" fontAlgn="base" hangingPunct="1">
        <a:lnSpc>
          <a:spcPct val="70000"/>
        </a:lnSpc>
        <a:spcBef>
          <a:spcPct val="1"/>
        </a:spcBef>
        <a:spcAft>
          <a:spcPct val="1"/>
        </a:spcAft>
        <a:defRPr sz="5867" b="1">
          <a:solidFill>
            <a:schemeClr val="accent1"/>
          </a:solidFill>
          <a:latin typeface="Arial Black" pitchFamily="34" charset="0"/>
        </a:defRPr>
      </a:lvl7pPr>
      <a:lvl8pPr marL="1828754" algn="l" rtl="0" eaLnBrk="1" fontAlgn="base" hangingPunct="1">
        <a:lnSpc>
          <a:spcPct val="70000"/>
        </a:lnSpc>
        <a:spcBef>
          <a:spcPct val="1"/>
        </a:spcBef>
        <a:spcAft>
          <a:spcPct val="1"/>
        </a:spcAft>
        <a:defRPr sz="5867" b="1">
          <a:solidFill>
            <a:schemeClr val="accent1"/>
          </a:solidFill>
          <a:latin typeface="Arial Black" pitchFamily="34" charset="0"/>
        </a:defRPr>
      </a:lvl8pPr>
      <a:lvl9pPr marL="2438339" algn="l" rtl="0" eaLnBrk="1" fontAlgn="base" hangingPunct="1">
        <a:lnSpc>
          <a:spcPct val="70000"/>
        </a:lnSpc>
        <a:spcBef>
          <a:spcPct val="1"/>
        </a:spcBef>
        <a:spcAft>
          <a:spcPct val="1"/>
        </a:spcAft>
        <a:defRPr sz="5867" b="1">
          <a:solidFill>
            <a:schemeClr val="accent1"/>
          </a:solidFill>
          <a:latin typeface="Arial Black" pitchFamily="34" charset="0"/>
        </a:defRPr>
      </a:lvl9pPr>
    </p:titleStyle>
    <p:bodyStyle>
      <a:lvl1pPr marL="304792" indent="-304792" algn="l" rtl="0" eaLnBrk="1" fontAlgn="base" hangingPunct="1">
        <a:lnSpc>
          <a:spcPct val="90000"/>
        </a:lnSpc>
        <a:spcBef>
          <a:spcPts val="1600"/>
        </a:spcBef>
        <a:spcAft>
          <a:spcPct val="1"/>
        </a:spcAft>
        <a:buClr>
          <a:schemeClr val="accent1"/>
        </a:buClr>
        <a:buFont typeface="Arial" pitchFamily="34" charset="0"/>
        <a:buChar char="•"/>
        <a:defRPr>
          <a:solidFill>
            <a:schemeClr val="tx1"/>
          </a:solidFill>
          <a:latin typeface="museo sans for dell" pitchFamily="2" charset="0"/>
          <a:ea typeface="museo sans for dell" pitchFamily="2" charset="0"/>
          <a:cs typeface="museo sans for dell" pitchFamily="2" charset="0"/>
        </a:defRPr>
      </a:lvl1pPr>
      <a:lvl2pPr marL="766214" indent="-298443" algn="l" rtl="0" eaLnBrk="1" fontAlgn="base" hangingPunct="1">
        <a:lnSpc>
          <a:spcPct val="90000"/>
        </a:lnSpc>
        <a:spcBef>
          <a:spcPts val="400"/>
        </a:spcBef>
        <a:spcAft>
          <a:spcPct val="1"/>
        </a:spcAft>
        <a:buClr>
          <a:schemeClr val="accent1"/>
        </a:buClr>
        <a:buFont typeface="museo sans for dell" pitchFamily="2" charset="0"/>
        <a:buChar char="–"/>
        <a:defRPr sz="2133">
          <a:solidFill>
            <a:schemeClr val="tx1"/>
          </a:solidFill>
          <a:latin typeface="museo sans for dell" pitchFamily="2" charset="0"/>
          <a:ea typeface="museo sans for dell" pitchFamily="2" charset="0"/>
          <a:cs typeface="museo sans for dell" pitchFamily="2" charset="0"/>
        </a:defRPr>
      </a:lvl2pPr>
      <a:lvl3pPr marL="1212820" indent="-294210" algn="l" rtl="0" eaLnBrk="1" fontAlgn="base" hangingPunct="1">
        <a:lnSpc>
          <a:spcPct val="90000"/>
        </a:lnSpc>
        <a:spcBef>
          <a:spcPts val="400"/>
        </a:spcBef>
        <a:spcAft>
          <a:spcPct val="1"/>
        </a:spcAft>
        <a:buClr>
          <a:schemeClr val="accent1"/>
        </a:buClr>
        <a:buFont typeface="museo sans for dell" pitchFamily="2" charset="0"/>
        <a:buChar char="›"/>
        <a:defRPr sz="1867">
          <a:solidFill>
            <a:schemeClr val="tx1"/>
          </a:solidFill>
          <a:latin typeface="museo sans for dell" pitchFamily="2" charset="0"/>
          <a:ea typeface="museo sans for dell" pitchFamily="2" charset="0"/>
          <a:cs typeface="museo sans for dell" pitchFamily="2" charset="0"/>
        </a:defRPr>
      </a:lvl3pPr>
      <a:lvl4pPr marL="1661542" indent="-296326" algn="l" rtl="0" eaLnBrk="1" fontAlgn="base" hangingPunct="1">
        <a:lnSpc>
          <a:spcPct val="90000"/>
        </a:lnSpc>
        <a:spcBef>
          <a:spcPts val="400"/>
        </a:spcBef>
        <a:spcAft>
          <a:spcPct val="1"/>
        </a:spcAft>
        <a:buClr>
          <a:schemeClr val="accent1"/>
        </a:buClr>
        <a:buFont typeface="Museo For Dell 300" pitchFamily="50" charset="0"/>
        <a:buChar char="–"/>
        <a:defRPr sz="1600">
          <a:solidFill>
            <a:schemeClr val="tx1"/>
          </a:solidFill>
          <a:latin typeface="museo sans for dell" pitchFamily="2" charset="0"/>
          <a:ea typeface="museo sans for dell" pitchFamily="2" charset="0"/>
          <a:cs typeface="museo sans for dell" pitchFamily="2" charset="0"/>
        </a:defRPr>
      </a:lvl4pPr>
      <a:lvl5pPr marL="2144130" indent="-315376" algn="l" rtl="0" eaLnBrk="1" fontAlgn="base" hangingPunct="1">
        <a:lnSpc>
          <a:spcPct val="90000"/>
        </a:lnSpc>
        <a:spcBef>
          <a:spcPts val="1067"/>
        </a:spcBef>
        <a:spcAft>
          <a:spcPct val="1"/>
        </a:spcAft>
        <a:buClr>
          <a:schemeClr val="bg1"/>
        </a:buClr>
        <a:buFont typeface="Museo For Dell 300" pitchFamily="50" charset="0"/>
        <a:buChar char="–"/>
        <a:defRPr>
          <a:solidFill>
            <a:schemeClr val="bg2"/>
          </a:solidFill>
          <a:latin typeface="museo sans for dell" pitchFamily="2" charset="0"/>
          <a:ea typeface="museo sans for dell" pitchFamily="2" charset="0"/>
          <a:cs typeface="museo sans for dell" pitchFamily="2" charset="0"/>
        </a:defRPr>
      </a:lvl5pPr>
      <a:lvl6pPr marL="2753291" indent="-314952" algn="l" rtl="0" eaLnBrk="1" fontAlgn="base" hangingPunct="1">
        <a:lnSpc>
          <a:spcPct val="95000"/>
        </a:lnSpc>
        <a:spcBef>
          <a:spcPct val="30000"/>
        </a:spcBef>
        <a:spcAft>
          <a:spcPct val="1"/>
        </a:spcAft>
        <a:buClr>
          <a:schemeClr val="accent1"/>
        </a:buClr>
        <a:buFont typeface="Arial" charset="0"/>
        <a:buChar char="–"/>
        <a:defRPr sz="2133">
          <a:solidFill>
            <a:schemeClr val="accent1"/>
          </a:solidFill>
          <a:latin typeface="+mn-lt"/>
        </a:defRPr>
      </a:lvl6pPr>
      <a:lvl7pPr marL="3362876" indent="-314952" algn="l" rtl="0" eaLnBrk="1" fontAlgn="base" hangingPunct="1">
        <a:lnSpc>
          <a:spcPct val="95000"/>
        </a:lnSpc>
        <a:spcBef>
          <a:spcPct val="30000"/>
        </a:spcBef>
        <a:spcAft>
          <a:spcPct val="1"/>
        </a:spcAft>
        <a:buClr>
          <a:schemeClr val="accent1"/>
        </a:buClr>
        <a:buFont typeface="Arial" charset="0"/>
        <a:buChar char="–"/>
        <a:defRPr sz="2133">
          <a:solidFill>
            <a:schemeClr val="accent1"/>
          </a:solidFill>
          <a:latin typeface="+mn-lt"/>
        </a:defRPr>
      </a:lvl7pPr>
      <a:lvl8pPr marL="3972461" indent="-314952" algn="l" rtl="0" eaLnBrk="1" fontAlgn="base" hangingPunct="1">
        <a:lnSpc>
          <a:spcPct val="95000"/>
        </a:lnSpc>
        <a:spcBef>
          <a:spcPct val="30000"/>
        </a:spcBef>
        <a:spcAft>
          <a:spcPct val="1"/>
        </a:spcAft>
        <a:buClr>
          <a:schemeClr val="accent1"/>
        </a:buClr>
        <a:buFont typeface="Arial" charset="0"/>
        <a:buChar char="–"/>
        <a:defRPr sz="2133">
          <a:solidFill>
            <a:schemeClr val="accent1"/>
          </a:solidFill>
          <a:latin typeface="+mn-lt"/>
        </a:defRPr>
      </a:lvl8pPr>
      <a:lvl9pPr marL="4582045" indent="-314952" algn="l" rtl="0" eaLnBrk="1" fontAlgn="base" hangingPunct="1">
        <a:lnSpc>
          <a:spcPct val="95000"/>
        </a:lnSpc>
        <a:spcBef>
          <a:spcPct val="30000"/>
        </a:spcBef>
        <a:spcAft>
          <a:spcPct val="1"/>
        </a:spcAft>
        <a:buClr>
          <a:schemeClr val="accent1"/>
        </a:buClr>
        <a:buFont typeface="Arial" charset="0"/>
        <a:buChar char="–"/>
        <a:defRPr sz="2133">
          <a:solidFill>
            <a:schemeClr val="accent1"/>
          </a:solidFill>
          <a:latin typeface="+mn-lt"/>
        </a:defRPr>
      </a:lvl9pPr>
    </p:bodyStyle>
    <p:otherStyle>
      <a:defPPr>
        <a:defRPr lang="en-US"/>
      </a:defPPr>
      <a:lvl1pPr marL="0" algn="l" defTabSz="1218323" rtl="0" eaLnBrk="1" latinLnBrk="0" hangingPunct="1">
        <a:defRPr sz="2400" kern="1200">
          <a:solidFill>
            <a:schemeClr val="tx1"/>
          </a:solidFill>
          <a:latin typeface="+mn-lt"/>
          <a:ea typeface="+mn-ea"/>
          <a:cs typeface="+mn-cs"/>
        </a:defRPr>
      </a:lvl1pPr>
      <a:lvl2pPr marL="609585" algn="l" defTabSz="1218323" rtl="0" eaLnBrk="1" latinLnBrk="0" hangingPunct="1">
        <a:defRPr sz="2400" kern="1200">
          <a:solidFill>
            <a:schemeClr val="tx1"/>
          </a:solidFill>
          <a:latin typeface="+mn-lt"/>
          <a:ea typeface="+mn-ea"/>
          <a:cs typeface="+mn-cs"/>
        </a:defRPr>
      </a:lvl2pPr>
      <a:lvl3pPr marL="1219170" algn="l" defTabSz="1218323" rtl="0" eaLnBrk="1" latinLnBrk="0" hangingPunct="1">
        <a:defRPr sz="2400" kern="1200">
          <a:solidFill>
            <a:schemeClr val="tx1"/>
          </a:solidFill>
          <a:latin typeface="+mn-lt"/>
          <a:ea typeface="+mn-ea"/>
          <a:cs typeface="+mn-cs"/>
        </a:defRPr>
      </a:lvl3pPr>
      <a:lvl4pPr marL="1828754" algn="l" defTabSz="1218323" rtl="0" eaLnBrk="1" latinLnBrk="0" hangingPunct="1">
        <a:defRPr sz="2400" kern="1200">
          <a:solidFill>
            <a:schemeClr val="tx1"/>
          </a:solidFill>
          <a:latin typeface="+mn-lt"/>
          <a:ea typeface="+mn-ea"/>
          <a:cs typeface="+mn-cs"/>
        </a:defRPr>
      </a:lvl4pPr>
      <a:lvl5pPr marL="2438339" algn="l" defTabSz="1218323" rtl="0" eaLnBrk="1" latinLnBrk="0" hangingPunct="1">
        <a:defRPr sz="2400" kern="1200">
          <a:solidFill>
            <a:schemeClr val="tx1"/>
          </a:solidFill>
          <a:latin typeface="+mn-lt"/>
          <a:ea typeface="+mn-ea"/>
          <a:cs typeface="+mn-cs"/>
        </a:defRPr>
      </a:lvl5pPr>
      <a:lvl6pPr marL="3047924" algn="l" defTabSz="1218323" rtl="0" eaLnBrk="1" latinLnBrk="0" hangingPunct="1">
        <a:defRPr sz="2400" kern="1200">
          <a:solidFill>
            <a:schemeClr val="tx1"/>
          </a:solidFill>
          <a:latin typeface="+mn-lt"/>
          <a:ea typeface="+mn-ea"/>
          <a:cs typeface="+mn-cs"/>
        </a:defRPr>
      </a:lvl6pPr>
      <a:lvl7pPr marL="3656662" algn="l" defTabSz="1218323" rtl="0" eaLnBrk="1" latinLnBrk="0" hangingPunct="1">
        <a:defRPr sz="2400" kern="1200">
          <a:solidFill>
            <a:schemeClr val="tx1"/>
          </a:solidFill>
          <a:latin typeface="+mn-lt"/>
          <a:ea typeface="+mn-ea"/>
          <a:cs typeface="+mn-cs"/>
        </a:defRPr>
      </a:lvl7pPr>
      <a:lvl8pPr marL="4266247" algn="l" defTabSz="1218323" rtl="0" eaLnBrk="1" latinLnBrk="0" hangingPunct="1">
        <a:defRPr sz="2400" kern="1200">
          <a:solidFill>
            <a:schemeClr val="tx1"/>
          </a:solidFill>
          <a:latin typeface="+mn-lt"/>
          <a:ea typeface="+mn-ea"/>
          <a:cs typeface="+mn-cs"/>
        </a:defRPr>
      </a:lvl8pPr>
      <a:lvl9pPr marL="4875831" algn="l" defTabSz="1218323"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title style</a:t>
            </a:r>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5BF41EA-3085-473A-967C-3157944804D0}"/>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8" name="Rectangle 7" descr="Intel Confidential">
            <a:extLst>
              <a:ext uri="{FF2B5EF4-FFF2-40B4-BE49-F238E27FC236}">
                <a16:creationId xmlns:a16="http://schemas.microsoft.com/office/drawing/2014/main" id="{D272B893-3411-4154-A13D-8DB1F4E167A4}"/>
              </a:ext>
            </a:extLst>
          </p:cNvPr>
          <p:cNvSpPr/>
          <p:nvPr/>
        </p:nvSpPr>
        <p:spPr>
          <a:xfrm>
            <a:off x="5489103" y="6510549"/>
            <a:ext cx="1213795" cy="246221"/>
          </a:xfrm>
          <a:prstGeom prst="rect">
            <a:avLst/>
          </a:prstGeom>
        </p:spPr>
        <p:txBody>
          <a:bodyPr wrap="none">
            <a:spAutoFit/>
          </a:bodyPr>
          <a:lstStyle/>
          <a:p>
            <a:pPr algn="ctr"/>
            <a:r>
              <a:rPr lang="en-US" sz="1000" b="0" i="0">
                <a:solidFill>
                  <a:schemeClr val="tx1"/>
                </a:solidFill>
                <a:latin typeface="IntelOne Text" panose="020B0503020203020204" pitchFamily="34" charset="77"/>
                <a:ea typeface="Intel Clear" panose="020B0604020203020204" pitchFamily="34" charset="0"/>
                <a:cs typeface="Times New Roman" panose="02020603050405020304" pitchFamily="18" charset="0"/>
              </a:rPr>
              <a:t>Intel Confidential</a:t>
            </a:r>
          </a:p>
        </p:txBody>
      </p:sp>
      <p:sp>
        <p:nvSpPr>
          <p:cNvPr id="9" name="Rectangle 8" descr="Department or Event Name">
            <a:extLst>
              <a:ext uri="{FF2B5EF4-FFF2-40B4-BE49-F238E27FC236}">
                <a16:creationId xmlns:a16="http://schemas.microsoft.com/office/drawing/2014/main" id="{8A75CF89-9B1A-49AA-8C1C-7280637B6567}"/>
              </a:ext>
            </a:extLst>
          </p:cNvPr>
          <p:cNvSpPr/>
          <p:nvPr/>
        </p:nvSpPr>
        <p:spPr>
          <a:xfrm>
            <a:off x="286365" y="6510549"/>
            <a:ext cx="2172390" cy="276999"/>
          </a:xfrm>
          <a:prstGeom prst="rect">
            <a:avLst/>
          </a:prstGeom>
        </p:spPr>
        <p:txBody>
          <a:bodyPr wrap="none">
            <a:spAutoFit/>
          </a:bodyPr>
          <a:lstStyle/>
          <a:p>
            <a:pPr algn="l"/>
            <a:r>
              <a:rPr lang="en-US" sz="1200" b="0" i="0">
                <a:solidFill>
                  <a:schemeClr val="tx1"/>
                </a:solidFill>
                <a:latin typeface="IntelOne Text" panose="020B0503020203020204" pitchFamily="34" charset="77"/>
                <a:ea typeface="Intel Clear" panose="020B0604020203020204" pitchFamily="34" charset="0"/>
                <a:cs typeface="Times New Roman" panose="02020603050405020304" pitchFamily="18" charset="0"/>
              </a:rPr>
              <a:t>Department or Event Name</a:t>
            </a:r>
          </a:p>
        </p:txBody>
      </p:sp>
      <p:pic>
        <p:nvPicPr>
          <p:cNvPr id="10" name="Graphic 9">
            <a:extLst>
              <a:ext uri="{FF2B5EF4-FFF2-40B4-BE49-F238E27FC236}">
                <a16:creationId xmlns:a16="http://schemas.microsoft.com/office/drawing/2014/main" id="{A984EC55-415E-440F-AE6F-DDB70FA6D37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1137466" y="6554735"/>
            <a:ext cx="476084" cy="177524"/>
          </a:xfrm>
          <a:prstGeom prst="rect">
            <a:avLst/>
          </a:prstGeom>
        </p:spPr>
      </p:pic>
      <p:sp>
        <p:nvSpPr>
          <p:cNvPr id="11" name="TextBox 10" descr="page number">
            <a:extLst>
              <a:ext uri="{FF2B5EF4-FFF2-40B4-BE49-F238E27FC236}">
                <a16:creationId xmlns:a16="http://schemas.microsoft.com/office/drawing/2014/main" id="{02FB4E28-8FF4-469D-9172-AA2B2441695C}"/>
              </a:ext>
            </a:extLst>
          </p:cNvPr>
          <p:cNvSpPr txBox="1"/>
          <p:nvPr/>
        </p:nvSpPr>
        <p:spPr>
          <a:xfrm>
            <a:off x="11886783" y="6553045"/>
            <a:ext cx="16671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endParaRPr>
          </a:p>
        </p:txBody>
      </p:sp>
      <p:sp>
        <p:nvSpPr>
          <p:cNvPr id="12" name="Rectangle 11">
            <a:extLst>
              <a:ext uri="{FF2B5EF4-FFF2-40B4-BE49-F238E27FC236}">
                <a16:creationId xmlns:a16="http://schemas.microsoft.com/office/drawing/2014/main" id="{462C4174-C58D-4EF7-A490-8F73147A264E}"/>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EDE1E402-C0AA-4A44-97FB-BE9DDACF9A55}"/>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4" name="Rectangle 13" descr="Intel Confidential">
            <a:extLst>
              <a:ext uri="{FF2B5EF4-FFF2-40B4-BE49-F238E27FC236}">
                <a16:creationId xmlns:a16="http://schemas.microsoft.com/office/drawing/2014/main" id="{906391AB-9F76-4178-9622-4768A6A6C7CA}"/>
              </a:ext>
            </a:extLst>
          </p:cNvPr>
          <p:cNvSpPr/>
          <p:nvPr/>
        </p:nvSpPr>
        <p:spPr>
          <a:xfrm>
            <a:off x="5489103" y="6510549"/>
            <a:ext cx="1213795" cy="246221"/>
          </a:xfrm>
          <a:prstGeom prst="rect">
            <a:avLst/>
          </a:prstGeom>
        </p:spPr>
        <p:txBody>
          <a:bodyPr wrap="none">
            <a:spAutoFit/>
          </a:bodyPr>
          <a:lstStyle/>
          <a:p>
            <a:pPr algn="ctr"/>
            <a:r>
              <a:rPr lang="en-US" sz="1000" b="0" i="0">
                <a:solidFill>
                  <a:schemeClr val="tx1"/>
                </a:solidFill>
                <a:latin typeface="IntelOne Text" panose="020B0503020203020204" pitchFamily="34" charset="77"/>
                <a:ea typeface="Intel Clear" panose="020B0604020203020204" pitchFamily="34" charset="0"/>
                <a:cs typeface="Times New Roman" panose="02020603050405020304" pitchFamily="18" charset="0"/>
              </a:rPr>
              <a:t>Intel Confidential</a:t>
            </a:r>
          </a:p>
        </p:txBody>
      </p:sp>
      <p:sp>
        <p:nvSpPr>
          <p:cNvPr id="15" name="Rectangle 14" descr="Department or Event Name">
            <a:extLst>
              <a:ext uri="{FF2B5EF4-FFF2-40B4-BE49-F238E27FC236}">
                <a16:creationId xmlns:a16="http://schemas.microsoft.com/office/drawing/2014/main" id="{690E8CB7-4C09-47D4-9A3A-4E8E8877F589}"/>
              </a:ext>
            </a:extLst>
          </p:cNvPr>
          <p:cNvSpPr/>
          <p:nvPr/>
        </p:nvSpPr>
        <p:spPr>
          <a:xfrm>
            <a:off x="381000" y="6506289"/>
            <a:ext cx="2560316" cy="246221"/>
          </a:xfrm>
          <a:prstGeom prst="rect">
            <a:avLst/>
          </a:prstGeom>
        </p:spPr>
        <p:txBody>
          <a:bodyPr wrap="none">
            <a:spAutoFit/>
          </a:bodyPr>
          <a:lstStyle/>
          <a:p>
            <a:r>
              <a:rPr lang="en-US" sz="1000">
                <a:solidFill>
                  <a:schemeClr val="tx1"/>
                </a:solidFill>
                <a:latin typeface="IntelOne Text" panose="020B0503020203020204" pitchFamily="34" charset="0"/>
              </a:rPr>
              <a:t>CCG  PEG Client Customer Engineering</a:t>
            </a:r>
          </a:p>
        </p:txBody>
      </p:sp>
      <p:pic>
        <p:nvPicPr>
          <p:cNvPr id="16" name="Graphic 15">
            <a:extLst>
              <a:ext uri="{FF2B5EF4-FFF2-40B4-BE49-F238E27FC236}">
                <a16:creationId xmlns:a16="http://schemas.microsoft.com/office/drawing/2014/main" id="{3DB6E0FE-A458-4FC3-8BCF-C3DEF3B9E24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1137466" y="6554735"/>
            <a:ext cx="476084" cy="177524"/>
          </a:xfrm>
          <a:prstGeom prst="rect">
            <a:avLst/>
          </a:prstGeom>
        </p:spPr>
      </p:pic>
      <p:sp>
        <p:nvSpPr>
          <p:cNvPr id="17" name="TextBox 16" descr="page number">
            <a:extLst>
              <a:ext uri="{FF2B5EF4-FFF2-40B4-BE49-F238E27FC236}">
                <a16:creationId xmlns:a16="http://schemas.microsoft.com/office/drawing/2014/main" id="{53D7E5EC-4B62-4515-9A8B-0AB847259844}"/>
              </a:ext>
            </a:extLst>
          </p:cNvPr>
          <p:cNvSpPr txBox="1"/>
          <p:nvPr/>
        </p:nvSpPr>
        <p:spPr>
          <a:xfrm>
            <a:off x="11886783" y="6553045"/>
            <a:ext cx="16671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endParaRPr>
          </a:p>
        </p:txBody>
      </p:sp>
      <p:sp>
        <p:nvSpPr>
          <p:cNvPr id="18" name="Rectangle 17">
            <a:extLst>
              <a:ext uri="{FF2B5EF4-FFF2-40B4-BE49-F238E27FC236}">
                <a16:creationId xmlns:a16="http://schemas.microsoft.com/office/drawing/2014/main" id="{51A5FD6C-5104-45F8-8C61-CC0432723E00}"/>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Tree>
    <p:extLst>
      <p:ext uri="{BB962C8B-B14F-4D97-AF65-F5344CB8AC3E}">
        <p14:creationId xmlns:p14="http://schemas.microsoft.com/office/powerpoint/2010/main" val="51451011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chemeClr val="tx1"/>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chemeClr val="tx1"/>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chemeClr val="tx1"/>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chemeClr val="tx1"/>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chemeClr val="tx1"/>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164665" y="1198718"/>
            <a:ext cx="10972801" cy="4724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164665" y="167761"/>
            <a:ext cx="10972801" cy="8836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p>
            <a:r>
              <a:rPr lang="en-US"/>
              <a:t>40pt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p:nvSpPr>
        <p:spPr>
          <a:xfrm>
            <a:off x="155128" y="6525023"/>
            <a:ext cx="1184940" cy="231410"/>
          </a:xfrm>
          <a:prstGeom prst="rect">
            <a:avLst/>
          </a:prstGeom>
        </p:spPr>
        <p:txBody>
          <a:bodyPr wrap="none">
            <a:spAutoFit/>
          </a:bodyPr>
          <a:lstStyle/>
          <a:p>
            <a:pPr algn="ctr"/>
            <a:r>
              <a:rPr lang="en-US" sz="1000">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
        <p:nvSpPr>
          <p:cNvPr id="10" name="Text Box 121">
            <a:extLst>
              <a:ext uri="{FF2B5EF4-FFF2-40B4-BE49-F238E27FC236}">
                <a16:creationId xmlns:a16="http://schemas.microsoft.com/office/drawing/2014/main" id="{A1297A1E-C3A9-47C6-A662-879425C0CD72}"/>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2"/>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1406763964"/>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63" r:id="rId23"/>
    <p:sldLayoutId id="2147483764" r:id="rId24"/>
    <p:sldLayoutId id="2147483765" r:id="rId25"/>
    <p:sldLayoutId id="2147483766" r:id="rId26"/>
    <p:sldLayoutId id="2147483768" r:id="rId27"/>
    <p:sldLayoutId id="2147483769" r:id="rId28"/>
    <p:sldLayoutId id="2147483770"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marR="0" indent="0" algn="l" defTabSz="609600" eaLnBrk="1" latinLnBrk="0" hangingPunct="1">
        <a:lnSpc>
          <a:spcPct val="90000"/>
        </a:lnSpc>
        <a:spcBef>
          <a:spcPts val="0"/>
        </a:spcBef>
        <a:spcAft>
          <a:spcPts val="0"/>
        </a:spcAft>
        <a:buClrTx/>
        <a:buSzTx/>
        <a:buFontTx/>
        <a:buNone/>
        <a:tabLst/>
        <a:defRPr sz="32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1200"/>
        </a:spcBef>
        <a:spcAft>
          <a:spcPts val="0"/>
        </a:spcAft>
        <a:buClrTx/>
        <a:buSzTx/>
        <a:buFont typeface="Wingdings" pitchFamily="2" charset="2"/>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1200"/>
        </a:spcBef>
        <a:spcAft>
          <a:spcPts val="0"/>
        </a:spcAft>
        <a:buClrTx/>
        <a:buSzTx/>
        <a:buFont typeface="Arial" panose="020B0604020202020204" pitchFamily="34" charset="0"/>
        <a:buChar char="•"/>
        <a:tabLst/>
        <a:defRPr sz="2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1200"/>
        </a:spcBef>
        <a:spcAft>
          <a:spcPts val="0"/>
        </a:spcAft>
        <a:buClrTx/>
        <a:buSzTx/>
        <a:buFont typeface="Arial" panose="020B0604020202020204" pitchFamily="34" charset="0"/>
        <a:buChar char="•"/>
        <a:tabLst/>
        <a:defRPr kumimoji="0" sz="800" b="0" i="0" u="none" strike="noStrike" cap="none" spc="0" normalizeH="0" baseline="0" dirty="0">
          <a:ln>
            <a:noFill/>
          </a:ln>
          <a:solidFill>
            <a:schemeClr val="bg2"/>
          </a:solidFill>
          <a:effectLst/>
          <a:uFillTx/>
          <a:latin typeface="+mn-lt"/>
          <a:ea typeface="+mn-ea"/>
          <a:cs typeface="+mn-cs"/>
          <a:sym typeface="Helvetica Neue"/>
        </a:defRPr>
      </a:lvl3pPr>
      <a:lvl4pPr marL="9199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5BF41EA-3085-473A-967C-3157944804D0}"/>
              </a:ext>
              <a:ext uri="{C183D7F6-B498-43B3-948B-1728B52AA6E4}">
                <adec:decorative xmlns:adec="http://schemas.microsoft.com/office/drawing/2017/decorative" val="1"/>
              </a:ext>
            </a:extLst>
          </p:cNvPr>
          <p:cNvSpPr/>
          <p:nvPr/>
        </p:nvSpPr>
        <p:spPr>
          <a:xfrm>
            <a:off x="0" y="6400800"/>
            <a:ext cx="11734800" cy="4572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8" name="Rectangle 7" descr="Intel Confidential">
            <a:extLst>
              <a:ext uri="{FF2B5EF4-FFF2-40B4-BE49-F238E27FC236}">
                <a16:creationId xmlns:a16="http://schemas.microsoft.com/office/drawing/2014/main" id="{D272B893-3411-4154-A13D-8DB1F4E167A4}"/>
              </a:ext>
            </a:extLst>
          </p:cNvPr>
          <p:cNvSpPr/>
          <p:nvPr/>
        </p:nvSpPr>
        <p:spPr>
          <a:xfrm>
            <a:off x="5537995" y="6510549"/>
            <a:ext cx="1116010" cy="246221"/>
          </a:xfrm>
          <a:prstGeom prst="rect">
            <a:avLst/>
          </a:prstGeom>
        </p:spPr>
        <p:txBody>
          <a:bodyPr wrap="none">
            <a:spAutoFit/>
          </a:bodyPr>
          <a:lstStyle/>
          <a:p>
            <a:pPr algn="ctr"/>
            <a:r>
              <a:rPr lang="en-US" sz="1000">
                <a:solidFill>
                  <a:schemeClr val="tx1"/>
                </a:solidFill>
                <a:ea typeface="Intel Clear" panose="020B0604020203020204" pitchFamily="34" charset="0"/>
                <a:cs typeface="Times New Roman" panose="02020603050405020304" pitchFamily="18" charset="0"/>
              </a:rPr>
              <a:t>Intel Confidential</a:t>
            </a:r>
          </a:p>
        </p:txBody>
      </p:sp>
      <p:sp>
        <p:nvSpPr>
          <p:cNvPr id="9" name="Rectangle 8" descr="Department or Event Name">
            <a:extLst>
              <a:ext uri="{FF2B5EF4-FFF2-40B4-BE49-F238E27FC236}">
                <a16:creationId xmlns:a16="http://schemas.microsoft.com/office/drawing/2014/main" id="{8A75CF89-9B1A-49AA-8C1C-7280637B6567}"/>
              </a:ext>
            </a:extLst>
          </p:cNvPr>
          <p:cNvSpPr/>
          <p:nvPr/>
        </p:nvSpPr>
        <p:spPr>
          <a:xfrm>
            <a:off x="286365" y="6510549"/>
            <a:ext cx="2403222" cy="246221"/>
          </a:xfrm>
          <a:prstGeom prst="rect">
            <a:avLst/>
          </a:prstGeom>
        </p:spPr>
        <p:txBody>
          <a:bodyPr wrap="none">
            <a:spAutoFit/>
          </a:bodyPr>
          <a:lstStyle/>
          <a:p>
            <a:pPr algn="l"/>
            <a:r>
              <a:rPr lang="en-US" sz="1000">
                <a:solidFill>
                  <a:schemeClr val="tx1"/>
                </a:solidFill>
                <a:ea typeface="Intel Clear" panose="020B0604020203020204" pitchFamily="34" charset="0"/>
                <a:cs typeface="Times New Roman" panose="02020603050405020304" pitchFamily="18" charset="0"/>
              </a:rPr>
              <a:t>CCG  CPE Client Customer Engineering</a:t>
            </a:r>
          </a:p>
        </p:txBody>
      </p:sp>
      <p:pic>
        <p:nvPicPr>
          <p:cNvPr id="10" name="Graphic 9">
            <a:extLst>
              <a:ext uri="{FF2B5EF4-FFF2-40B4-BE49-F238E27FC236}">
                <a16:creationId xmlns:a16="http://schemas.microsoft.com/office/drawing/2014/main" id="{A984EC55-415E-440F-AE6F-DDB70FA6D37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1137466" y="6554735"/>
            <a:ext cx="476084" cy="177524"/>
          </a:xfrm>
          <a:prstGeom prst="rect">
            <a:avLst/>
          </a:prstGeom>
        </p:spPr>
      </p:pic>
      <p:sp>
        <p:nvSpPr>
          <p:cNvPr id="11" name="TextBox 10" descr="page number">
            <a:extLst>
              <a:ext uri="{FF2B5EF4-FFF2-40B4-BE49-F238E27FC236}">
                <a16:creationId xmlns:a16="http://schemas.microsoft.com/office/drawing/2014/main" id="{02FB4E28-8FF4-469D-9172-AA2B2441695C}"/>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12" name="Rectangle 11">
            <a:extLst>
              <a:ext uri="{FF2B5EF4-FFF2-40B4-BE49-F238E27FC236}">
                <a16:creationId xmlns:a16="http://schemas.microsoft.com/office/drawing/2014/main" id="{462C4174-C58D-4EF7-A490-8F73147A264E}"/>
              </a:ext>
              <a:ext uri="{C183D7F6-B498-43B3-948B-1728B52AA6E4}">
                <adec:decorative xmlns:adec="http://schemas.microsoft.com/office/drawing/2017/decorative" val="1"/>
              </a:ext>
            </a:extLst>
          </p:cNvPr>
          <p:cNvSpPr/>
          <p:nvPr/>
        </p:nvSpPr>
        <p:spPr>
          <a:xfrm>
            <a:off x="11734800" y="0"/>
            <a:ext cx="457200" cy="64008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Tree>
    <p:extLst>
      <p:ext uri="{BB962C8B-B14F-4D97-AF65-F5344CB8AC3E}">
        <p14:creationId xmlns:p14="http://schemas.microsoft.com/office/powerpoint/2010/main" val="691918131"/>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164665" y="1198718"/>
            <a:ext cx="10972801" cy="4724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164665" y="167761"/>
            <a:ext cx="10972801" cy="8836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p>
            <a:r>
              <a:rPr lang="en-US"/>
              <a:t>40pt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p:nvSpPr>
        <p:spPr>
          <a:xfrm>
            <a:off x="155128" y="6525023"/>
            <a:ext cx="1184940" cy="231410"/>
          </a:xfrm>
          <a:prstGeom prst="rect">
            <a:avLst/>
          </a:prstGeom>
        </p:spPr>
        <p:txBody>
          <a:bodyPr wrap="none">
            <a:spAutoFit/>
          </a:bodyPr>
          <a:lstStyle/>
          <a:p>
            <a:pPr algn="ctr"/>
            <a:r>
              <a:rPr lang="en-US" sz="1000">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
        <p:nvSpPr>
          <p:cNvPr id="10" name="Text Box 121">
            <a:extLst>
              <a:ext uri="{FF2B5EF4-FFF2-40B4-BE49-F238E27FC236}">
                <a16:creationId xmlns:a16="http://schemas.microsoft.com/office/drawing/2014/main" id="{A1297A1E-C3A9-47C6-A662-879425C0CD72}"/>
              </a:ext>
            </a:extLst>
          </p:cNvPr>
          <p:cNvSpPr txBox="1">
            <a:spLocks noChangeArrowheads="1"/>
          </p:cNvSpPr>
          <p:nvPr/>
        </p:nvSpPr>
        <p:spPr bwMode="auto">
          <a:xfrm>
            <a:off x="2357031" y="6478856"/>
            <a:ext cx="7419569" cy="323743"/>
          </a:xfrm>
          <a:prstGeom prst="rect">
            <a:avLst/>
          </a:prstGeom>
          <a:noFill/>
          <a:ln w="9525" algn="ctr">
            <a:noFill/>
            <a:miter lim="800000"/>
            <a:headEnd/>
            <a:tailEnd/>
          </a:ln>
        </p:spPr>
        <p:txBody>
          <a:bodyPr wrap="square" lIns="0" rIns="0" bIns="0">
            <a:spAutoFit/>
          </a:bodyPr>
          <a:lstStyle/>
          <a:p>
            <a:pPr algn="ctr"/>
            <a:r>
              <a:rPr kumimoji="0" lang="en-US" sz="1000" b="0" i="0" u="none" strike="noStrike" cap="none" spc="0" normalizeH="0" baseline="0">
                <a:ln>
                  <a:noFill/>
                </a:ln>
                <a:solidFill>
                  <a:schemeClr val="bg2"/>
                </a:solidFill>
                <a:effectLst/>
                <a:uFillTx/>
                <a:latin typeface="+mn-lt"/>
                <a:ea typeface="+mn-ea"/>
                <a:cs typeface="+mn-cs"/>
                <a:sym typeface="Helvetica Neue"/>
              </a:rPr>
              <a:t>*Other names and brands may be claimed as the property of others. All products, computer systems, dates and figures specified are preliminary based on current expectations, and are subject to change without notice. </a:t>
            </a:r>
          </a:p>
        </p:txBody>
      </p:sp>
    </p:spTree>
    <p:extLst>
      <p:ext uri="{BB962C8B-B14F-4D97-AF65-F5344CB8AC3E}">
        <p14:creationId xmlns:p14="http://schemas.microsoft.com/office/powerpoint/2010/main" val="1504434120"/>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 id="2147483820" r:id="rId17"/>
    <p:sldLayoutId id="2147483821" r:id="rId18"/>
    <p:sldLayoutId id="2147483822" r:id="rId19"/>
    <p:sldLayoutId id="2147483823" r:id="rId20"/>
    <p:sldLayoutId id="2147483824" r:id="rId21"/>
    <p:sldLayoutId id="2147483825" r:id="rId22"/>
    <p:sldLayoutId id="2147483826" r:id="rId23"/>
    <p:sldLayoutId id="2147483827" r:id="rId24"/>
    <p:sldLayoutId id="2147483828" r:id="rId25"/>
    <p:sldLayoutId id="2147483829" r:id="rId26"/>
    <p:sldLayoutId id="2147483830" r:id="rId27"/>
    <p:sldLayoutId id="2147483831" r:id="rId28"/>
    <p:sldLayoutId id="2147483832" r:id="rId29"/>
    <p:sldLayoutId id="2147483834" r:id="rId3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marR="0" indent="0" algn="l" defTabSz="609600" eaLnBrk="1" latinLnBrk="0" hangingPunct="1">
        <a:lnSpc>
          <a:spcPct val="90000"/>
        </a:lnSpc>
        <a:spcBef>
          <a:spcPts val="0"/>
        </a:spcBef>
        <a:spcAft>
          <a:spcPts val="0"/>
        </a:spcAft>
        <a:buClrTx/>
        <a:buSzTx/>
        <a:buFontTx/>
        <a:buNone/>
        <a:tabLst/>
        <a:defRPr sz="32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1200"/>
        </a:spcBef>
        <a:spcAft>
          <a:spcPts val="0"/>
        </a:spcAft>
        <a:buClrTx/>
        <a:buSzTx/>
        <a:buFont typeface="Wingdings" pitchFamily="2" charset="2"/>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1200"/>
        </a:spcBef>
        <a:spcAft>
          <a:spcPts val="0"/>
        </a:spcAft>
        <a:buClrTx/>
        <a:buSzTx/>
        <a:buFont typeface="Arial" panose="020B0604020202020204" pitchFamily="34" charset="0"/>
        <a:buChar char="•"/>
        <a:tabLst/>
        <a:defRPr sz="2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1200"/>
        </a:spcBef>
        <a:spcAft>
          <a:spcPts val="0"/>
        </a:spcAft>
        <a:buClrTx/>
        <a:buSzTx/>
        <a:buFont typeface="Arial" panose="020B0604020202020204" pitchFamily="34" charset="0"/>
        <a:buChar char="•"/>
        <a:tabLst/>
        <a:defRPr kumimoji="0" sz="800" b="0" i="0" u="none" strike="noStrike" cap="none" spc="0" normalizeH="0" baseline="0" dirty="0">
          <a:ln>
            <a:noFill/>
          </a:ln>
          <a:solidFill>
            <a:schemeClr val="bg2"/>
          </a:solidFill>
          <a:effectLst/>
          <a:uFillTx/>
          <a:latin typeface="+mn-lt"/>
          <a:ea typeface="+mn-ea"/>
          <a:cs typeface="+mn-cs"/>
          <a:sym typeface="Helvetica Neue"/>
        </a:defRPr>
      </a:lvl3pPr>
      <a:lvl4pPr marL="9199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A6DA911-DF28-6811-9BEE-926916D5DD71}"/>
              </a:ext>
            </a:extLst>
          </p:cNvPr>
          <p:cNvSpPr>
            <a:spLocks noGrp="1"/>
          </p:cNvSpPr>
          <p:nvPr>
            <p:ph type="subTitle" idx="1"/>
          </p:nvPr>
        </p:nvSpPr>
        <p:spPr>
          <a:xfrm>
            <a:off x="1527595" y="3863508"/>
            <a:ext cx="9803948" cy="1394292"/>
          </a:xfrm>
        </p:spPr>
        <p:txBody>
          <a:bodyPr vert="horz" lIns="91440" tIns="45720" rIns="91440" bIns="45720" rtlCol="0" anchor="t">
            <a:noAutofit/>
          </a:bodyPr>
          <a:lstStyle/>
          <a:p>
            <a:r>
              <a:rPr lang="en-US"/>
              <a:t>Client Customer Engineering</a:t>
            </a:r>
            <a:endParaRPr lang="en-US" dirty="0"/>
          </a:p>
          <a:p>
            <a:r>
              <a:rPr lang="en-US"/>
              <a:t>WW17</a:t>
            </a:r>
          </a:p>
        </p:txBody>
      </p:sp>
      <p:sp>
        <p:nvSpPr>
          <p:cNvPr id="6" name="Title 1">
            <a:extLst>
              <a:ext uri="{FF2B5EF4-FFF2-40B4-BE49-F238E27FC236}">
                <a16:creationId xmlns:a16="http://schemas.microsoft.com/office/drawing/2014/main" id="{64BDF34D-C222-804D-242B-1B7AA860415A}"/>
              </a:ext>
            </a:extLst>
          </p:cNvPr>
          <p:cNvSpPr txBox="1">
            <a:spLocks/>
          </p:cNvSpPr>
          <p:nvPr/>
        </p:nvSpPr>
        <p:spPr>
          <a:xfrm>
            <a:off x="1524000" y="1122363"/>
            <a:ext cx="9144000" cy="23876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000" kern="1200">
                <a:solidFill>
                  <a:schemeClr val="tx1">
                    <a:lumMod val="50000"/>
                  </a:schemeClr>
                </a:solidFill>
                <a:latin typeface="+mj-lt"/>
                <a:ea typeface="+mj-ea"/>
                <a:cs typeface="+mj-cs"/>
              </a:defRPr>
            </a:lvl1pPr>
          </a:lstStyle>
          <a:p>
            <a:r>
              <a:rPr lang="en-US" sz="4800" b="1" dirty="0"/>
              <a:t>NVL Mobile System config, BOM Proposal for best optimal design</a:t>
            </a:r>
          </a:p>
        </p:txBody>
      </p:sp>
    </p:spTree>
    <p:extLst>
      <p:ext uri="{BB962C8B-B14F-4D97-AF65-F5344CB8AC3E}">
        <p14:creationId xmlns:p14="http://schemas.microsoft.com/office/powerpoint/2010/main" val="1018140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3D839-8391-1AD4-FF1F-6A250F837A88}"/>
              </a:ext>
            </a:extLst>
          </p:cNvPr>
          <p:cNvSpPr>
            <a:spLocks noGrp="1"/>
          </p:cNvSpPr>
          <p:nvPr>
            <p:ph type="title"/>
          </p:nvPr>
        </p:nvSpPr>
        <p:spPr/>
        <p:txBody>
          <a:bodyPr/>
          <a:lstStyle/>
          <a:p>
            <a:r>
              <a:rPr lang="en-US" b="1"/>
              <a:t>Summary </a:t>
            </a:r>
          </a:p>
        </p:txBody>
      </p:sp>
      <p:sp>
        <p:nvSpPr>
          <p:cNvPr id="3" name="Content Placeholder 2">
            <a:extLst>
              <a:ext uri="{FF2B5EF4-FFF2-40B4-BE49-F238E27FC236}">
                <a16:creationId xmlns:a16="http://schemas.microsoft.com/office/drawing/2014/main" id="{05618E7C-D86F-F521-9292-703ACADF208A}"/>
              </a:ext>
            </a:extLst>
          </p:cNvPr>
          <p:cNvSpPr>
            <a:spLocks noGrp="1"/>
          </p:cNvSpPr>
          <p:nvPr>
            <p:ph idx="1"/>
          </p:nvPr>
        </p:nvSpPr>
        <p:spPr/>
        <p:txBody>
          <a:bodyPr/>
          <a:lstStyle/>
          <a:p>
            <a:r>
              <a:rPr lang="en-US" sz="2400"/>
              <a:t>Goal: </a:t>
            </a:r>
          </a:p>
          <a:p>
            <a:pPr lvl="1"/>
            <a:r>
              <a:rPr lang="en-US" sz="2000"/>
              <a:t>Best system config and BOM for best quality, best battery life and performance with NVL</a:t>
            </a:r>
          </a:p>
          <a:p>
            <a:r>
              <a:rPr lang="en-US" sz="2400"/>
              <a:t>Product scope: </a:t>
            </a:r>
          </a:p>
          <a:p>
            <a:pPr lvl="1"/>
            <a:r>
              <a:rPr lang="en-US" sz="2000"/>
              <a:t>NVL-HX/H based mobile design in Premium and </a:t>
            </a:r>
            <a:r>
              <a:rPr lang="en-US" altLang="zh-TW" sz="2000"/>
              <a:t>M</a:t>
            </a:r>
            <a:r>
              <a:rPr lang="en-US" sz="2000"/>
              <a:t>ainstream</a:t>
            </a:r>
          </a:p>
          <a:p>
            <a:r>
              <a:rPr lang="en-US" sz="2400"/>
              <a:t>Proposal </a:t>
            </a:r>
          </a:p>
          <a:p>
            <a:pPr lvl="1"/>
            <a:r>
              <a:rPr lang="en-US" sz="2000"/>
              <a:t>Great outcome of BOM risk assessment and proliferation in PTL, showing less PCBA BOM, components related issue </a:t>
            </a:r>
            <a:r>
              <a:rPr lang="en-US" sz="2000">
                <a:sym typeface="Wingdings" panose="05000000000000000000" pitchFamily="2" charset="2"/>
              </a:rPr>
              <a:t> continue in NVL.</a:t>
            </a:r>
            <a:endParaRPr lang="en-US" sz="2000"/>
          </a:p>
          <a:p>
            <a:pPr lvl="1"/>
            <a:r>
              <a:rPr lang="en-US" sz="2000"/>
              <a:t>Intel will share set of best optimal system config [new], BOM for best quality, battery life and performance </a:t>
            </a:r>
          </a:p>
          <a:p>
            <a:pPr lvl="1"/>
            <a:r>
              <a:rPr lang="en-US" sz="2000"/>
              <a:t>OEM/ODM are recommended to follow the system config/BOM as foundation </a:t>
            </a:r>
          </a:p>
          <a:p>
            <a:pPr lvl="1"/>
            <a:r>
              <a:rPr lang="en-US" sz="2000"/>
              <a:t>OEM/ODM may change to other config/BOM only if there are differentiated and end user perceivable features </a:t>
            </a:r>
          </a:p>
        </p:txBody>
      </p:sp>
    </p:spTree>
    <p:extLst>
      <p:ext uri="{BB962C8B-B14F-4D97-AF65-F5344CB8AC3E}">
        <p14:creationId xmlns:p14="http://schemas.microsoft.com/office/powerpoint/2010/main" val="3456588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1D865-C289-1D3E-FA01-F0086DB648D1}"/>
              </a:ext>
            </a:extLst>
          </p:cNvPr>
          <p:cNvSpPr>
            <a:spLocks noGrp="1"/>
          </p:cNvSpPr>
          <p:nvPr>
            <p:ph type="title"/>
          </p:nvPr>
        </p:nvSpPr>
        <p:spPr>
          <a:xfrm>
            <a:off x="381000" y="153835"/>
            <a:ext cx="11477324" cy="1199822"/>
          </a:xfrm>
        </p:spPr>
        <p:txBody>
          <a:bodyPr/>
          <a:lstStyle/>
          <a:p>
            <a:r>
              <a:rPr lang="en-US" b="1"/>
              <a:t>Foundational System config and BOM selection principal  </a:t>
            </a:r>
          </a:p>
        </p:txBody>
      </p:sp>
      <p:sp>
        <p:nvSpPr>
          <p:cNvPr id="6" name="Oval 5">
            <a:extLst>
              <a:ext uri="{FF2B5EF4-FFF2-40B4-BE49-F238E27FC236}">
                <a16:creationId xmlns:a16="http://schemas.microsoft.com/office/drawing/2014/main" id="{D2677EDE-2FB1-8D1A-BEE2-C45604BFFF12}"/>
              </a:ext>
            </a:extLst>
          </p:cNvPr>
          <p:cNvSpPr/>
          <p:nvPr/>
        </p:nvSpPr>
        <p:spPr>
          <a:xfrm>
            <a:off x="5245768" y="1306013"/>
            <a:ext cx="3200400" cy="3200400"/>
          </a:xfrm>
          <a:prstGeom prst="ellipse">
            <a:avLst/>
          </a:prstGeom>
          <a:solidFill>
            <a:schemeClr val="accent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RVP config/BOM</a:t>
            </a:r>
          </a:p>
        </p:txBody>
      </p:sp>
      <p:sp>
        <p:nvSpPr>
          <p:cNvPr id="7" name="Oval 6">
            <a:extLst>
              <a:ext uri="{FF2B5EF4-FFF2-40B4-BE49-F238E27FC236}">
                <a16:creationId xmlns:a16="http://schemas.microsoft.com/office/drawing/2014/main" id="{E2AA9CC4-512E-D150-0722-CEA3E7D352BD}"/>
              </a:ext>
            </a:extLst>
          </p:cNvPr>
          <p:cNvSpPr/>
          <p:nvPr/>
        </p:nvSpPr>
        <p:spPr>
          <a:xfrm>
            <a:off x="7881085" y="1306013"/>
            <a:ext cx="3200400" cy="3200400"/>
          </a:xfrm>
          <a:prstGeom prst="ellipse">
            <a:avLst/>
          </a:prstGeom>
          <a:solidFill>
            <a:schemeClr val="accent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AEP/GS config &amp;BOM</a:t>
            </a:r>
          </a:p>
        </p:txBody>
      </p:sp>
      <p:sp>
        <p:nvSpPr>
          <p:cNvPr id="8" name="Oval 7">
            <a:extLst>
              <a:ext uri="{FF2B5EF4-FFF2-40B4-BE49-F238E27FC236}">
                <a16:creationId xmlns:a16="http://schemas.microsoft.com/office/drawing/2014/main" id="{DB5C80B8-90C0-B2F8-AA1E-84D726FC327D}"/>
              </a:ext>
            </a:extLst>
          </p:cNvPr>
          <p:cNvSpPr/>
          <p:nvPr/>
        </p:nvSpPr>
        <p:spPr>
          <a:xfrm>
            <a:off x="6635816" y="3075457"/>
            <a:ext cx="3200400" cy="3200400"/>
          </a:xfrm>
          <a:prstGeom prst="ellipse">
            <a:avLst/>
          </a:prstGeom>
          <a:solidFill>
            <a:schemeClr val="accent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Best in class PTL design practices  learning </a:t>
            </a:r>
          </a:p>
          <a:p>
            <a:pPr algn="ctr"/>
            <a:r>
              <a:rPr lang="en-US" sz="1400"/>
              <a:t>( best battery life, best performance, MSFT hero design best modern standby) </a:t>
            </a:r>
          </a:p>
        </p:txBody>
      </p:sp>
      <p:sp>
        <p:nvSpPr>
          <p:cNvPr id="10" name="Freeform: Shape 9">
            <a:extLst>
              <a:ext uri="{FF2B5EF4-FFF2-40B4-BE49-F238E27FC236}">
                <a16:creationId xmlns:a16="http://schemas.microsoft.com/office/drawing/2014/main" id="{285564A5-877C-93F7-C840-2700A3A452D1}"/>
              </a:ext>
            </a:extLst>
          </p:cNvPr>
          <p:cNvSpPr/>
          <p:nvPr/>
        </p:nvSpPr>
        <p:spPr>
          <a:xfrm>
            <a:off x="7885602" y="3035563"/>
            <a:ext cx="549720" cy="737540"/>
          </a:xfrm>
          <a:custGeom>
            <a:avLst/>
            <a:gdLst>
              <a:gd name="connsiteX0" fmla="*/ 7114 w 549720"/>
              <a:gd name="connsiteY0" fmla="*/ 83022 h 737540"/>
              <a:gd name="connsiteX1" fmla="*/ 257371 w 549720"/>
              <a:gd name="connsiteY1" fmla="*/ 737540 h 737540"/>
              <a:gd name="connsiteX2" fmla="*/ 546128 w 549720"/>
              <a:gd name="connsiteY2" fmla="*/ 83022 h 737540"/>
              <a:gd name="connsiteX3" fmla="*/ 7114 w 549720"/>
              <a:gd name="connsiteY3" fmla="*/ 83022 h 737540"/>
            </a:gdLst>
            <a:ahLst/>
            <a:cxnLst>
              <a:cxn ang="0">
                <a:pos x="connsiteX0" y="connsiteY0"/>
              </a:cxn>
              <a:cxn ang="0">
                <a:pos x="connsiteX1" y="connsiteY1"/>
              </a:cxn>
              <a:cxn ang="0">
                <a:pos x="connsiteX2" y="connsiteY2"/>
              </a:cxn>
              <a:cxn ang="0">
                <a:pos x="connsiteX3" y="connsiteY3"/>
              </a:cxn>
            </a:cxnLst>
            <a:rect l="l" t="t" r="r" b="b"/>
            <a:pathLst>
              <a:path w="549720" h="737540">
                <a:moveTo>
                  <a:pt x="7114" y="83022"/>
                </a:moveTo>
                <a:cubicBezTo>
                  <a:pt x="-41012" y="192108"/>
                  <a:pt x="167535" y="737540"/>
                  <a:pt x="257371" y="737540"/>
                </a:cubicBezTo>
                <a:cubicBezTo>
                  <a:pt x="347207" y="737540"/>
                  <a:pt x="581421" y="195317"/>
                  <a:pt x="546128" y="83022"/>
                </a:cubicBezTo>
                <a:cubicBezTo>
                  <a:pt x="510835" y="-29273"/>
                  <a:pt x="55240" y="-26064"/>
                  <a:pt x="7114" y="83022"/>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FDB1CF1D-C931-E4FB-0C66-F42DC146812F}"/>
              </a:ext>
            </a:extLst>
          </p:cNvPr>
          <p:cNvSpPr>
            <a:spLocks noGrp="1"/>
          </p:cNvSpPr>
          <p:nvPr>
            <p:ph idx="1"/>
          </p:nvPr>
        </p:nvSpPr>
        <p:spPr>
          <a:xfrm>
            <a:off x="381000" y="1487056"/>
            <a:ext cx="4778141" cy="4689908"/>
          </a:xfrm>
        </p:spPr>
        <p:txBody>
          <a:bodyPr/>
          <a:lstStyle/>
          <a:p>
            <a:r>
              <a:rPr lang="en-US" sz="2000"/>
              <a:t>Select the best optimal out of RVP, AEP/GS and Best-in-class PTL </a:t>
            </a:r>
            <a:r>
              <a:rPr lang="en-US" sz="2000" err="1"/>
              <a:t>OxM</a:t>
            </a:r>
            <a:r>
              <a:rPr lang="en-US" sz="2000"/>
              <a:t> design practices – what we believe the great foundation for NVL</a:t>
            </a:r>
          </a:p>
          <a:p>
            <a:r>
              <a:rPr lang="en-US" sz="2000"/>
              <a:t>MSFT 2026 HDE requirement should be included but pending latest HDE requirement </a:t>
            </a:r>
            <a:endParaRPr lang="en-US" sz="1800"/>
          </a:p>
          <a:p>
            <a:pPr lvl="1"/>
            <a:endParaRPr lang="en-US" sz="1800"/>
          </a:p>
        </p:txBody>
      </p:sp>
    </p:spTree>
    <p:extLst>
      <p:ext uri="{BB962C8B-B14F-4D97-AF65-F5344CB8AC3E}">
        <p14:creationId xmlns:p14="http://schemas.microsoft.com/office/powerpoint/2010/main" val="43801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rapezoid 3">
            <a:extLst>
              <a:ext uri="{FF2B5EF4-FFF2-40B4-BE49-F238E27FC236}">
                <a16:creationId xmlns:a16="http://schemas.microsoft.com/office/drawing/2014/main" id="{52DFF46B-1263-ABFD-A580-D5B47F01FD6D}"/>
              </a:ext>
            </a:extLst>
          </p:cNvPr>
          <p:cNvSpPr/>
          <p:nvPr/>
        </p:nvSpPr>
        <p:spPr>
          <a:xfrm>
            <a:off x="4360243" y="3176336"/>
            <a:ext cx="6728059" cy="3089709"/>
          </a:xfrm>
          <a:prstGeom prst="trapezoid">
            <a:avLst>
              <a:gd name="adj" fmla="val 51105"/>
            </a:avLst>
          </a:prstGeom>
          <a:solidFill>
            <a:srgbClr val="7BDE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rgbClr val="002060"/>
              </a:solidFill>
            </a:endParaRPr>
          </a:p>
        </p:txBody>
      </p:sp>
      <p:pic>
        <p:nvPicPr>
          <p:cNvPr id="5" name="Picture 4">
            <a:extLst>
              <a:ext uri="{FF2B5EF4-FFF2-40B4-BE49-F238E27FC236}">
                <a16:creationId xmlns:a16="http://schemas.microsoft.com/office/drawing/2014/main" id="{F3EF708D-AB8E-4E83-CD90-104819DD4B7C}"/>
              </a:ext>
            </a:extLst>
          </p:cNvPr>
          <p:cNvPicPr>
            <a:picLocks noChangeAspect="1"/>
          </p:cNvPicPr>
          <p:nvPr/>
        </p:nvPicPr>
        <p:blipFill>
          <a:blip r:embed="rId2"/>
          <a:stretch>
            <a:fillRect/>
          </a:stretch>
        </p:blipFill>
        <p:spPr>
          <a:xfrm>
            <a:off x="6307889" y="3898207"/>
            <a:ext cx="2688392" cy="2292297"/>
          </a:xfrm>
          <a:prstGeom prst="rect">
            <a:avLst/>
          </a:prstGeom>
        </p:spPr>
      </p:pic>
      <p:sp>
        <p:nvSpPr>
          <p:cNvPr id="6" name="Isosceles Triangle 5">
            <a:extLst>
              <a:ext uri="{FF2B5EF4-FFF2-40B4-BE49-F238E27FC236}">
                <a16:creationId xmlns:a16="http://schemas.microsoft.com/office/drawing/2014/main" id="{4B1C4303-648D-36FD-E679-AA6B2465EA66}"/>
              </a:ext>
            </a:extLst>
          </p:cNvPr>
          <p:cNvSpPr/>
          <p:nvPr/>
        </p:nvSpPr>
        <p:spPr>
          <a:xfrm>
            <a:off x="6025414" y="173260"/>
            <a:ext cx="3330341" cy="2851996"/>
          </a:xfrm>
          <a:prstGeom prst="triangle">
            <a:avLst/>
          </a:prstGeom>
          <a:solidFill>
            <a:srgbClr val="7BDE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8" name="TextBox 7">
            <a:extLst>
              <a:ext uri="{FF2B5EF4-FFF2-40B4-BE49-F238E27FC236}">
                <a16:creationId xmlns:a16="http://schemas.microsoft.com/office/drawing/2014/main" id="{21A419F6-7A38-2ED1-B4E2-76499F39BC6A}"/>
              </a:ext>
            </a:extLst>
          </p:cNvPr>
          <p:cNvSpPr txBox="1"/>
          <p:nvPr/>
        </p:nvSpPr>
        <p:spPr>
          <a:xfrm>
            <a:off x="6200673" y="3176336"/>
            <a:ext cx="3047198" cy="646331"/>
          </a:xfrm>
          <a:prstGeom prst="rect">
            <a:avLst/>
          </a:prstGeom>
          <a:noFill/>
        </p:spPr>
        <p:txBody>
          <a:bodyPr wrap="square">
            <a:spAutoFit/>
          </a:bodyPr>
          <a:lstStyle/>
          <a:p>
            <a:pPr algn="ctr"/>
            <a:r>
              <a:rPr lang="en-US">
                <a:solidFill>
                  <a:srgbClr val="002060"/>
                </a:solidFill>
              </a:rPr>
              <a:t>Foundational System Config and BOM </a:t>
            </a:r>
          </a:p>
        </p:txBody>
      </p:sp>
      <p:sp>
        <p:nvSpPr>
          <p:cNvPr id="10" name="TextBox 9">
            <a:extLst>
              <a:ext uri="{FF2B5EF4-FFF2-40B4-BE49-F238E27FC236}">
                <a16:creationId xmlns:a16="http://schemas.microsoft.com/office/drawing/2014/main" id="{BF1AA802-5DDA-DCB8-BCE3-6FFD8AF5AB3F}"/>
              </a:ext>
            </a:extLst>
          </p:cNvPr>
          <p:cNvSpPr txBox="1"/>
          <p:nvPr/>
        </p:nvSpPr>
        <p:spPr>
          <a:xfrm>
            <a:off x="6746706" y="1463188"/>
            <a:ext cx="1955132" cy="1477328"/>
          </a:xfrm>
          <a:prstGeom prst="rect">
            <a:avLst/>
          </a:prstGeom>
          <a:noFill/>
        </p:spPr>
        <p:txBody>
          <a:bodyPr wrap="square">
            <a:spAutoFit/>
          </a:bodyPr>
          <a:lstStyle/>
          <a:p>
            <a:pPr algn="ctr"/>
            <a:r>
              <a:rPr lang="en-US">
                <a:solidFill>
                  <a:srgbClr val="002060"/>
                </a:solidFill>
              </a:rPr>
              <a:t>OEM’s unique product differentiator and focus areas, innovation</a:t>
            </a:r>
          </a:p>
        </p:txBody>
      </p:sp>
      <p:sp>
        <p:nvSpPr>
          <p:cNvPr id="12" name="Rectangle: Rounded Corners 11">
            <a:extLst>
              <a:ext uri="{FF2B5EF4-FFF2-40B4-BE49-F238E27FC236}">
                <a16:creationId xmlns:a16="http://schemas.microsoft.com/office/drawing/2014/main" id="{D01AB58B-E70A-35EB-D6A6-A2B6ACA8DE46}"/>
              </a:ext>
            </a:extLst>
          </p:cNvPr>
          <p:cNvSpPr/>
          <p:nvPr/>
        </p:nvSpPr>
        <p:spPr>
          <a:xfrm>
            <a:off x="904775" y="3951168"/>
            <a:ext cx="2733573" cy="1540043"/>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Highly recommend customer to follow 100% to achieve foundation </a:t>
            </a:r>
          </a:p>
        </p:txBody>
      </p:sp>
      <p:cxnSp>
        <p:nvCxnSpPr>
          <p:cNvPr id="14" name="Straight Arrow Connector 13">
            <a:extLst>
              <a:ext uri="{FF2B5EF4-FFF2-40B4-BE49-F238E27FC236}">
                <a16:creationId xmlns:a16="http://schemas.microsoft.com/office/drawing/2014/main" id="{16A0B92F-BCE2-251B-052E-E1C8E1D8A6B3}"/>
              </a:ext>
            </a:extLst>
          </p:cNvPr>
          <p:cNvCxnSpPr>
            <a:cxnSpLocks/>
            <a:stCxn id="4" idx="1"/>
            <a:endCxn id="12" idx="3"/>
          </p:cNvCxnSpPr>
          <p:nvPr/>
        </p:nvCxnSpPr>
        <p:spPr>
          <a:xfrm flipH="1" flipV="1">
            <a:off x="3638348" y="4721190"/>
            <a:ext cx="1511393" cy="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F7EA973-436C-DC07-35FC-6D1568C460C9}"/>
              </a:ext>
            </a:extLst>
          </p:cNvPr>
          <p:cNvCxnSpPr>
            <a:cxnSpLocks/>
            <a:stCxn id="6" idx="1"/>
            <a:endCxn id="19" idx="3"/>
          </p:cNvCxnSpPr>
          <p:nvPr/>
        </p:nvCxnSpPr>
        <p:spPr>
          <a:xfrm flipH="1">
            <a:off x="3638349" y="1599258"/>
            <a:ext cx="321965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64C55943-25B8-8864-EA2E-5DDE610C4C8E}"/>
              </a:ext>
            </a:extLst>
          </p:cNvPr>
          <p:cNvSpPr/>
          <p:nvPr/>
        </p:nvSpPr>
        <p:spPr>
          <a:xfrm>
            <a:off x="904775" y="713734"/>
            <a:ext cx="2733574" cy="1771048"/>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Intel and customer partner on OEM’s unique features, innovation as product differentiator</a:t>
            </a:r>
          </a:p>
        </p:txBody>
      </p:sp>
    </p:spTree>
    <p:extLst>
      <p:ext uri="{BB962C8B-B14F-4D97-AF65-F5344CB8AC3E}">
        <p14:creationId xmlns:p14="http://schemas.microsoft.com/office/powerpoint/2010/main" val="1141206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D77DC-72C0-011C-5F5B-09DF59E7A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3CC4A-AAC1-4E32-E739-7CCF4A384089}"/>
              </a:ext>
            </a:extLst>
          </p:cNvPr>
          <p:cNvSpPr>
            <a:spLocks noGrp="1"/>
          </p:cNvSpPr>
          <p:nvPr>
            <p:ph type="title"/>
          </p:nvPr>
        </p:nvSpPr>
        <p:spPr/>
        <p:txBody>
          <a:bodyPr/>
          <a:lstStyle/>
          <a:p>
            <a:r>
              <a:rPr lang="en-US" b="1"/>
              <a:t>Proposal</a:t>
            </a:r>
            <a:r>
              <a:rPr lang="en-US"/>
              <a:t> </a:t>
            </a:r>
          </a:p>
        </p:txBody>
      </p:sp>
      <p:sp>
        <p:nvSpPr>
          <p:cNvPr id="3" name="Content Placeholder 2">
            <a:extLst>
              <a:ext uri="{FF2B5EF4-FFF2-40B4-BE49-F238E27FC236}">
                <a16:creationId xmlns:a16="http://schemas.microsoft.com/office/drawing/2014/main" id="{3AE02975-7C89-E014-C037-0E9D7D0023BC}"/>
              </a:ext>
            </a:extLst>
          </p:cNvPr>
          <p:cNvSpPr>
            <a:spLocks noGrp="1"/>
          </p:cNvSpPr>
          <p:nvPr>
            <p:ph idx="1"/>
          </p:nvPr>
        </p:nvSpPr>
        <p:spPr/>
        <p:txBody>
          <a:bodyPr/>
          <a:lstStyle/>
          <a:p>
            <a:r>
              <a:rPr lang="en-US" sz="2400" b="1"/>
              <a:t>System BOM, PCBA, key components </a:t>
            </a:r>
            <a:r>
              <a:rPr lang="en-US" sz="2400"/>
              <a:t>which impact quality, battery, performance </a:t>
            </a:r>
          </a:p>
          <a:p>
            <a:pPr lvl="1"/>
            <a:r>
              <a:rPr lang="en-US" sz="2000"/>
              <a:t>HPD</a:t>
            </a:r>
          </a:p>
          <a:p>
            <a:pPr lvl="1"/>
            <a:r>
              <a:rPr lang="en-US" sz="2000"/>
              <a:t>EC</a:t>
            </a:r>
          </a:p>
          <a:p>
            <a:pPr lvl="1"/>
            <a:r>
              <a:rPr lang="en-US" sz="2000"/>
              <a:t>IMVP</a:t>
            </a:r>
          </a:p>
          <a:p>
            <a:pPr lvl="1"/>
            <a:r>
              <a:rPr lang="en-US" sz="2000"/>
              <a:t>Camera</a:t>
            </a:r>
          </a:p>
          <a:p>
            <a:pPr lvl="1"/>
            <a:r>
              <a:rPr lang="en-US" sz="2000"/>
              <a:t>PD</a:t>
            </a:r>
          </a:p>
          <a:p>
            <a:pPr lvl="1"/>
            <a:r>
              <a:rPr lang="en-US" sz="2000"/>
              <a:t>SSD</a:t>
            </a:r>
          </a:p>
          <a:p>
            <a:pPr lvl="1"/>
            <a:r>
              <a:rPr lang="en-US" sz="2000"/>
              <a:t>Memory </a:t>
            </a:r>
          </a:p>
          <a:p>
            <a:pPr lvl="1"/>
            <a:r>
              <a:rPr lang="en-US" sz="2000"/>
              <a:t>Retimer/redriver</a:t>
            </a:r>
          </a:p>
          <a:p>
            <a:pPr lvl="1"/>
            <a:r>
              <a:rPr lang="en-US" sz="2000"/>
              <a:t>Display </a:t>
            </a:r>
          </a:p>
          <a:p>
            <a:pPr lvl="1"/>
            <a:endParaRPr lang="en-US" sz="2000"/>
          </a:p>
        </p:txBody>
      </p:sp>
    </p:spTree>
    <p:extLst>
      <p:ext uri="{BB962C8B-B14F-4D97-AF65-F5344CB8AC3E}">
        <p14:creationId xmlns:p14="http://schemas.microsoft.com/office/powerpoint/2010/main" val="1929335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60BB4-A717-2AE0-D22A-6145ED3FD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F4EF8-3FF2-193F-C438-E862F056CF13}"/>
              </a:ext>
            </a:extLst>
          </p:cNvPr>
          <p:cNvSpPr>
            <a:spLocks noGrp="1"/>
          </p:cNvSpPr>
          <p:nvPr>
            <p:ph type="title"/>
          </p:nvPr>
        </p:nvSpPr>
        <p:spPr>
          <a:xfrm>
            <a:off x="234696" y="0"/>
            <a:ext cx="10972800" cy="1199822"/>
          </a:xfrm>
        </p:spPr>
        <p:txBody>
          <a:bodyPr>
            <a:normAutofit/>
          </a:bodyPr>
          <a:lstStyle/>
          <a:p>
            <a:r>
              <a:rPr lang="en-US" b="1" dirty="0"/>
              <a:t>Best System BOM, PCBA, key components proposal which impact quality, battery, performance</a:t>
            </a:r>
          </a:p>
        </p:txBody>
      </p:sp>
      <p:graphicFrame>
        <p:nvGraphicFramePr>
          <p:cNvPr id="4" name="Table 3">
            <a:extLst>
              <a:ext uri="{FF2B5EF4-FFF2-40B4-BE49-F238E27FC236}">
                <a16:creationId xmlns:a16="http://schemas.microsoft.com/office/drawing/2014/main" id="{AECD99E8-C3B4-0FD1-D40F-93922346E81A}"/>
              </a:ext>
            </a:extLst>
          </p:cNvPr>
          <p:cNvGraphicFramePr>
            <a:graphicFrameLocks noGrp="1"/>
          </p:cNvGraphicFramePr>
          <p:nvPr>
            <p:extLst>
              <p:ext uri="{D42A27DB-BD31-4B8C-83A1-F6EECF244321}">
                <p14:modId xmlns:p14="http://schemas.microsoft.com/office/powerpoint/2010/main" val="230514016"/>
              </p:ext>
            </p:extLst>
          </p:nvPr>
        </p:nvGraphicFramePr>
        <p:xfrm>
          <a:off x="234696" y="1715458"/>
          <a:ext cx="11465582" cy="4448888"/>
        </p:xfrm>
        <a:graphic>
          <a:graphicData uri="http://schemas.openxmlformats.org/drawingml/2006/table">
            <a:tbl>
              <a:tblPr/>
              <a:tblGrid>
                <a:gridCol w="1132862">
                  <a:extLst>
                    <a:ext uri="{9D8B030D-6E8A-4147-A177-3AD203B41FA5}">
                      <a16:colId xmlns:a16="http://schemas.microsoft.com/office/drawing/2014/main" val="2862194554"/>
                    </a:ext>
                  </a:extLst>
                </a:gridCol>
                <a:gridCol w="5029200">
                  <a:extLst>
                    <a:ext uri="{9D8B030D-6E8A-4147-A177-3AD203B41FA5}">
                      <a16:colId xmlns:a16="http://schemas.microsoft.com/office/drawing/2014/main" val="360185323"/>
                    </a:ext>
                  </a:extLst>
                </a:gridCol>
                <a:gridCol w="2743200">
                  <a:extLst>
                    <a:ext uri="{9D8B030D-6E8A-4147-A177-3AD203B41FA5}">
                      <a16:colId xmlns:a16="http://schemas.microsoft.com/office/drawing/2014/main" val="518547766"/>
                    </a:ext>
                  </a:extLst>
                </a:gridCol>
                <a:gridCol w="731520">
                  <a:extLst>
                    <a:ext uri="{9D8B030D-6E8A-4147-A177-3AD203B41FA5}">
                      <a16:colId xmlns:a16="http://schemas.microsoft.com/office/drawing/2014/main" val="3891349132"/>
                    </a:ext>
                  </a:extLst>
                </a:gridCol>
                <a:gridCol w="1828800">
                  <a:extLst>
                    <a:ext uri="{9D8B030D-6E8A-4147-A177-3AD203B41FA5}">
                      <a16:colId xmlns:a16="http://schemas.microsoft.com/office/drawing/2014/main" val="1540337990"/>
                    </a:ext>
                  </a:extLst>
                </a:gridCol>
              </a:tblGrid>
              <a:tr h="150734">
                <a:tc>
                  <a:txBody>
                    <a:bodyPr/>
                    <a:lstStyle/>
                    <a:p>
                      <a:pPr algn="l" fontAlgn="ctr">
                        <a:buNone/>
                      </a:pPr>
                      <a:r>
                        <a:rPr lang="en-US" sz="1050" b="1" i="0" u="none" strike="noStrike">
                          <a:solidFill>
                            <a:srgbClr val="FFFFFF"/>
                          </a:solidFill>
                          <a:effectLst/>
                          <a:latin typeface="Aptos"/>
                        </a:rPr>
                        <a:t>Component</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l" fontAlgn="ctr">
                        <a:buNone/>
                      </a:pPr>
                      <a:r>
                        <a:rPr lang="en-US" sz="1050" b="1" i="0" u="none" strike="noStrike" dirty="0">
                          <a:solidFill>
                            <a:srgbClr val="FFFFFF"/>
                          </a:solidFill>
                          <a:effectLst/>
                          <a:latin typeface="Aptos"/>
                        </a:rPr>
                        <a:t>NVL-HX RVP/AEP</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ptos Narrow"/>
                          <a:cs typeface="Arial"/>
                        </a:rPr>
                        <a:t>HP Mancala</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ptos Narrow"/>
                          <a:cs typeface="Arial"/>
                        </a:rPr>
                        <a:t>Result  </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050" b="1" i="0" u="none" strike="noStrike" dirty="0">
                          <a:solidFill>
                            <a:srgbClr val="FFFFFF"/>
                          </a:solidFill>
                          <a:effectLst/>
                          <a:latin typeface="Aptos Narrow"/>
                        </a:rPr>
                        <a:t>Note</a:t>
                      </a:r>
                      <a:endParaRPr lang="en-US" sz="1050" b="1" i="0" u="none" strike="noStrike" dirty="0">
                        <a:solidFill>
                          <a:srgbClr val="FFFFFF"/>
                        </a:solidFill>
                        <a:effectLst/>
                        <a:latin typeface="Aptos Narrow"/>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838549336"/>
                  </a:ext>
                </a:extLst>
              </a:tr>
              <a:tr h="150734">
                <a:tc rowSpan="2">
                  <a:txBody>
                    <a:bodyPr/>
                    <a:lstStyle/>
                    <a:p>
                      <a:pPr algn="l" fontAlgn="ctr">
                        <a:buNone/>
                      </a:pPr>
                      <a:r>
                        <a:rPr lang="en-US" sz="1050" b="1" i="0" u="none" strike="noStrike">
                          <a:solidFill>
                            <a:srgbClr val="000000"/>
                          </a:solidFill>
                          <a:effectLst/>
                          <a:latin typeface="Aptos"/>
                        </a:rPr>
                        <a:t>DRAM</a:t>
                      </a:r>
                    </a:p>
                  </a:txBody>
                  <a:tcPr marL="1423" marR="1423" marT="1423" marB="102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rgbClr val="000000"/>
                          </a:solidFill>
                          <a:effectLst/>
                          <a:latin typeface="Aptos"/>
                        </a:rPr>
                        <a:t>Micron E1 module,</a:t>
                      </a:r>
                    </a:p>
                  </a:txBody>
                  <a:tcPr marL="1423" marR="1423" marT="1423" marB="10245"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rowSpan="2">
                  <a:txBody>
                    <a:bodyPr/>
                    <a:lstStyle/>
                    <a:p>
                      <a:pPr algn="l" fontAlgn="ctr">
                        <a:buNone/>
                      </a:pPr>
                      <a:r>
                        <a:rPr lang="en-US" sz="1050" b="0" i="0" u="none" strike="noStrike">
                          <a:solidFill>
                            <a:schemeClr val="tx1">
                              <a:lumMod val="50000"/>
                            </a:schemeClr>
                          </a:solidFill>
                          <a:effectLst/>
                          <a:latin typeface="Aptos Narrow" panose="020B0004020202020204" pitchFamily="34" charset="0"/>
                        </a:rPr>
                        <a:t>Memory enabling guide #858687</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rowSpan="2">
                  <a:txBody>
                    <a:bodyPr/>
                    <a:lstStyle/>
                    <a:p>
                      <a:pPr algn="l" fontAlgn="ctr">
                        <a:buNone/>
                      </a:pPr>
                      <a:endParaRPr lang="en-US" sz="1050" b="0" i="0" u="none" strike="noStrike" dirty="0">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gradFill>
                      <a:gsLst>
                        <a:gs pos="50000">
                          <a:srgbClr val="92D050"/>
                        </a:gs>
                        <a:gs pos="100000">
                          <a:srgbClr val="FFFF00"/>
                        </a:gs>
                      </a:gsLst>
                      <a:lin ang="0" scaled="1"/>
                    </a:gradFill>
                  </a:tcPr>
                </a:tc>
                <a:tc rowSpan="2">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20355319"/>
                  </a:ext>
                </a:extLst>
              </a:tr>
              <a:tr h="150734">
                <a:tc vMerge="1">
                  <a:txBody>
                    <a:bodyPr/>
                    <a:lstStyle/>
                    <a:p>
                      <a:endParaRPr lang="en-US"/>
                    </a:p>
                  </a:txBody>
                  <a:tcPr/>
                </a:tc>
                <a:tc>
                  <a:txBody>
                    <a:bodyPr/>
                    <a:lstStyle/>
                    <a:p>
                      <a:pPr algn="l" fontAlgn="ctr">
                        <a:buNone/>
                      </a:pPr>
                      <a:r>
                        <a:rPr lang="en-US" sz="1050" b="0" i="0" u="none" strike="noStrike">
                          <a:solidFill>
                            <a:srgbClr val="000000"/>
                          </a:solidFill>
                          <a:effectLst/>
                          <a:latin typeface="Aptos"/>
                        </a:rPr>
                        <a:t>MPN: MTD8C10324N2FN023F1</a:t>
                      </a:r>
                    </a:p>
                  </a:txBody>
                  <a:tcPr marL="1423" marR="1423" marT="1423" marB="10245"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vMerge="1">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vMerge="1">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vMerge="1">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23781719"/>
                  </a:ext>
                </a:extLst>
              </a:tr>
              <a:tr h="291225">
                <a:tc>
                  <a:txBody>
                    <a:bodyPr/>
                    <a:lstStyle/>
                    <a:p>
                      <a:pPr algn="l" fontAlgn="ctr">
                        <a:buNone/>
                      </a:pPr>
                      <a:r>
                        <a:rPr lang="en-US" sz="1050" b="1" i="0" u="none" strike="noStrike">
                          <a:solidFill>
                            <a:srgbClr val="000000"/>
                          </a:solidFill>
                          <a:effectLst/>
                          <a:latin typeface="Aptos"/>
                        </a:rPr>
                        <a:t>IMVP9.3 VR Controller</a:t>
                      </a:r>
                    </a:p>
                  </a:txBody>
                  <a:tcPr marL="1423" marR="1423" marT="1423" marB="102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chemeClr val="tx1">
                              <a:lumMod val="50000"/>
                            </a:schemeClr>
                          </a:solidFill>
                          <a:effectLst/>
                          <a:latin typeface="Aptos"/>
                        </a:rPr>
                        <a:t>MPS MP29020GQNT, RT RTQ3700, Renesas </a:t>
                      </a:r>
                    </a:p>
                  </a:txBody>
                  <a:tcPr marL="1423" marR="1423" marT="1423" marB="10245"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kern="1200">
                          <a:solidFill>
                            <a:schemeClr val="tx1">
                              <a:lumMod val="50000"/>
                            </a:schemeClr>
                          </a:solidFill>
                          <a:effectLst/>
                          <a:latin typeface="Aptos" panose="020B0004020202020204" pitchFamily="34" charset="0"/>
                          <a:ea typeface="+mn-ea"/>
                          <a:cs typeface="+mn-cs"/>
                        </a:rPr>
                        <a:t>MPS MP29021GQKT</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rgbClr val="0070C0"/>
                        </a:solidFill>
                        <a:effectLst/>
                        <a:latin typeface="Apto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a:solidFill>
                          <a:srgbClr val="000000"/>
                        </a:solidFill>
                        <a:effectLst/>
                        <a:latin typeface="Apto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80986928"/>
                  </a:ext>
                </a:extLst>
              </a:tr>
              <a:tr h="150734">
                <a:tc>
                  <a:txBody>
                    <a:bodyPr/>
                    <a:lstStyle/>
                    <a:p>
                      <a:pPr algn="l" fontAlgn="ctr">
                        <a:buNone/>
                      </a:pPr>
                      <a:r>
                        <a:rPr lang="en-US" sz="1050" b="1" i="0" u="none" strike="noStrike">
                          <a:solidFill>
                            <a:srgbClr val="000000"/>
                          </a:solidFill>
                          <a:effectLst/>
                          <a:latin typeface="Aptos"/>
                        </a:rPr>
                        <a:t>EC</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chemeClr val="tx1">
                              <a:lumMod val="50000"/>
                            </a:schemeClr>
                          </a:solidFill>
                          <a:effectLst/>
                          <a:latin typeface="Aptos"/>
                        </a:rPr>
                        <a:t>Microchip MEC1723</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kern="1200" dirty="0">
                          <a:solidFill>
                            <a:schemeClr val="tx1">
                              <a:lumMod val="50000"/>
                            </a:schemeClr>
                          </a:solidFill>
                          <a:effectLst/>
                          <a:latin typeface="Aptos"/>
                          <a:ea typeface="+mn-ea"/>
                          <a:cs typeface="+mn-cs"/>
                        </a:rPr>
                        <a:t>NUVOTON_NPCX499HA1BX</a:t>
                      </a:r>
                    </a:p>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050" b="0" i="0" u="none" strike="noStrike" kern="1200" dirty="0">
                          <a:solidFill>
                            <a:schemeClr val="tx1">
                              <a:lumMod val="50000"/>
                            </a:schemeClr>
                          </a:solidFill>
                          <a:effectLst/>
                          <a:latin typeface="Aptos"/>
                          <a:ea typeface="+mn-ea"/>
                          <a:cs typeface="+mn-cs"/>
                        </a:rPr>
                        <a:t>(HP</a:t>
                      </a:r>
                      <a:r>
                        <a:rPr lang="zh-TW" altLang="en-US" sz="1050" b="0" i="0" u="none" strike="noStrike" kern="1200" dirty="0">
                          <a:solidFill>
                            <a:schemeClr val="tx1">
                              <a:lumMod val="50000"/>
                            </a:schemeClr>
                          </a:solidFill>
                          <a:effectLst/>
                          <a:latin typeface="Aptos"/>
                          <a:ea typeface="+mn-ea"/>
                          <a:cs typeface="+mn-cs"/>
                        </a:rPr>
                        <a:t> </a:t>
                      </a:r>
                      <a:r>
                        <a:rPr lang="en-US" altLang="zh-TW" sz="1050" b="0" i="0" u="none" strike="noStrike" kern="1200" dirty="0">
                          <a:solidFill>
                            <a:schemeClr val="tx1">
                              <a:lumMod val="50000"/>
                            </a:schemeClr>
                          </a:solidFill>
                          <a:effectLst/>
                          <a:latin typeface="Aptos"/>
                          <a:ea typeface="+mn-ea"/>
                          <a:cs typeface="+mn-cs"/>
                        </a:rPr>
                        <a:t>co-use with PTL designs)</a:t>
                      </a:r>
                      <a:endParaRPr lang="en-US" sz="1050" b="0" i="0" u="none" strike="noStrike" kern="1200" dirty="0">
                        <a:solidFill>
                          <a:schemeClr val="tx1">
                            <a:lumMod val="50000"/>
                          </a:schemeClr>
                        </a:solidFill>
                        <a:effectLst/>
                        <a:latin typeface="Aptos"/>
                        <a:ea typeface="+mn-ea"/>
                        <a:cs typeface="+mn-c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kern="1200" dirty="0">
                          <a:solidFill>
                            <a:srgbClr val="0070C0"/>
                          </a:solidFill>
                          <a:effectLst/>
                          <a:latin typeface="Aptos"/>
                          <a:ea typeface="+mn-ea"/>
                          <a:cs typeface="+mn-cs"/>
                        </a:rPr>
                        <a:t> </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69213096"/>
                  </a:ext>
                </a:extLst>
              </a:tr>
              <a:tr h="150734">
                <a:tc>
                  <a:txBody>
                    <a:bodyPr/>
                    <a:lstStyle/>
                    <a:p>
                      <a:pPr algn="l" fontAlgn="ctr">
                        <a:buNone/>
                      </a:pPr>
                      <a:r>
                        <a:rPr lang="en-US" sz="1050" b="1" i="0" u="none" strike="noStrike">
                          <a:solidFill>
                            <a:srgbClr val="000000"/>
                          </a:solidFill>
                          <a:effectLst/>
                          <a:latin typeface="Aptos"/>
                        </a:rPr>
                        <a:t>Display</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chemeClr val="tx1">
                              <a:lumMod val="50000"/>
                            </a:schemeClr>
                          </a:solidFill>
                          <a:effectLst/>
                          <a:latin typeface="Aptos"/>
                        </a:rPr>
                        <a:t>EDP1.4/1.5 with PSR support panel</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kern="1200" dirty="0">
                          <a:solidFill>
                            <a:schemeClr val="tx1">
                              <a:lumMod val="50000"/>
                            </a:schemeClr>
                          </a:solidFill>
                          <a:effectLst/>
                          <a:latin typeface="Aptos" panose="020B0004020202020204" pitchFamily="34" charset="0"/>
                          <a:ea typeface="+mn-ea"/>
                          <a:cs typeface="+mn-cs"/>
                        </a:rPr>
                        <a:t>EDP1.4/1.5 with PSR support  panel</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a:solidFill>
                          <a:srgbClr val="0070C0"/>
                        </a:solidFill>
                        <a:effectLst/>
                        <a:latin typeface="Apto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a:solidFill>
                          <a:srgbClr val="000000"/>
                        </a:solidFill>
                        <a:effectLst/>
                        <a:latin typeface="Apto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57799571"/>
                  </a:ext>
                </a:extLst>
              </a:tr>
              <a:tr h="150734">
                <a:tc>
                  <a:txBody>
                    <a:bodyPr/>
                    <a:lstStyle/>
                    <a:p>
                      <a:pPr algn="l" fontAlgn="ctr">
                        <a:buNone/>
                      </a:pPr>
                      <a:r>
                        <a:rPr lang="en-US" sz="1050" b="1" i="0" u="none" strike="noStrike">
                          <a:solidFill>
                            <a:srgbClr val="000000"/>
                          </a:solidFill>
                          <a:effectLst/>
                          <a:latin typeface="Aptos"/>
                        </a:rPr>
                        <a:t>WLAN/BT</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chemeClr val="tx1">
                              <a:lumMod val="50000"/>
                            </a:schemeClr>
                          </a:solidFill>
                          <a:effectLst/>
                          <a:latin typeface="Aptos"/>
                        </a:rPr>
                        <a:t>Whale Peak 2, spider Peak2, Lizard Peak</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rtl="0" eaLnBrk="1" fontAlgn="ctr" latinLnBrk="0" hangingPunct="1">
                        <a:lnSpc>
                          <a:spcPct val="100000"/>
                        </a:lnSpc>
                        <a:spcBef>
                          <a:spcPts val="0"/>
                        </a:spcBef>
                        <a:spcAft>
                          <a:spcPts val="0"/>
                        </a:spcAft>
                        <a:buClrTx/>
                        <a:buSzTx/>
                        <a:buFontTx/>
                        <a:buNone/>
                      </a:pPr>
                      <a:r>
                        <a:rPr lang="en-US" sz="1050" b="0" i="0" u="none" strike="noStrike">
                          <a:solidFill>
                            <a:schemeClr val="tx1">
                              <a:lumMod val="50000"/>
                            </a:schemeClr>
                          </a:solidFill>
                          <a:effectLst/>
                          <a:latin typeface="Aptos"/>
                        </a:rPr>
                        <a:t>Whale Peak 2</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rgbClr val="0070C0"/>
                        </a:solidFill>
                        <a:effectLst/>
                        <a:latin typeface="Apto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a:solidFill>
                          <a:srgbClr val="000000"/>
                        </a:solidFill>
                        <a:effectLst/>
                        <a:latin typeface="Apto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66257610"/>
                  </a:ext>
                </a:extLst>
              </a:tr>
              <a:tr h="431715">
                <a:tc>
                  <a:txBody>
                    <a:bodyPr/>
                    <a:lstStyle/>
                    <a:p>
                      <a:pPr algn="l" fontAlgn="ctr">
                        <a:buNone/>
                      </a:pPr>
                      <a:r>
                        <a:rPr lang="en-US" sz="1050" b="1" i="0" u="none" strike="noStrike">
                          <a:solidFill>
                            <a:srgbClr val="000000"/>
                          </a:solidFill>
                          <a:effectLst/>
                          <a:latin typeface="Aptos"/>
                        </a:rPr>
                        <a:t>HPD solution</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chemeClr val="tx1">
                              <a:lumMod val="50000"/>
                            </a:schemeClr>
                          </a:solidFill>
                          <a:effectLst/>
                          <a:latin typeface="Aptos Narrow"/>
                        </a:rPr>
                        <a:t>TRADE-OFF:</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chemeClr val="tx1">
                              <a:lumMod val="50000"/>
                            </a:schemeClr>
                          </a:solidFill>
                          <a:effectLst/>
                          <a:latin typeface="Aptos Narrow"/>
                        </a:rPr>
                        <a:t>USB camera lower power in MODS, but higher SOC power in active scenarios.</a:t>
                      </a:r>
                      <a:br>
                        <a:rPr lang="en-US" sz="1050" b="0" i="0" u="none" strike="noStrike">
                          <a:solidFill>
                            <a:schemeClr val="tx1">
                              <a:lumMod val="50000"/>
                            </a:schemeClr>
                          </a:solidFill>
                          <a:effectLst/>
                          <a:latin typeface="Aptos Narrow"/>
                        </a:rPr>
                      </a:br>
                      <a:r>
                        <a:rPr lang="en-US" sz="1050" b="0" i="0" u="none" strike="noStrike">
                          <a:solidFill>
                            <a:schemeClr val="tx1">
                              <a:lumMod val="50000"/>
                            </a:schemeClr>
                          </a:solidFill>
                          <a:effectLst/>
                          <a:latin typeface="Aptos Narrow"/>
                        </a:rPr>
                        <a:t>MIPI camera lower power in active scenarios (Teams)</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050" b="0" i="0" u="none" strike="noStrike" kern="1200" dirty="0">
                          <a:solidFill>
                            <a:schemeClr val="tx1">
                              <a:lumMod val="50000"/>
                            </a:schemeClr>
                          </a:solidFill>
                          <a:effectLst/>
                          <a:latin typeface="Aptos" panose="020B0004020202020204" pitchFamily="34" charset="0"/>
                          <a:ea typeface="+mn-ea"/>
                          <a:cs typeface="+mn-cs"/>
                        </a:rPr>
                        <a:t>PCL #870781</a:t>
                      </a:r>
                      <a:endParaRPr lang="en-US" sz="1050" b="0" i="0" u="none" strike="noStrike" kern="1200" dirty="0">
                        <a:solidFill>
                          <a:schemeClr val="tx1">
                            <a:lumMod val="50000"/>
                          </a:schemeClr>
                        </a:solidFill>
                        <a:effectLst/>
                        <a:latin typeface="Aptos" panose="020B0004020202020204" pitchFamily="34" charset="0"/>
                        <a:ea typeface="+mn-ea"/>
                        <a:cs typeface="+mn-c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ctr">
                        <a:buNone/>
                      </a:pPr>
                      <a:endParaRPr lang="en-US" sz="1050" b="0" i="0" u="none" strike="noStrike" dirty="0">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gradFill flip="none" rotWithShape="1">
                      <a:gsLst>
                        <a:gs pos="50000">
                          <a:srgbClr val="92D050"/>
                        </a:gs>
                        <a:gs pos="100000">
                          <a:srgbClr val="FFFF00"/>
                        </a:gs>
                      </a:gsLst>
                      <a:lin ang="0" scaled="1"/>
                      <a:tileRect/>
                    </a:gradFill>
                  </a:tcPr>
                </a:tc>
                <a:tc>
                  <a:txBody>
                    <a:bodyPr/>
                    <a:lstStyle/>
                    <a:p>
                      <a:pPr algn="l" fontAlgn="ctr">
                        <a:buNone/>
                      </a:pPr>
                      <a:endParaRPr lang="en-US" sz="1050" b="0" i="0" u="none" strike="noStrike" dirty="0">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20265516"/>
                  </a:ext>
                </a:extLst>
              </a:tr>
              <a:tr h="712695">
                <a:tc>
                  <a:txBody>
                    <a:bodyPr/>
                    <a:lstStyle/>
                    <a:p>
                      <a:pPr algn="l" fontAlgn="ctr">
                        <a:buNone/>
                      </a:pPr>
                      <a:r>
                        <a:rPr lang="en-US" sz="1050" b="1" i="0" u="none" strike="noStrike">
                          <a:solidFill>
                            <a:srgbClr val="000000"/>
                          </a:solidFill>
                          <a:effectLst/>
                          <a:latin typeface="Aptos"/>
                        </a:rPr>
                        <a:t>Camera</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Aptos"/>
                        </a:rPr>
                        <a:t>WF/UF RGB – 13MP 2D Camera OV13B Omnivision, RGB-IR: Legacy from previous project OV01A1S Omnivision, UF IR Camera OG0VA1B Omnivision, DPHY RGB 8M Low power camera OV08X40 Omnivision, UF Camera USB2 KBDD741 V2, UF Camera eUSB2 5.2 MP OV05C10(KAFD913)     Omnivision, CPHY Camera (UF and WF) 14.5MP  IMX688 Sony, AON Controller – Synaptics      SVP7500 Synaptics, </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ctr">
                        <a:buNone/>
                      </a:pPr>
                      <a:r>
                        <a:rPr lang="en-US" altLang="zh-TW" sz="1050" b="0" i="0" u="none" strike="noStrike">
                          <a:solidFill>
                            <a:schemeClr val="tx1">
                              <a:lumMod val="50000"/>
                            </a:schemeClr>
                          </a:solidFill>
                          <a:effectLst/>
                          <a:latin typeface="Aptos Narrow" panose="020B0004020202020204" pitchFamily="34" charset="0"/>
                        </a:rPr>
                        <a:t>PCL #870781</a:t>
                      </a:r>
                      <a:endParaRPr lang="en-US" sz="1050" b="0" i="0" u="none" strike="noStrike">
                        <a:solidFill>
                          <a:schemeClr val="tx1">
                            <a:lumMod val="50000"/>
                          </a:schemeClr>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ctr">
                        <a:buNone/>
                      </a:pPr>
                      <a:endParaRPr lang="en-US" sz="1050" b="0" i="0" u="none" strike="noStrike" dirty="0">
                        <a:solidFill>
                          <a:srgbClr val="0070C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gradFill>
                      <a:gsLst>
                        <a:gs pos="50000">
                          <a:srgbClr val="92D050"/>
                        </a:gs>
                        <a:gs pos="100000">
                          <a:srgbClr val="FFFF00"/>
                        </a:gs>
                      </a:gsLst>
                      <a:lin ang="0" scaled="1"/>
                    </a:gradFill>
                  </a:tcPr>
                </a:tc>
                <a:tc>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5471755"/>
                  </a:ext>
                </a:extLst>
              </a:tr>
              <a:tr h="1118118">
                <a:tc>
                  <a:txBody>
                    <a:bodyPr/>
                    <a:lstStyle/>
                    <a:p>
                      <a:pPr algn="l" fontAlgn="ctr">
                        <a:buNone/>
                      </a:pPr>
                      <a:r>
                        <a:rPr lang="en-US" sz="1050" b="1" i="0" u="none" strike="noStrike">
                          <a:solidFill>
                            <a:srgbClr val="000000"/>
                          </a:solidFill>
                          <a:effectLst/>
                          <a:latin typeface="Aptos"/>
                        </a:rPr>
                        <a:t>Audio Codec / AMP</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nl-NL" sz="1050" b="0" i="0" u="none" strike="noStrike">
                          <a:solidFill>
                            <a:srgbClr val="000000"/>
                          </a:solidFill>
                          <a:effectLst/>
                          <a:latin typeface="Aptos"/>
                        </a:rPr>
                        <a:t>RTK AIOC Gen6 SNDW ACX ALC712-VB, </a:t>
                      </a:r>
                      <a:r>
                        <a:rPr lang="en-US" sz="1050" b="0" i="0" u="none" strike="noStrike">
                          <a:solidFill>
                            <a:srgbClr val="000000"/>
                          </a:solidFill>
                          <a:effectLst/>
                          <a:latin typeface="Aptos"/>
                        </a:rPr>
                        <a:t>RTK SNDW ACX ALC722-CG</a:t>
                      </a:r>
                    </a:p>
                    <a:p>
                      <a:pPr marL="0" marR="0" lvl="0" indent="0" algn="l" defTabSz="914400" rtl="0" eaLnBrk="1" fontAlgn="ctr" latinLnBrk="0" hangingPunct="1">
                        <a:lnSpc>
                          <a:spcPct val="100000"/>
                        </a:lnSpc>
                        <a:spcBef>
                          <a:spcPts val="0"/>
                        </a:spcBef>
                        <a:spcAft>
                          <a:spcPts val="0"/>
                        </a:spcAft>
                        <a:buClrTx/>
                        <a:buSzTx/>
                        <a:buFontTx/>
                        <a:buNone/>
                        <a:tabLst/>
                        <a:defRPr/>
                      </a:pPr>
                      <a:r>
                        <a:rPr lang="nl-NL" sz="1050" b="0" i="0" u="none" strike="noStrike">
                          <a:solidFill>
                            <a:srgbClr val="000000"/>
                          </a:solidFill>
                          <a:effectLst/>
                          <a:latin typeface="Aptos"/>
                        </a:rPr>
                        <a:t>RTK AIOC Gen6 SNDW ACX ALC713-VB, </a:t>
                      </a:r>
                      <a:r>
                        <a:rPr lang="en-US" sz="1050" b="0" i="0" u="none" strike="noStrike">
                          <a:solidFill>
                            <a:srgbClr val="000000"/>
                          </a:solidFill>
                          <a:effectLst/>
                          <a:latin typeface="Aptos"/>
                        </a:rPr>
                        <a:t>Cirrus AIC v3 SNDW ACX Cohen (CS42L43), TI AIOC Gen1 SNDW ACX TAC5682</a:t>
                      </a:r>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a:solidFill>
                          <a:srgbClr val="000000"/>
                        </a:solidFill>
                        <a:effectLst/>
                        <a:latin typeface="Aptos" panose="020B0004020202020204" pitchFamily="34" charset="0"/>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Aptos"/>
                        </a:rPr>
                        <a:t>AMP:</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Aptos"/>
                        </a:rPr>
                        <a:t>RTK AIOC Gen6 ALC1320, RTK AIOC Gen6 ALC1320, Cirrus AIC v3 Jamerson (CS35L56), </a:t>
                      </a:r>
                      <a:r>
                        <a:rPr lang="nb-NO" sz="1050" b="0" i="0" u="none" strike="noStrike">
                          <a:solidFill>
                            <a:srgbClr val="000000"/>
                          </a:solidFill>
                          <a:effectLst/>
                          <a:latin typeface="Aptos"/>
                        </a:rPr>
                        <a:t>TI AIOC Gen12 TAS2880 (Stereo)</a:t>
                      </a:r>
                      <a:endParaRPr lang="nl-NL" sz="1050" b="0" i="0" u="none" strike="noStrike">
                        <a:solidFill>
                          <a:srgbClr val="000000"/>
                        </a:solidFill>
                        <a:effectLst/>
                        <a:latin typeface="Apto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lvl="0" algn="l">
                        <a:buNone/>
                      </a:pPr>
                      <a:r>
                        <a:rPr lang="en-US" altLang="zh-TW" sz="1050" b="0" i="0" u="none" strike="noStrike" noProof="0" dirty="0">
                          <a:solidFill>
                            <a:schemeClr val="tx1">
                              <a:lumMod val="50000"/>
                            </a:schemeClr>
                          </a:solidFill>
                          <a:effectLst/>
                          <a:latin typeface="Aptos"/>
                        </a:rPr>
                        <a:t>REALTEK_ALC3335_CGT</a:t>
                      </a:r>
                    </a:p>
                    <a:p>
                      <a:pPr lvl="0" algn="l">
                        <a:buNone/>
                      </a:pPr>
                      <a:r>
                        <a:rPr lang="en-US" altLang="zh-TW" sz="1050" b="0" i="0" u="none" strike="noStrike" noProof="0" dirty="0">
                          <a:solidFill>
                            <a:schemeClr val="tx1">
                              <a:lumMod val="50000"/>
                            </a:schemeClr>
                          </a:solidFill>
                          <a:effectLst/>
                          <a:latin typeface="Aptos"/>
                        </a:rPr>
                        <a:t>(HP Mancala currently use)</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ctr">
                        <a:buNone/>
                      </a:pPr>
                      <a:endParaRPr lang="en-US" sz="1050" dirty="0"/>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noProof="0" dirty="0">
                        <a:solidFill>
                          <a:srgbClr val="000000"/>
                        </a:solidFill>
                        <a:effectLst/>
                        <a:highlight>
                          <a:srgbClr val="FFFF00"/>
                        </a:highlight>
                        <a:latin typeface="Apto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19532900"/>
                  </a:ext>
                </a:extLst>
              </a:tr>
              <a:tr h="452202">
                <a:tc>
                  <a:txBody>
                    <a:bodyPr/>
                    <a:lstStyle/>
                    <a:p>
                      <a:pPr algn="l" fontAlgn="ctr">
                        <a:buNone/>
                      </a:pPr>
                      <a:r>
                        <a:rPr lang="en-US" sz="1050" b="1" i="0" u="none" strike="noStrike" dirty="0">
                          <a:solidFill>
                            <a:srgbClr val="000000"/>
                          </a:solidFill>
                          <a:effectLst/>
                          <a:latin typeface="Aptos"/>
                        </a:rPr>
                        <a:t>BIOS Flash</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EDFB"/>
                    </a:solidFill>
                  </a:tcPr>
                </a:tc>
                <a:tc>
                  <a:txBody>
                    <a:bodyPr/>
                    <a:lstStyle/>
                    <a:p>
                      <a:pPr algn="l" fontAlgn="ctr">
                        <a:buNone/>
                      </a:pPr>
                      <a:r>
                        <a:rPr lang="en-US" sz="1050" b="0" i="0" u="none" strike="noStrike" dirty="0">
                          <a:solidFill>
                            <a:srgbClr val="000000"/>
                          </a:solidFill>
                          <a:effectLst/>
                          <a:latin typeface="Aptos"/>
                        </a:rPr>
                        <a:t>64MB SPI Flash with RPMC 1.8V @100MHz (Single flash topology)              </a:t>
                      </a:r>
                    </a:p>
                    <a:p>
                      <a:pPr algn="l" fontAlgn="ctr">
                        <a:buNone/>
                      </a:pPr>
                      <a:r>
                        <a:rPr lang="en-US" sz="1050" b="0" i="0" u="none" strike="noStrike" dirty="0">
                          <a:solidFill>
                            <a:srgbClr val="000000"/>
                          </a:solidFill>
                          <a:effectLst/>
                          <a:latin typeface="Aptos"/>
                        </a:rPr>
                        <a:t>1.Winbond W25R512NWEIQ </a:t>
                      </a:r>
                    </a:p>
                    <a:p>
                      <a:pPr algn="l" fontAlgn="ctr">
                        <a:buNone/>
                      </a:pPr>
                      <a:r>
                        <a:rPr lang="en-US" sz="1050" b="0" i="0" u="none" strike="noStrike" dirty="0">
                          <a:solidFill>
                            <a:srgbClr val="000000"/>
                          </a:solidFill>
                          <a:effectLst/>
                          <a:latin typeface="Aptos"/>
                        </a:rPr>
                        <a:t>2.Macrinix MX77U51250F</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kern="1200" dirty="0">
                          <a:solidFill>
                            <a:schemeClr val="tx1">
                              <a:lumMod val="50000"/>
                            </a:schemeClr>
                          </a:solidFill>
                          <a:effectLst/>
                          <a:latin typeface="Aptos" panose="020B0004020202020204" pitchFamily="34" charset="0"/>
                          <a:ea typeface="+mn-ea"/>
                          <a:cs typeface="+mn-cs"/>
                        </a:rPr>
                        <a:t>WINBOND_W25Q256JWEIN</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ctr">
                        <a:buNone/>
                      </a:pPr>
                      <a:endParaRPr lang="en-US" sz="1050" b="0" i="0" u="none" strike="noStrike" dirty="0">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dirty="0">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17372518"/>
                  </a:ext>
                </a:extLst>
              </a:tr>
            </a:tbl>
          </a:graphicData>
        </a:graphic>
      </p:graphicFrame>
      <p:sp>
        <p:nvSpPr>
          <p:cNvPr id="3" name="Rectangle: Rounded Corners 2">
            <a:extLst>
              <a:ext uri="{FF2B5EF4-FFF2-40B4-BE49-F238E27FC236}">
                <a16:creationId xmlns:a16="http://schemas.microsoft.com/office/drawing/2014/main" id="{03298005-67CD-C27C-B998-43559C595807}"/>
              </a:ext>
            </a:extLst>
          </p:cNvPr>
          <p:cNvSpPr/>
          <p:nvPr/>
        </p:nvSpPr>
        <p:spPr>
          <a:xfrm>
            <a:off x="327257" y="1118499"/>
            <a:ext cx="10058400" cy="39797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Need each ingredient team to help define GBB (Good, Better, Best) based on SPP, segmentation.</a:t>
            </a:r>
          </a:p>
        </p:txBody>
      </p:sp>
    </p:spTree>
    <p:extLst>
      <p:ext uri="{BB962C8B-B14F-4D97-AF65-F5344CB8AC3E}">
        <p14:creationId xmlns:p14="http://schemas.microsoft.com/office/powerpoint/2010/main" val="1053240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0D296-C177-F50C-C63F-FDCBFF2CC9A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8C1626A-7E29-3EE1-81FF-96F332071151}"/>
              </a:ext>
            </a:extLst>
          </p:cNvPr>
          <p:cNvGraphicFramePr>
            <a:graphicFrameLocks noGrp="1"/>
          </p:cNvGraphicFramePr>
          <p:nvPr>
            <p:extLst>
              <p:ext uri="{D42A27DB-BD31-4B8C-83A1-F6EECF244321}">
                <p14:modId xmlns:p14="http://schemas.microsoft.com/office/powerpoint/2010/main" val="2692669665"/>
              </p:ext>
            </p:extLst>
          </p:nvPr>
        </p:nvGraphicFramePr>
        <p:xfrm>
          <a:off x="234696" y="1698275"/>
          <a:ext cx="11341065" cy="3537758"/>
        </p:xfrm>
        <a:graphic>
          <a:graphicData uri="http://schemas.openxmlformats.org/drawingml/2006/table">
            <a:tbl>
              <a:tblPr/>
              <a:tblGrid>
                <a:gridCol w="1008345">
                  <a:extLst>
                    <a:ext uri="{9D8B030D-6E8A-4147-A177-3AD203B41FA5}">
                      <a16:colId xmlns:a16="http://schemas.microsoft.com/office/drawing/2014/main" val="2862194554"/>
                    </a:ext>
                  </a:extLst>
                </a:gridCol>
                <a:gridCol w="5029200">
                  <a:extLst>
                    <a:ext uri="{9D8B030D-6E8A-4147-A177-3AD203B41FA5}">
                      <a16:colId xmlns:a16="http://schemas.microsoft.com/office/drawing/2014/main" val="360185323"/>
                    </a:ext>
                  </a:extLst>
                </a:gridCol>
                <a:gridCol w="2743200">
                  <a:extLst>
                    <a:ext uri="{9D8B030D-6E8A-4147-A177-3AD203B41FA5}">
                      <a16:colId xmlns:a16="http://schemas.microsoft.com/office/drawing/2014/main" val="518547766"/>
                    </a:ext>
                  </a:extLst>
                </a:gridCol>
                <a:gridCol w="731520">
                  <a:extLst>
                    <a:ext uri="{9D8B030D-6E8A-4147-A177-3AD203B41FA5}">
                      <a16:colId xmlns:a16="http://schemas.microsoft.com/office/drawing/2014/main" val="3891349132"/>
                    </a:ext>
                  </a:extLst>
                </a:gridCol>
                <a:gridCol w="1828800">
                  <a:extLst>
                    <a:ext uri="{9D8B030D-6E8A-4147-A177-3AD203B41FA5}">
                      <a16:colId xmlns:a16="http://schemas.microsoft.com/office/drawing/2014/main" val="1540337990"/>
                    </a:ext>
                  </a:extLst>
                </a:gridCol>
              </a:tblGrid>
              <a:tr h="237834">
                <a:tc>
                  <a:txBody>
                    <a:bodyPr/>
                    <a:lstStyle/>
                    <a:p>
                      <a:pPr algn="l" fontAlgn="ctr">
                        <a:buNone/>
                      </a:pPr>
                      <a:r>
                        <a:rPr lang="en-US" sz="1050" b="1" i="0" u="none" strike="noStrike">
                          <a:solidFill>
                            <a:srgbClr val="FFFFFF"/>
                          </a:solidFill>
                          <a:effectLst/>
                          <a:latin typeface="Aptos" panose="020B0004020202020204" pitchFamily="34" charset="0"/>
                        </a:rPr>
                        <a:t>Component</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l" fontAlgn="ctr">
                        <a:buNone/>
                      </a:pPr>
                      <a:r>
                        <a:rPr lang="en-US" sz="1050" b="1" i="0" u="none" strike="noStrike" dirty="0">
                          <a:solidFill>
                            <a:srgbClr val="FFFFFF"/>
                          </a:solidFill>
                          <a:effectLst/>
                          <a:latin typeface="Aptos" panose="020B0004020202020204" pitchFamily="34" charset="0"/>
                        </a:rPr>
                        <a:t>NVL-HX RVP/AEP</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ptos Narrow"/>
                          <a:cs typeface="+mn-cs"/>
                        </a:rPr>
                        <a:t>HP Mancala</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ptos Narrow"/>
                          <a:cs typeface="+mn-cs"/>
                        </a:rPr>
                        <a:t>Result</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FFFFFF"/>
                          </a:solidFill>
                          <a:effectLst/>
                          <a:latin typeface="Aptos Narrow" panose="020B0004020202020204" pitchFamily="34" charset="0"/>
                        </a:rPr>
                        <a:t>Note</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838549336"/>
                  </a:ext>
                </a:extLst>
              </a:tr>
              <a:tr h="207548">
                <a:tc>
                  <a:txBody>
                    <a:bodyPr/>
                    <a:lstStyle/>
                    <a:p>
                      <a:pPr algn="l" fontAlgn="ctr">
                        <a:buNone/>
                      </a:pPr>
                      <a:r>
                        <a:rPr lang="en-US" sz="1050" b="1" i="0" u="none" strike="noStrike">
                          <a:solidFill>
                            <a:srgbClr val="000000"/>
                          </a:solidFill>
                          <a:effectLst/>
                          <a:latin typeface="Aptos" panose="020B0004020202020204" pitchFamily="34" charset="0"/>
                        </a:rPr>
                        <a:t>HDMI redriver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rgbClr val="000000"/>
                          </a:solidFill>
                          <a:effectLst/>
                          <a:latin typeface="Aptos" panose="020B0004020202020204" pitchFamily="34" charset="0"/>
                        </a:rPr>
                        <a:t>Parade PS8219QFN46ITR-B0</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defTabSz="914400" rtl="0" eaLnBrk="1" fontAlgn="ctr" latinLnBrk="0" hangingPunct="1">
                        <a:buNone/>
                      </a:pPr>
                      <a:r>
                        <a:rPr lang="en-US" sz="1050" b="0" i="0" u="none" strike="noStrike" kern="1200" dirty="0">
                          <a:solidFill>
                            <a:schemeClr val="tx1">
                              <a:lumMod val="50000"/>
                            </a:schemeClr>
                          </a:solidFill>
                          <a:effectLst/>
                          <a:latin typeface="Aptos" panose="020B0004020202020204" pitchFamily="34" charset="0"/>
                          <a:ea typeface="+mn-ea"/>
                          <a:cs typeface="+mn-cs"/>
                        </a:rPr>
                        <a:t>ANALOGIX_ANX7494Q46</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defTabSz="914400" rtl="0" eaLnBrk="1" fontAlgn="ctr" latinLnBrk="0" hangingPunct="1">
                        <a:buNone/>
                      </a:pPr>
                      <a:endParaRPr lang="en-US" sz="1050" b="0" i="0" u="none" strike="noStrike" kern="1200" dirty="0">
                        <a:solidFill>
                          <a:srgbClr val="0070C0"/>
                        </a:solidFill>
                        <a:effectLst/>
                        <a:latin typeface="Aptos" panose="020B0004020202020204" pitchFamily="34" charset="0"/>
                        <a:ea typeface="+mn-ea"/>
                        <a:cs typeface="+mn-c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gradFill>
                      <a:gsLst>
                        <a:gs pos="50000">
                          <a:srgbClr val="92D050"/>
                        </a:gs>
                        <a:gs pos="100000">
                          <a:srgbClr val="FFFF00"/>
                        </a:gs>
                      </a:gsLst>
                      <a:lin ang="0" scaled="1"/>
                    </a:gradFill>
                  </a:tcPr>
                </a:tc>
                <a:tc>
                  <a:txBody>
                    <a:bodyPr/>
                    <a:lstStyle/>
                    <a:p>
                      <a:pPr algn="l" fontAlgn="ctr">
                        <a:buNone/>
                      </a:pPr>
                      <a:endParaRPr lang="en-US" sz="1050" b="0" i="0" u="none" strike="noStrike" dirty="0">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7705632"/>
                  </a:ext>
                </a:extLst>
              </a:tr>
              <a:tr h="260191">
                <a:tc>
                  <a:txBody>
                    <a:bodyPr/>
                    <a:lstStyle/>
                    <a:p>
                      <a:pPr algn="l" fontAlgn="ctr">
                        <a:buNone/>
                      </a:pPr>
                      <a:r>
                        <a:rPr lang="en-US" sz="1050" b="1" i="0" u="none" strike="noStrike">
                          <a:solidFill>
                            <a:srgbClr val="000000"/>
                          </a:solidFill>
                          <a:effectLst/>
                          <a:latin typeface="Aptos" panose="020B0004020202020204" pitchFamily="34" charset="0"/>
                        </a:rPr>
                        <a:t>HDMI retimer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rgbClr val="000000"/>
                          </a:solidFill>
                          <a:effectLst/>
                          <a:latin typeface="Aptos" panose="020B0004020202020204" pitchFamily="34" charset="0"/>
                        </a:rPr>
                        <a:t>Parade PS8419QFN46GTR-A1</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50" b="0" i="0" u="none" strike="noStrike">
                          <a:solidFill>
                            <a:schemeClr val="tx1">
                              <a:lumMod val="50000"/>
                            </a:schemeClr>
                          </a:solidFill>
                          <a:effectLst/>
                          <a:latin typeface="Aptos" panose="020B0004020202020204" pitchFamily="34" charset="0"/>
                        </a:rPr>
                        <a:t>Mancala does not use HDMI retimer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1050" b="0" i="0" u="none" strike="noStrike" dirty="0">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1393677"/>
                  </a:ext>
                </a:extLst>
              </a:tr>
              <a:tr h="594432">
                <a:tc>
                  <a:txBody>
                    <a:bodyPr/>
                    <a:lstStyle/>
                    <a:p>
                      <a:pPr algn="l" fontAlgn="ctr">
                        <a:buNone/>
                      </a:pPr>
                      <a:r>
                        <a:rPr lang="en-US" sz="1050" b="1" i="0" u="none" strike="noStrike">
                          <a:solidFill>
                            <a:srgbClr val="000000"/>
                          </a:solidFill>
                          <a:effectLst/>
                          <a:latin typeface="Aptos" panose="020B0004020202020204" pitchFamily="34" charset="0"/>
                        </a:rPr>
                        <a:t>TBT Retimer / Discrete TBT</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rgbClr val="000000"/>
                          </a:solidFill>
                          <a:effectLst/>
                          <a:latin typeface="Aptos" panose="020B0004020202020204" pitchFamily="34" charset="0"/>
                        </a:rPr>
                        <a:t>June Bridge / Barlow Ridge</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dirty="0">
                          <a:solidFill>
                            <a:schemeClr val="tx1">
                              <a:lumMod val="50000"/>
                            </a:schemeClr>
                          </a:solidFill>
                          <a:effectLst/>
                          <a:latin typeface="Aptos" panose="020B0004020202020204" pitchFamily="34" charset="0"/>
                        </a:rPr>
                        <a:t>Hyden Bridge</a:t>
                      </a:r>
                      <a:br>
                        <a:rPr lang="en-US" sz="1050" b="0" i="0" u="none" strike="noStrike" dirty="0">
                          <a:solidFill>
                            <a:schemeClr val="tx1">
                              <a:lumMod val="50000"/>
                            </a:schemeClr>
                          </a:solidFill>
                          <a:effectLst/>
                          <a:latin typeface="Aptos" panose="020B0004020202020204" pitchFamily="34" charset="0"/>
                        </a:rPr>
                      </a:br>
                      <a:r>
                        <a:rPr lang="en-US" altLang="zh-TW" sz="1050" b="0" i="0" u="none" strike="noStrike" kern="1200" dirty="0">
                          <a:solidFill>
                            <a:schemeClr val="tx1">
                              <a:lumMod val="50000"/>
                            </a:schemeClr>
                          </a:solidFill>
                          <a:effectLst/>
                          <a:latin typeface="Aptos"/>
                          <a:ea typeface="+mn-ea"/>
                          <a:cs typeface="+mn-cs"/>
                        </a:rPr>
                        <a:t>(HP</a:t>
                      </a:r>
                      <a:r>
                        <a:rPr lang="zh-TW" altLang="en-US" sz="1050" b="0" i="0" u="none" strike="noStrike" kern="1200" dirty="0">
                          <a:solidFill>
                            <a:schemeClr val="tx1">
                              <a:lumMod val="50000"/>
                            </a:schemeClr>
                          </a:solidFill>
                          <a:effectLst/>
                          <a:latin typeface="Aptos"/>
                          <a:ea typeface="+mn-ea"/>
                          <a:cs typeface="+mn-cs"/>
                        </a:rPr>
                        <a:t> </a:t>
                      </a:r>
                      <a:r>
                        <a:rPr lang="en-US" altLang="zh-TW" sz="1050" b="0" i="0" u="none" strike="noStrike" kern="1200" dirty="0">
                          <a:solidFill>
                            <a:schemeClr val="tx1">
                              <a:lumMod val="50000"/>
                            </a:schemeClr>
                          </a:solidFill>
                          <a:effectLst/>
                          <a:latin typeface="Aptos"/>
                          <a:ea typeface="+mn-ea"/>
                          <a:cs typeface="+mn-cs"/>
                        </a:rPr>
                        <a:t>co-use with PTL designs)</a:t>
                      </a:r>
                      <a:endParaRPr lang="en-US" sz="1050" b="0" i="0" u="none" strike="noStrike" kern="1200" dirty="0">
                        <a:solidFill>
                          <a:schemeClr val="tx1">
                            <a:lumMod val="50000"/>
                          </a:schemeClr>
                        </a:solidFill>
                        <a:effectLst/>
                        <a:latin typeface="Aptos"/>
                        <a:ea typeface="+mn-ea"/>
                        <a:cs typeface="+mn-c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kern="1200" dirty="0">
                        <a:solidFill>
                          <a:srgbClr val="0070C0"/>
                        </a:solidFill>
                        <a:effectLst/>
                        <a:latin typeface="Aptos"/>
                        <a:ea typeface="+mn-ea"/>
                        <a:cs typeface="+mn-c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3764608"/>
                  </a:ext>
                </a:extLst>
              </a:tr>
              <a:tr h="207548">
                <a:tc>
                  <a:txBody>
                    <a:bodyPr/>
                    <a:lstStyle/>
                    <a:p>
                      <a:pPr algn="l" fontAlgn="ctr">
                        <a:buNone/>
                      </a:pPr>
                      <a:r>
                        <a:rPr lang="en-US" sz="1050" b="1" i="0" u="none" strike="noStrike">
                          <a:solidFill>
                            <a:srgbClr val="000000"/>
                          </a:solidFill>
                          <a:effectLst/>
                          <a:latin typeface="Aptos" panose="020B0004020202020204" pitchFamily="34" charset="0"/>
                        </a:rPr>
                        <a:t>PD Controller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Aptos" panose="020B0004020202020204" pitchFamily="34" charset="0"/>
                        </a:rPr>
                        <a:t>TI: PTPS669982BAZBJT (win OS POR)</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Aptos" panose="020B0004020202020204" pitchFamily="34" charset="0"/>
                        </a:rPr>
                        <a:t>Realtek: RTS5452P-20E-GR, Realtek: RTS5453P- 20E-GR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chemeClr val="tx1">
                              <a:lumMod val="50000"/>
                            </a:schemeClr>
                          </a:solidFill>
                          <a:effectLst/>
                          <a:latin typeface="Aptos" panose="020B0004020202020204" pitchFamily="34" charset="0"/>
                        </a:rPr>
                        <a:t>TI:</a:t>
                      </a:r>
                      <a:r>
                        <a:rPr lang="en-US" sz="1050" b="0" i="0" u="none" strike="noStrike" kern="1200">
                          <a:solidFill>
                            <a:schemeClr val="tx1">
                              <a:lumMod val="50000"/>
                            </a:schemeClr>
                          </a:solidFill>
                          <a:effectLst/>
                          <a:latin typeface="Aptos" panose="020B0004020202020204" pitchFamily="34" charset="0"/>
                          <a:ea typeface="+mn-ea"/>
                          <a:cs typeface="+mn-cs"/>
                        </a:rPr>
                        <a:t>TPS66994BAREPR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50" b="0" i="0" u="none" strike="noStrike">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8473049"/>
                  </a:ext>
                </a:extLst>
              </a:tr>
              <a:tr h="400989">
                <a:tc>
                  <a:txBody>
                    <a:bodyPr/>
                    <a:lstStyle/>
                    <a:p>
                      <a:pPr algn="l" fontAlgn="ctr">
                        <a:buNone/>
                      </a:pPr>
                      <a:r>
                        <a:rPr lang="en-US" sz="1050" b="1" i="0" u="none" strike="noStrike">
                          <a:solidFill>
                            <a:srgbClr val="000000"/>
                          </a:solidFill>
                          <a:effectLst/>
                          <a:latin typeface="Aptos" panose="020B0004020202020204" pitchFamily="34" charset="0"/>
                        </a:rPr>
                        <a:t>USB3.2 Gen2 Redriver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rgbClr val="000000"/>
                          </a:solidFill>
                          <a:effectLst/>
                          <a:latin typeface="Aptos" panose="020B0004020202020204" pitchFamily="34" charset="0"/>
                        </a:rPr>
                        <a:t>Diode J41453-002</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50" b="0" i="0" u="none" strike="noStrike">
                          <a:solidFill>
                            <a:schemeClr val="tx1">
                              <a:lumMod val="50000"/>
                            </a:schemeClr>
                          </a:solidFill>
                          <a:effectLst/>
                          <a:latin typeface="Aptos" panose="020B0004020202020204" pitchFamily="34" charset="0"/>
                        </a:rPr>
                        <a:t>Mancala does not use</a:t>
                      </a:r>
                      <a:r>
                        <a:rPr lang="en-US" sz="1050" b="0" i="0" u="none" strike="noStrike">
                          <a:solidFill>
                            <a:schemeClr val="tx1">
                              <a:lumMod val="50000"/>
                            </a:schemeClr>
                          </a:solidFill>
                          <a:effectLst/>
                          <a:latin typeface="Aptos Narrow" panose="020B0004020202020204" pitchFamily="34" charset="0"/>
                        </a:rPr>
                        <a:t> USB3.2 Gen2 redriver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1050" b="0" i="0" u="none" strike="noStrike" dirty="0">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0942172"/>
                  </a:ext>
                </a:extLst>
              </a:tr>
              <a:tr h="882412">
                <a:tc>
                  <a:txBody>
                    <a:bodyPr/>
                    <a:lstStyle/>
                    <a:p>
                      <a:pPr algn="l" fontAlgn="ctr">
                        <a:buNone/>
                      </a:pPr>
                      <a:r>
                        <a:rPr lang="en-US" sz="1050" b="1" i="0" u="none" strike="noStrike">
                          <a:solidFill>
                            <a:srgbClr val="000000"/>
                          </a:solidFill>
                          <a:effectLst/>
                          <a:latin typeface="Aptos" panose="020B0004020202020204" pitchFamily="34" charset="0"/>
                        </a:rPr>
                        <a:t>eUSB2 Repeater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rgbClr val="000000"/>
                          </a:solidFill>
                          <a:effectLst/>
                          <a:latin typeface="Aptos" panose="020B0004020202020204" pitchFamily="34" charset="0"/>
                        </a:rPr>
                        <a:t>TI: TUSBE111BC1(WCSP/QFN)</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Aptos" panose="020B0004020202020204" pitchFamily="34" charset="0"/>
                        </a:rPr>
                        <a:t>NXP: PTN3222GM (QFN), PTL3222DUK (WLCSP12 with auto resume)</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Aptos" panose="020B0004020202020204" pitchFamily="34" charset="0"/>
                        </a:rPr>
                        <a:t>Diodes: PI3EUSB1181 (QFN)</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Aptos" panose="020B0004020202020204" pitchFamily="34" charset="0"/>
                        </a:rPr>
                        <a:t>RTK: RTS5430S-GR (QFN) --&gt; not validated on RVP</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050" b="0" i="0" u="none" strike="noStrike" err="1">
                          <a:solidFill>
                            <a:srgbClr val="000000"/>
                          </a:solidFill>
                          <a:effectLst/>
                          <a:latin typeface="Aptos" panose="020B0004020202020204" pitchFamily="34" charset="0"/>
                        </a:rPr>
                        <a:t>Analogix</a:t>
                      </a:r>
                      <a:r>
                        <a:rPr lang="en-US" sz="1050" b="0" i="0" u="none" strike="noStrike">
                          <a:solidFill>
                            <a:srgbClr val="000000"/>
                          </a:solidFill>
                          <a:effectLst/>
                          <a:latin typeface="Aptos" panose="020B0004020202020204" pitchFamily="34" charset="0"/>
                        </a:rPr>
                        <a:t>: ANX7461 (QFN) </a:t>
                      </a:r>
                      <a:r>
                        <a:rPr lang="en-US" sz="1050" b="0" i="0" u="none" strike="noStrike">
                          <a:solidFill>
                            <a:srgbClr val="000000"/>
                          </a:solidFill>
                          <a:effectLst/>
                          <a:latin typeface="Aptos" panose="020B0004020202020204" pitchFamily="34" charset="0"/>
                          <a:sym typeface="Wingdings" panose="05000000000000000000" pitchFamily="2" charset="2"/>
                        </a:rPr>
                        <a:t> not validated on RVP</a:t>
                      </a:r>
                      <a:endParaRPr lang="en-US" sz="1050" b="0" i="0" u="none" strike="noStrike">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050" b="0" i="0" u="none" strike="noStrike" kern="1200">
                          <a:solidFill>
                            <a:schemeClr val="tx1">
                              <a:lumMod val="50000"/>
                            </a:schemeClr>
                          </a:solidFill>
                          <a:effectLst/>
                          <a:latin typeface="Aptos" panose="020B0004020202020204" pitchFamily="34" charset="0"/>
                          <a:ea typeface="+mn-ea"/>
                          <a:cs typeface="+mn-cs"/>
                        </a:rPr>
                        <a:t>Discreet single:: Diodes PI3EUSB1181</a:t>
                      </a:r>
                    </a:p>
                    <a:p>
                      <a:r>
                        <a:rPr lang="en-US" sz="1050" b="0" i="0" u="none" strike="noStrike" kern="1200">
                          <a:solidFill>
                            <a:schemeClr val="tx1">
                              <a:lumMod val="50000"/>
                            </a:schemeClr>
                          </a:solidFill>
                          <a:effectLst/>
                          <a:latin typeface="Aptos" panose="020B0004020202020204" pitchFamily="34" charset="0"/>
                          <a:ea typeface="+mn-ea"/>
                          <a:cs typeface="+mn-cs"/>
                        </a:rPr>
                        <a:t>Discreet dual: TI PTUSB2E2211001VBWR</a:t>
                      </a:r>
                    </a:p>
                    <a:p>
                      <a:r>
                        <a:rPr lang="en-US" sz="1050" kern="1200">
                          <a:solidFill>
                            <a:schemeClr val="tx1">
                              <a:lumMod val="50000"/>
                            </a:schemeClr>
                          </a:solidFill>
                          <a:effectLst/>
                          <a:latin typeface="+mn-lt"/>
                          <a:ea typeface="+mn-ea"/>
                          <a:cs typeface="+mn-cs"/>
                        </a:rPr>
                        <a:t> </a:t>
                      </a:r>
                      <a:endParaRPr lang="en-US" sz="1050" b="0" i="0" u="none" strike="noStrike">
                        <a:solidFill>
                          <a:schemeClr val="tx1">
                            <a:lumMod val="50000"/>
                          </a:schemeClr>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1050" b="0" i="0" u="none" strike="noStrike" dirty="0">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4976550"/>
                  </a:ext>
                </a:extLst>
              </a:tr>
              <a:tr h="207548">
                <a:tc>
                  <a:txBody>
                    <a:bodyPr/>
                    <a:lstStyle/>
                    <a:p>
                      <a:pPr algn="l" fontAlgn="ctr">
                        <a:buNone/>
                      </a:pPr>
                      <a:r>
                        <a:rPr lang="en-US" sz="1050" b="1" i="0" u="none" strike="noStrike">
                          <a:solidFill>
                            <a:srgbClr val="000000"/>
                          </a:solidFill>
                          <a:effectLst/>
                          <a:latin typeface="Aptos" panose="020B0004020202020204" pitchFamily="34" charset="0"/>
                        </a:rPr>
                        <a:t>Charger</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rgbClr val="000000"/>
                          </a:solidFill>
                          <a:effectLst/>
                          <a:latin typeface="Aptos" panose="020B0004020202020204" pitchFamily="34" charset="0"/>
                        </a:rPr>
                        <a:t>Renesas ISL95522AHRZ</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defTabSz="914400" rtl="0" eaLnBrk="1" fontAlgn="ctr" latinLnBrk="0" hangingPunct="1">
                        <a:buNone/>
                      </a:pPr>
                      <a:r>
                        <a:rPr lang="en-US" sz="1050" b="0" i="0" u="none" strike="noStrike" kern="1200" dirty="0">
                          <a:solidFill>
                            <a:schemeClr val="tx1">
                              <a:lumMod val="50000"/>
                            </a:schemeClr>
                          </a:solidFill>
                          <a:effectLst/>
                          <a:latin typeface="Aptos" panose="020B0004020202020204" pitchFamily="34" charset="0"/>
                          <a:ea typeface="+mn-ea"/>
                          <a:cs typeface="+mn-cs"/>
                        </a:rPr>
                        <a:t>RENESAS_RAA489110AS07GNP</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defTabSz="914400" rtl="0" eaLnBrk="1" fontAlgn="ctr" latinLnBrk="0" hangingPunct="1">
                        <a:buNone/>
                      </a:pPr>
                      <a:endParaRPr lang="en-US" sz="1050" b="0" i="0" u="none" strike="noStrike" kern="1200" dirty="0">
                        <a:solidFill>
                          <a:srgbClr val="0070C0"/>
                        </a:solidFill>
                        <a:effectLst/>
                        <a:latin typeface="Aptos" panose="020B0004020202020204" pitchFamily="34" charset="0"/>
                        <a:ea typeface="+mn-ea"/>
                        <a:cs typeface="+mn-cs"/>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a:solidFill>
                          <a:srgbClr val="000000"/>
                        </a:solidFill>
                        <a:effectLst/>
                        <a:latin typeface="Aptos Narrow"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0081279"/>
                  </a:ext>
                </a:extLst>
              </a:tr>
              <a:tr h="207548">
                <a:tc rowSpan="2">
                  <a:txBody>
                    <a:bodyPr/>
                    <a:lstStyle/>
                    <a:p>
                      <a:pPr algn="l" fontAlgn="ctr">
                        <a:buNone/>
                      </a:pPr>
                      <a:r>
                        <a:rPr lang="en-US" sz="1050" b="1" i="0" u="none" strike="noStrike">
                          <a:solidFill>
                            <a:srgbClr val="000000"/>
                          </a:solidFill>
                          <a:effectLst/>
                          <a:latin typeface="Aptos" panose="020B0004020202020204" pitchFamily="34" charset="0"/>
                        </a:rPr>
                        <a:t>LAN IC (</a:t>
                      </a:r>
                      <a:r>
                        <a:rPr lang="en-US" sz="1050" b="1" i="0" u="none" strike="noStrike">
                          <a:solidFill>
                            <a:srgbClr val="FF0000"/>
                          </a:solidFill>
                          <a:effectLst/>
                          <a:latin typeface="Aptos" panose="020B0004020202020204" pitchFamily="34" charset="0"/>
                        </a:rPr>
                        <a:t>mostly for </a:t>
                      </a:r>
                      <a:r>
                        <a:rPr lang="en-US" sz="1050" b="1" i="0" u="none" strike="noStrike" err="1">
                          <a:solidFill>
                            <a:srgbClr val="FF0000"/>
                          </a:solidFill>
                          <a:effectLst/>
                          <a:latin typeface="Aptos" panose="020B0004020202020204" pitchFamily="34" charset="0"/>
                        </a:rPr>
                        <a:t>corp</a:t>
                      </a:r>
                      <a:r>
                        <a:rPr lang="en-US" sz="1050" b="1" i="0" u="none" strike="noStrike">
                          <a:solidFill>
                            <a:srgbClr val="FF0000"/>
                          </a:solidFill>
                          <a:effectLst/>
                          <a:latin typeface="Aptos" panose="020B0004020202020204" pitchFamily="34" charset="0"/>
                        </a:rPr>
                        <a:t> only)</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a:solidFill>
                            <a:srgbClr val="000000"/>
                          </a:solidFill>
                          <a:effectLst/>
                          <a:latin typeface="Aptos" panose="020B0004020202020204" pitchFamily="34" charset="0"/>
                        </a:rPr>
                        <a:t>Jacksonville</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50" b="0" i="0" u="none" strike="noStrike" kern="1200" dirty="0">
                          <a:solidFill>
                            <a:schemeClr val="tx1">
                              <a:lumMod val="50000"/>
                            </a:schemeClr>
                          </a:solidFill>
                          <a:effectLst/>
                          <a:latin typeface="Aptos" panose="020B0004020202020204" pitchFamily="34" charset="0"/>
                          <a:ea typeface="+mn-ea"/>
                          <a:cs typeface="+mn-cs"/>
                        </a:rPr>
                        <a:t>Jacksonville (Gbe)</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1050" b="0" i="0" u="none" strike="noStrike" dirty="0">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l" fontAlgn="ctr">
                        <a:buNone/>
                      </a:pPr>
                      <a:endParaRPr lang="en-US" sz="1050" b="0" i="0" u="none" strike="noStrike">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494261"/>
                  </a:ext>
                </a:extLst>
              </a:tr>
              <a:tr h="207548">
                <a:tc vMerge="1">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US" sz="1050" b="0" i="0" u="none" strike="noStrike" err="1">
                          <a:solidFill>
                            <a:srgbClr val="000000"/>
                          </a:solidFill>
                          <a:effectLst/>
                          <a:latin typeface="Aptos" panose="020B0004020202020204" pitchFamily="34" charset="0"/>
                        </a:rPr>
                        <a:t>Foxville</a:t>
                      </a:r>
                      <a:r>
                        <a:rPr lang="en-US" sz="1050" b="0" i="0" u="none" strike="noStrike">
                          <a:solidFill>
                            <a:srgbClr val="000000"/>
                          </a:solidFill>
                          <a:effectLst/>
                          <a:latin typeface="Aptos" panose="020B0004020202020204" pitchFamily="34" charset="0"/>
                        </a:rPr>
                        <a:t> (not recommend as challenge to meet E*)</a:t>
                      </a: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1050" b="0" i="0" u="none" strike="noStrike">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1050" b="0" i="0" u="none" strike="noStrike">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en-US" sz="1050" b="0" i="0" u="none" strike="noStrike" dirty="0">
                        <a:solidFill>
                          <a:srgbClr val="000000"/>
                        </a:solidFill>
                        <a:effectLst/>
                        <a:latin typeface="Aptos" panose="020B0004020202020204" pitchFamily="34" charset="0"/>
                      </a:endParaRPr>
                    </a:p>
                  </a:txBody>
                  <a:tcPr marL="1423" marR="1423" marT="1423" marB="102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4317105"/>
                  </a:ext>
                </a:extLst>
              </a:tr>
            </a:tbl>
          </a:graphicData>
        </a:graphic>
      </p:graphicFrame>
      <p:sp>
        <p:nvSpPr>
          <p:cNvPr id="6" name="Title 1">
            <a:extLst>
              <a:ext uri="{FF2B5EF4-FFF2-40B4-BE49-F238E27FC236}">
                <a16:creationId xmlns:a16="http://schemas.microsoft.com/office/drawing/2014/main" id="{29862C30-2D78-2129-9084-DD3C532A35CF}"/>
              </a:ext>
            </a:extLst>
          </p:cNvPr>
          <p:cNvSpPr>
            <a:spLocks noGrp="1"/>
          </p:cNvSpPr>
          <p:nvPr>
            <p:ph type="title"/>
          </p:nvPr>
        </p:nvSpPr>
        <p:spPr>
          <a:xfrm>
            <a:off x="234696" y="174125"/>
            <a:ext cx="10972800" cy="875030"/>
          </a:xfrm>
        </p:spPr>
        <p:txBody>
          <a:bodyPr>
            <a:noAutofit/>
          </a:bodyPr>
          <a:lstStyle/>
          <a:p>
            <a:r>
              <a:rPr lang="en-US" b="1" dirty="0"/>
              <a:t>Best System BOM, PCBA, key components proposal which impact quality, battery, performance</a:t>
            </a:r>
          </a:p>
        </p:txBody>
      </p:sp>
      <p:sp>
        <p:nvSpPr>
          <p:cNvPr id="7" name="Rectangle: Rounded Corners 6">
            <a:extLst>
              <a:ext uri="{FF2B5EF4-FFF2-40B4-BE49-F238E27FC236}">
                <a16:creationId xmlns:a16="http://schemas.microsoft.com/office/drawing/2014/main" id="{A1B1A366-82C3-CB5C-8BD8-8EFEC7AC006A}"/>
              </a:ext>
            </a:extLst>
          </p:cNvPr>
          <p:cNvSpPr/>
          <p:nvPr/>
        </p:nvSpPr>
        <p:spPr>
          <a:xfrm>
            <a:off x="327257" y="1118499"/>
            <a:ext cx="10058400" cy="39797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Need each ingredient team to help define GBB (Good, Better, Best) based on SPP, segmentation.</a:t>
            </a:r>
          </a:p>
        </p:txBody>
      </p:sp>
    </p:spTree>
    <p:extLst>
      <p:ext uri="{BB962C8B-B14F-4D97-AF65-F5344CB8AC3E}">
        <p14:creationId xmlns:p14="http://schemas.microsoft.com/office/powerpoint/2010/main" val="225678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559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023 CBG template-helen">
  <a:themeElements>
    <a:clrScheme name="Intel 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Arial"/>
        <a:cs typeface="Arial"/>
      </a:majorFont>
      <a:minorFont>
        <a:latin typeface="IntelOne Display Regular"/>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Classic Tint 2">
      <a:srgbClr val="76CEFF"/>
    </a:custClr>
    <a:custClr name="Energy Tint 2">
      <a:srgbClr val="B4F0FF"/>
    </a:custClr>
    <a:custClr name="Carbon Tint 2">
      <a:srgbClr val="E9E9E9"/>
    </a:custClr>
    <a:custClr name="Steel Tint 2">
      <a:srgbClr val="B9D6E5"/>
    </a:custClr>
    <a:custClr name="Geode Tint 2">
      <a:srgbClr val="EEC3F7"/>
    </a:custClr>
    <a:custClr name="Moss Tint 2">
      <a:srgbClr val="D7F3A2"/>
    </a:custClr>
    <a:custClr name="Rust Tint 2">
      <a:srgbClr val="FFC599"/>
    </a:custClr>
    <a:custClr name="Cobalt Tint 2">
      <a:srgbClr val="98A1FF"/>
    </a:custClr>
    <a:custClr name="Coral Tint 2">
      <a:srgbClr val="FFB6B9"/>
    </a:custClr>
    <a:custClr name="white">
      <a:srgbClr val="FFFFFF"/>
    </a:custClr>
    <a:custClr name="Classic Tint 1">
      <a:srgbClr val="00A3F6"/>
    </a:custClr>
    <a:custClr name="Energy Tint 1">
      <a:srgbClr val="7BDEFF"/>
    </a:custClr>
    <a:custClr name="Carbon Tint 1">
      <a:srgbClr val="AEAEAE"/>
    </a:custClr>
    <a:custClr name="Steel Tint 1">
      <a:srgbClr val="86B3CA"/>
    </a:custClr>
    <a:custClr name="Geode Tint 1">
      <a:srgbClr val="CC94DA"/>
    </a:custClr>
    <a:custClr name="Moss Tint 1">
      <a:srgbClr val="B1D272"/>
    </a:custClr>
    <a:custClr name="Rust Tint 1">
      <a:srgbClr val="FF8F51"/>
    </a:custClr>
    <a:custClr name="Cobalt Tint 1">
      <a:srgbClr val="5B69FF"/>
    </a:custClr>
    <a:custClr name="Coral Tint 1">
      <a:srgbClr val="FF848A"/>
    </a:custClr>
    <a:custClr name="Daisy Tint 1">
      <a:srgbClr val="FFE17A"/>
    </a:custClr>
    <a:custClr name="Classic">
      <a:srgbClr val="0068B5"/>
    </a:custClr>
    <a:custClr name="Energy">
      <a:srgbClr val="00C7FD"/>
    </a:custClr>
    <a:custClr name="Carbon">
      <a:srgbClr val="808080"/>
    </a:custClr>
    <a:custClr name="Steel">
      <a:srgbClr val="548FAD"/>
    </a:custClr>
    <a:custClr name="Geode">
      <a:srgbClr val="8F5DA2"/>
    </a:custClr>
    <a:custClr name="Moss">
      <a:srgbClr val="8BAE46"/>
    </a:custClr>
    <a:custClr name="Rust">
      <a:srgbClr val="E96115"/>
    </a:custClr>
    <a:custClr name="Cobalt">
      <a:srgbClr val="1E2EB8"/>
    </a:custClr>
    <a:custClr name="Coral">
      <a:srgbClr val="FF5662"/>
    </a:custClr>
    <a:custClr name="Daisy">
      <a:srgbClr val="FEC91B"/>
    </a:custClr>
    <a:custClr name="Classic Shade 1">
      <a:srgbClr val="004A86"/>
    </a:custClr>
    <a:custClr name="Energy Shade 1">
      <a:srgbClr val="0095CA"/>
    </a:custClr>
    <a:custClr name="Carbon Shade 1">
      <a:srgbClr val="525252"/>
    </a:custClr>
    <a:custClr name="Steel Shade 1">
      <a:srgbClr val="41728A"/>
    </a:custClr>
    <a:custClr name="Geode Shade 1">
      <a:srgbClr val="653171"/>
    </a:custClr>
    <a:custClr name="Moss Shade 1">
      <a:srgbClr val="708541"/>
    </a:custClr>
    <a:custClr name="Rust Shade 1">
      <a:srgbClr val="B24501"/>
    </a:custClr>
    <a:custClr name="Cobalt Shade 1">
      <a:srgbClr val="000F8A"/>
    </a:custClr>
    <a:custClr name="Coral Shade 1">
      <a:srgbClr val="C81326"/>
    </a:custClr>
    <a:custClr name="Daisy Shade 1">
      <a:srgbClr val="EDB200"/>
    </a:custClr>
    <a:custClr name="Classic Shade 2">
      <a:srgbClr val="00285A"/>
    </a:custClr>
    <a:custClr name="Energy Shade 2">
      <a:srgbClr val="005B85"/>
    </a:custClr>
    <a:custClr name="Carbon Shade 2">
      <a:srgbClr val="262626"/>
    </a:custClr>
    <a:custClr name="Steel Shade 2">
      <a:srgbClr val="183544"/>
    </a:custClr>
    <a:custClr name="black">
      <a:srgbClr val="000000"/>
    </a:custClr>
    <a:custClr name="Moss Shade 2">
      <a:srgbClr val="515A3D"/>
    </a:custClr>
    <a:custClr name="black">
      <a:srgbClr val="000000"/>
    </a:custClr>
    <a:custClr name="Cobalt Shade 2">
      <a:srgbClr val="000864"/>
    </a:custClr>
    <a:custClr name="black">
      <a:srgbClr val="000000"/>
    </a:custClr>
    <a:custClr name="Daisy Shade 2">
      <a:srgbClr val="C98F00"/>
    </a:custClr>
  </a:custClrLst>
  <a:extLst>
    <a:ext uri="{05A4C25C-085E-4340-85A3-A5531E510DB2}">
      <thm15:themeFamily xmlns:thm15="http://schemas.microsoft.com/office/thememl/2012/main" name="2023 CBG template-helen" id="{FCC5E2F6-A625-4F98-8181-7BFD3BCFE2EA}" vid="{A59BDA40-1899-424E-8FB0-BAB636EDF530}"/>
    </a:ext>
  </a:extLst>
</a:theme>
</file>

<file path=ppt/theme/theme2.xml><?xml version="1.0" encoding="utf-8"?>
<a:theme xmlns:a="http://schemas.openxmlformats.org/drawingml/2006/main" name="27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Intel_Internal_PPT_Template_White_Intel_Internal _PPT_Template_Final" id="{C3456016-2AA3-D34E-86BF-A1D609CAAC0C}" vid="{9A918FA0-80F6-F84A-9634-3248CA2F271A}"/>
    </a:ext>
  </a:extLst>
</a:theme>
</file>

<file path=ppt/theme/theme3.xml><?xml version="1.0" encoding="utf-8"?>
<a:theme xmlns:a="http://schemas.openxmlformats.org/drawingml/2006/main" name="4_blank">
  <a:themeElements>
    <a:clrScheme name="Dell 2010">
      <a:dk1>
        <a:srgbClr val="000000"/>
      </a:dk1>
      <a:lt1>
        <a:srgbClr val="444444"/>
      </a:lt1>
      <a:dk2>
        <a:srgbClr val="0085C3"/>
      </a:dk2>
      <a:lt2>
        <a:srgbClr val="FFFFFF"/>
      </a:lt2>
      <a:accent1>
        <a:srgbClr val="0085C3"/>
      </a:accent1>
      <a:accent2>
        <a:srgbClr val="7AB800"/>
      </a:accent2>
      <a:accent3>
        <a:srgbClr val="F2AF00"/>
      </a:accent3>
      <a:accent4>
        <a:srgbClr val="DC5034"/>
      </a:accent4>
      <a:accent5>
        <a:srgbClr val="5482AB"/>
      </a:accent5>
      <a:accent6>
        <a:srgbClr val="6E2585"/>
      </a:accent6>
      <a:hlink>
        <a:srgbClr val="009BBB"/>
      </a:hlink>
      <a:folHlink>
        <a:srgbClr val="6E2585"/>
      </a:folHlink>
    </a:clrScheme>
    <a:fontScheme name="Dell 2010">
      <a:majorFont>
        <a:latin typeface="Museo For Dell"/>
        <a:ea typeface=""/>
        <a:cs typeface=""/>
      </a:majorFont>
      <a:minorFont>
        <a:latin typeface="Museo Sans For Del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Theme1">
  <a:themeElements>
    <a:clrScheme name="Intel 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2021">
      <a:majorFont>
        <a:latin typeface="IntelOne Display Light"/>
        <a:ea typeface="Helvetica Neue"/>
        <a:cs typeface="Helvetica Neue"/>
      </a:majorFont>
      <a:minorFont>
        <a:latin typeface="IntelOne Text Light"/>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Classic Tint 2">
      <a:srgbClr val="76CEFF"/>
    </a:custClr>
    <a:custClr name="Energy Tint 2">
      <a:srgbClr val="B4F0FF"/>
    </a:custClr>
    <a:custClr name="Carbon Tint 2">
      <a:srgbClr val="E9E9E9"/>
    </a:custClr>
    <a:custClr name="Steel Tint 2">
      <a:srgbClr val="B9D6E5"/>
    </a:custClr>
    <a:custClr name="Geode Tint 2">
      <a:srgbClr val="EEC3F7"/>
    </a:custClr>
    <a:custClr name="Moss Tint 2">
      <a:srgbClr val="D7F3A2"/>
    </a:custClr>
    <a:custClr name="Rust Tint 2">
      <a:srgbClr val="FFC599"/>
    </a:custClr>
    <a:custClr name="Cobalt Tint 2">
      <a:srgbClr val="98A1FF"/>
    </a:custClr>
    <a:custClr name="Coral Tint 2">
      <a:srgbClr val="FFB6B9"/>
    </a:custClr>
    <a:custClr name="white">
      <a:srgbClr val="FFFFFF"/>
    </a:custClr>
    <a:custClr name="Classic Tint 1">
      <a:srgbClr val="00A3F6"/>
    </a:custClr>
    <a:custClr name="Energy Tint 1">
      <a:srgbClr val="7BDEFF"/>
    </a:custClr>
    <a:custClr name="Carbon Tint 1">
      <a:srgbClr val="AEAEAE"/>
    </a:custClr>
    <a:custClr name="Steel Tint 1">
      <a:srgbClr val="86B3CA"/>
    </a:custClr>
    <a:custClr name="Geode Tint 1">
      <a:srgbClr val="CC94DA"/>
    </a:custClr>
    <a:custClr name="Moss Tint 1">
      <a:srgbClr val="B1D272"/>
    </a:custClr>
    <a:custClr name="Rust Tint 1">
      <a:srgbClr val="FF8F51"/>
    </a:custClr>
    <a:custClr name="Cobalt Tint 1">
      <a:srgbClr val="5B69FF"/>
    </a:custClr>
    <a:custClr name="Coral Tint 1">
      <a:srgbClr val="FF848A"/>
    </a:custClr>
    <a:custClr name="Daisy Tint 1">
      <a:srgbClr val="FFE17A"/>
    </a:custClr>
    <a:custClr name="Classic">
      <a:srgbClr val="0068B5"/>
    </a:custClr>
    <a:custClr name="Energy">
      <a:srgbClr val="00C7FD"/>
    </a:custClr>
    <a:custClr name="Carbon">
      <a:srgbClr val="808080"/>
    </a:custClr>
    <a:custClr name="Steel">
      <a:srgbClr val="548FAD"/>
    </a:custClr>
    <a:custClr name="Geode">
      <a:srgbClr val="8F5DA2"/>
    </a:custClr>
    <a:custClr name="Moss">
      <a:srgbClr val="8BAE46"/>
    </a:custClr>
    <a:custClr name="Rust">
      <a:srgbClr val="E96115"/>
    </a:custClr>
    <a:custClr name="Cobalt">
      <a:srgbClr val="1E2EB8"/>
    </a:custClr>
    <a:custClr name="Coral">
      <a:srgbClr val="FF5662"/>
    </a:custClr>
    <a:custClr name="Daisy">
      <a:srgbClr val="FEC91B"/>
    </a:custClr>
    <a:custClr name="Classic Shade 1">
      <a:srgbClr val="004A86"/>
    </a:custClr>
    <a:custClr name="Energy Shade 1">
      <a:srgbClr val="0095CA"/>
    </a:custClr>
    <a:custClr name="Carbon Shade 1">
      <a:srgbClr val="525252"/>
    </a:custClr>
    <a:custClr name="Steel Shade 1">
      <a:srgbClr val="41728A"/>
    </a:custClr>
    <a:custClr name="Geode Shade 1">
      <a:srgbClr val="653171"/>
    </a:custClr>
    <a:custClr name="Moss Shade 1">
      <a:srgbClr val="708541"/>
    </a:custClr>
    <a:custClr name="Rust Shade 1">
      <a:srgbClr val="B24501"/>
    </a:custClr>
    <a:custClr name="Cobalt Shade 1">
      <a:srgbClr val="000F8A"/>
    </a:custClr>
    <a:custClr name="Coral Shade 1">
      <a:srgbClr val="C81326"/>
    </a:custClr>
    <a:custClr name="Daisy Shade 1">
      <a:srgbClr val="EDB200"/>
    </a:custClr>
    <a:custClr name="Classic Shade 2">
      <a:srgbClr val="00285A"/>
    </a:custClr>
    <a:custClr name="Energy Shade 2">
      <a:srgbClr val="005B85"/>
    </a:custClr>
    <a:custClr name="Carbon Shade 2">
      <a:srgbClr val="262626"/>
    </a:custClr>
    <a:custClr name="Steel Shade 2">
      <a:srgbClr val="183544"/>
    </a:custClr>
    <a:custClr name="black">
      <a:srgbClr val="000000"/>
    </a:custClr>
    <a:custClr name="Moss Shade 2">
      <a:srgbClr val="515A3D"/>
    </a:custClr>
    <a:custClr name="black">
      <a:srgbClr val="000000"/>
    </a:custClr>
    <a:custClr name="Cobalt Shade 2">
      <a:srgbClr val="000864"/>
    </a:custClr>
    <a:custClr name="black">
      <a:srgbClr val="000000"/>
    </a:custClr>
    <a:custClr name="Daisy Shade 2">
      <a:srgbClr val="C98F00"/>
    </a:custClr>
  </a:custClrLst>
  <a:extLst>
    <a:ext uri="{05A4C25C-085E-4340-85A3-A5531E510DB2}">
      <thm15:themeFamily xmlns:thm15="http://schemas.microsoft.com/office/thememl/2012/main" name="brand-ppt-template (1)" id="{D1FD4282-8E8D-7F42-BC8A-A99EC679DECD}" vid="{1CC8D8C3-0D29-4A4E-A4A8-B2C57FCDFB6E}"/>
    </a:ext>
  </a:extLst>
</a:theme>
</file>

<file path=ppt/theme/theme5.xml><?xml version="1.0" encoding="utf-8"?>
<a:theme xmlns:a="http://schemas.openxmlformats.org/drawingml/2006/main" name="23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Ecosystem_Excellence_CCE_Ops_WWW29">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4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719314-8b96-445d-b91e-40228a3759e1">
      <Terms xmlns="http://schemas.microsoft.com/office/infopath/2007/PartnerControls"/>
    </lcf76f155ced4ddcb4097134ff3c332f>
    <TaxCatchAll xmlns="a7bc6c04-a6f3-4b85-abcc-278c78dc556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A5D7B83CAE82C40A7D03FFC5AE29EB3" ma:contentTypeVersion="16" ma:contentTypeDescription="Create a new document." ma:contentTypeScope="" ma:versionID="10e968ab921e1d69017177c033ce2900">
  <xsd:schema xmlns:xsd="http://www.w3.org/2001/XMLSchema" xmlns:xs="http://www.w3.org/2001/XMLSchema" xmlns:p="http://schemas.microsoft.com/office/2006/metadata/properties" xmlns:ns2="81719314-8b96-445d-b91e-40228a3759e1" xmlns:ns3="3a9c8f14-a45f-4888-99a9-9f7803fffd43" xmlns:ns4="a7bc6c04-a6f3-4b85-abcc-278c78dc556b" targetNamespace="http://schemas.microsoft.com/office/2006/metadata/properties" ma:root="true" ma:fieldsID="725b5c2cd6f731732b51a67bf304081a" ns2:_="" ns3:_="" ns4:_="">
    <xsd:import namespace="81719314-8b96-445d-b91e-40228a3759e1"/>
    <xsd:import namespace="3a9c8f14-a45f-4888-99a9-9f7803fffd43"/>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719314-8b96-445d-b91e-40228a3759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9c8f14-a45f-4888-99a9-9f7803fffd4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470658ad-7ab8-4d7f-8ef1-3324b81f96c7}" ma:internalName="TaxCatchAll" ma:showField="CatchAllData" ma:web="3a9c8f14-a45f-4888-99a9-9f7803fffd4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31245A-0F5D-4EB6-BE1A-25539684885E}">
  <ds:schemaRefs>
    <ds:schemaRef ds:uri="3a9c8f14-a45f-4888-99a9-9f7803fffd43"/>
    <ds:schemaRef ds:uri="http://purl.org/dc/terms/"/>
    <ds:schemaRef ds:uri="http://schemas.microsoft.com/office/2006/documentManagement/types"/>
    <ds:schemaRef ds:uri="http://www.w3.org/XML/1998/namespace"/>
    <ds:schemaRef ds:uri="http://purl.org/dc/dcmitype/"/>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a7bc6c04-a6f3-4b85-abcc-278c78dc556b"/>
    <ds:schemaRef ds:uri="81719314-8b96-445d-b91e-40228a3759e1"/>
  </ds:schemaRefs>
</ds:datastoreItem>
</file>

<file path=customXml/itemProps2.xml><?xml version="1.0" encoding="utf-8"?>
<ds:datastoreItem xmlns:ds="http://schemas.openxmlformats.org/officeDocument/2006/customXml" ds:itemID="{68D7939F-C833-494A-9FAA-5F5638B745BD}">
  <ds:schemaRefs>
    <ds:schemaRef ds:uri="3a9c8f14-a45f-4888-99a9-9f7803fffd43"/>
    <ds:schemaRef ds:uri="81719314-8b96-445d-b91e-40228a3759e1"/>
    <ds:schemaRef ds:uri="a7bc6c04-a6f3-4b85-abcc-278c78dc55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8A86705-04FE-4C51-A5A9-40DDF3FB1E39}">
  <ds:schemaRefs>
    <ds:schemaRef ds:uri="http://schemas.microsoft.com/sharepoint/v3/contenttype/forms"/>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2025 Platform Team Year End Meeting</Template>
  <TotalTime>12</TotalTime>
  <Words>792</Words>
  <Application>Microsoft Office PowerPoint</Application>
  <PresentationFormat>Widescreen</PresentationFormat>
  <Paragraphs>119</Paragraphs>
  <Slides>8</Slides>
  <Notes>0</Notes>
  <HiddenSlides>0</HiddenSlides>
  <MMClips>0</MMClips>
  <ScaleCrop>false</ScaleCrop>
  <HeadingPairs>
    <vt:vector size="6" baseType="variant">
      <vt:variant>
        <vt:lpstr>Fonts Used</vt:lpstr>
      </vt:variant>
      <vt:variant>
        <vt:i4>19</vt:i4>
      </vt:variant>
      <vt:variant>
        <vt:lpstr>Theme</vt:lpstr>
      </vt:variant>
      <vt:variant>
        <vt:i4>7</vt:i4>
      </vt:variant>
      <vt:variant>
        <vt:lpstr>Slide Titles</vt:lpstr>
      </vt:variant>
      <vt:variant>
        <vt:i4>8</vt:i4>
      </vt:variant>
    </vt:vector>
  </HeadingPairs>
  <TitlesOfParts>
    <vt:vector size="34" baseType="lpstr">
      <vt:lpstr>Helvetica Neue Medium</vt:lpstr>
      <vt:lpstr>Museo For Dell</vt:lpstr>
      <vt:lpstr>Museo For Dell 300</vt:lpstr>
      <vt:lpstr>museo sans for dell</vt:lpstr>
      <vt:lpstr>museo sans for dell</vt:lpstr>
      <vt:lpstr>Aptos</vt:lpstr>
      <vt:lpstr>Aptos Narrow</vt:lpstr>
      <vt:lpstr>Arial</vt:lpstr>
      <vt:lpstr>Arial Black</vt:lpstr>
      <vt:lpstr>Helvetica</vt:lpstr>
      <vt:lpstr>Intel Clear</vt:lpstr>
      <vt:lpstr>Intel Clear Light</vt:lpstr>
      <vt:lpstr>Intel Clear Pro</vt:lpstr>
      <vt:lpstr>IntelOne Display Light</vt:lpstr>
      <vt:lpstr>IntelOne Display Regular</vt:lpstr>
      <vt:lpstr>IntelOne Text</vt:lpstr>
      <vt:lpstr>IntelOne Text Light</vt:lpstr>
      <vt:lpstr>Trebuchet MS</vt:lpstr>
      <vt:lpstr>Wingdings</vt:lpstr>
      <vt:lpstr>2023 CBG template-helen</vt:lpstr>
      <vt:lpstr>27_BasicWhite</vt:lpstr>
      <vt:lpstr>4_blank</vt:lpstr>
      <vt:lpstr>2_Theme1</vt:lpstr>
      <vt:lpstr>23_BasicWhite</vt:lpstr>
      <vt:lpstr>Ecosystem_Excellence_CCE_Ops_WWW29</vt:lpstr>
      <vt:lpstr>24_BasicWhite</vt:lpstr>
      <vt:lpstr>PowerPoint Presentation</vt:lpstr>
      <vt:lpstr>Summary </vt:lpstr>
      <vt:lpstr>Foundational System config and BOM selection principal  </vt:lpstr>
      <vt:lpstr>PowerPoint Presentation</vt:lpstr>
      <vt:lpstr>Proposal </vt:lpstr>
      <vt:lpstr>Best System BOM, PCBA, key components proposal which impact quality, battery, performance</vt:lpstr>
      <vt:lpstr>Best System BOM, PCBA, key components proposal which impact quality, battery, performance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Hsiao, Jimmy</dc:creator>
  <cp:lastModifiedBy>Lee, Jony</cp:lastModifiedBy>
  <cp:revision>5</cp:revision>
  <dcterms:created xsi:type="dcterms:W3CDTF">2025-12-31T00:04:57Z</dcterms:created>
  <dcterms:modified xsi:type="dcterms:W3CDTF">2026-05-05T05:04:27Z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0x0101005A5D7B83CAE82C40A7D03FFC5AE29EB3</vt:lpwstr>
  </property>
  <property fmtid="{D5CDD505-2E9C-101B-9397-08002B2CF9AE}" pid="3" name="MediaServiceImageTags">
    <vt:lpwstr/>
  </property>
</Properties>
</file>