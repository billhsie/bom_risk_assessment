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3.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4.xml" ContentType="application/vnd.openxmlformats-officedocument.theme+xml"/>
  <Override PartName="/ppt/charts/chart1.xml" ContentType="application/vnd.openxmlformats-officedocument.drawingml.char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5.xml" ContentType="application/vnd.openxmlformats-officedocument.theme+xml"/>
  <Override PartName="/ppt/charts/chart2.xml" ContentType="application/vnd.openxmlformats-officedocument.drawingml.char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6.xml" ContentType="application/vnd.openxmlformats-officedocument.theme+xml"/>
  <Override PartName="/ppt/charts/chart3.xml" ContentType="application/vnd.openxmlformats-officedocument.drawingml.char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theme/theme7.xml" ContentType="application/vnd.openxmlformats-officedocument.theme+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theme/theme8.xml" ContentType="application/vnd.openxmlformats-officedocument.theme+xml"/>
  <Override PartName="/ppt/charts/chart4.xml" ContentType="application/vnd.openxmlformats-officedocument.drawingml.char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7FFFFFF0_1293A16C.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93" r:id="rId5"/>
    <p:sldMasterId id="2147483705" r:id="rId6"/>
    <p:sldMasterId id="2147483726" r:id="rId7"/>
    <p:sldMasterId id="2147483754" r:id="rId8"/>
    <p:sldMasterId id="2147483781" r:id="rId9"/>
    <p:sldMasterId id="2147483817" r:id="rId10"/>
    <p:sldMasterId id="2147483831" r:id="rId11"/>
    <p:sldMasterId id="2147483863" r:id="rId12"/>
  </p:sldMasterIdLst>
  <p:notesMasterIdLst>
    <p:notesMasterId r:id="rId41"/>
  </p:notesMasterIdLst>
  <p:sldIdLst>
    <p:sldId id="256" r:id="rId13"/>
    <p:sldId id="2147476149" r:id="rId14"/>
    <p:sldId id="257" r:id="rId15"/>
    <p:sldId id="2147483638" r:id="rId16"/>
    <p:sldId id="2147476150" r:id="rId17"/>
    <p:sldId id="2147483639" r:id="rId18"/>
    <p:sldId id="2147483640" r:id="rId19"/>
    <p:sldId id="2147483642" r:id="rId20"/>
    <p:sldId id="346" r:id="rId21"/>
    <p:sldId id="2147483641" r:id="rId22"/>
    <p:sldId id="261" r:id="rId23"/>
    <p:sldId id="2147483644" r:id="rId24"/>
    <p:sldId id="2147483647" r:id="rId25"/>
    <p:sldId id="258" r:id="rId26"/>
    <p:sldId id="2147483637" r:id="rId27"/>
    <p:sldId id="2147483635" r:id="rId28"/>
    <p:sldId id="2147476151" r:id="rId29"/>
    <p:sldId id="330" r:id="rId30"/>
    <p:sldId id="2147483636" r:id="rId31"/>
    <p:sldId id="2147476152" r:id="rId32"/>
    <p:sldId id="2147483634" r:id="rId33"/>
    <p:sldId id="2147483629" r:id="rId34"/>
    <p:sldId id="2147475829" r:id="rId35"/>
    <p:sldId id="2147483632" r:id="rId36"/>
    <p:sldId id="2147483643" r:id="rId37"/>
    <p:sldId id="2147483645" r:id="rId38"/>
    <p:sldId id="259" r:id="rId39"/>
    <p:sldId id="260" r:id="rId40"/>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0923E9-87FE-E059-4056-90BBB62A6F82}" name="Hsiao, Jimmy" initials="JH" userId="S::jimmy.hsiao@intel.com::8131a0d1-1af3-4ef3-94bf-71213f5491e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66FF66"/>
    <a:srgbClr val="A3FF3D"/>
    <a:srgbClr val="F3FF08"/>
    <a:srgbClr val="E96115"/>
    <a:srgbClr val="F3AF89"/>
    <a:srgbClr val="88D6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F49496-23E1-442C-B3F4-58557C4EF2C6}" v="6" dt="2025-07-09T01:51:35.913"/>
    <p1510:client id="{F1E7B27E-2F35-4EFD-8103-4C382B8CB3A4}" v="106" dt="2025-07-08T06:27:24.3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98" autoAdjust="0"/>
    <p:restoredTop sz="94660"/>
  </p:normalViewPr>
  <p:slideViewPr>
    <p:cSldViewPr snapToGrid="0">
      <p:cViewPr>
        <p:scale>
          <a:sx n="90" d="100"/>
          <a:sy n="90" d="100"/>
        </p:scale>
        <p:origin x="492" y="-17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presProps" Target="presProps.xml"/><Relationship Id="rId47"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viewProps" Target="viewProp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microsoft.com/office/2015/10/relationships/revisionInfo" Target="revisionInfo.xml"/><Relationship Id="rId20" Type="http://schemas.openxmlformats.org/officeDocument/2006/relationships/slide" Target="slides/slide8.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comments/modernComment_7FFFFFF0_1293A16C.xml><?xml version="1.0" encoding="utf-8"?>
<p188:cmLst xmlns:a="http://schemas.openxmlformats.org/drawingml/2006/main" xmlns:r="http://schemas.openxmlformats.org/officeDocument/2006/relationships" xmlns:p188="http://schemas.microsoft.com/office/powerpoint/2018/8/main">
  <p188:cm id="{1B17366F-233C-4CD9-A6B1-4EA4F184A803}" authorId="{350923E9-87FE-E059-4056-90BBB62A6F82}" created="2024-10-21T01:03:26.415">
    <pc:sldMkLst xmlns:pc="http://schemas.microsoft.com/office/powerpoint/2013/main/command">
      <pc:docMk/>
      <pc:sldMk cId="311665004" sldId="2147483632"/>
    </pc:sldMkLst>
    <p188:txBody>
      <a:bodyPr/>
      <a:lstStyle/>
      <a:p>
        <a:r>
          <a:rPr lang="en-US"/>
          <a:t>[@Hsieh, Eric1]  please help update DDR5, LP-CAMM design guideline</a:t>
        </a:r>
      </a:p>
    </p188:txBody>
  </p188:cm>
  <p188:cm id="{950C880F-1AF7-432A-8F21-9A78B4C047BC}" authorId="{350923E9-87FE-E059-4056-90BBB62A6F82}" created="2024-10-21T23:47:30.193">
    <pc:sldMkLst xmlns:pc="http://schemas.microsoft.com/office/powerpoint/2013/main/command">
      <pc:docMk/>
      <pc:sldMk cId="311665004" sldId="2147483632"/>
    </pc:sldMkLst>
    <p188:txBody>
      <a:bodyPr/>
      <a:lstStyle/>
      <a:p>
        <a:r>
          <a:rPr lang="en-US"/>
          <a:t>[@Hsieh, Eric1]  can you help update this page to LP5 memory down? This is for Dell cons Jarvis.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FF6A84-7C89-40D8-9206-128092204BF9}" type="datetimeFigureOut">
              <a:rPr lang="en-US" smtClean="0"/>
              <a:t>8/1/2025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F8A1D6-0E7B-4499-88F5-0FEB40B99CDB}" type="slidenum">
              <a:rPr lang="en-US" smtClean="0"/>
              <a:t>‹#›</a:t>
            </a:fld>
            <a:endParaRPr lang="en-US"/>
          </a:p>
        </p:txBody>
      </p:sp>
    </p:spTree>
    <p:extLst>
      <p:ext uri="{BB962C8B-B14F-4D97-AF65-F5344CB8AC3E}">
        <p14:creationId xmlns:p14="http://schemas.microsoft.com/office/powerpoint/2010/main" val="1996413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F8A1D6-0E7B-4499-88F5-0FEB40B99CDB}" type="slidenum">
              <a:rPr lang="en-US" smtClean="0"/>
              <a:t>9</a:t>
            </a:fld>
            <a:endParaRPr lang="en-US"/>
          </a:p>
        </p:txBody>
      </p:sp>
    </p:spTree>
    <p:extLst>
      <p:ext uri="{BB962C8B-B14F-4D97-AF65-F5344CB8AC3E}">
        <p14:creationId xmlns:p14="http://schemas.microsoft.com/office/powerpoint/2010/main" val="3661874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1219169" rtl="0" eaLnBrk="1" fontAlgn="auto" latinLnBrk="0" hangingPunct="0">
              <a:lnSpc>
                <a:spcPct val="90000"/>
              </a:lnSpc>
              <a:spcBef>
                <a:spcPts val="2250"/>
              </a:spcBef>
              <a:spcAft>
                <a:spcPts val="0"/>
              </a:spcAft>
              <a:buClrTx/>
              <a:buSzTx/>
              <a:buFontTx/>
              <a:buNone/>
              <a:tabLst/>
              <a:defRPr/>
            </a:pPr>
            <a:fld id="{4FF8A1D6-0E7B-4499-88F5-0FEB40B99CDB}" type="slidenum">
              <a:rPr kumimoji="0" lang="en-US" sz="1200" b="0" i="0" u="none" strike="noStrike" kern="0" cap="none" spc="0" normalizeH="0" baseline="0" noProof="0" smtClean="0">
                <a:ln>
                  <a:noFill/>
                </a:ln>
                <a:solidFill>
                  <a:srgbClr val="000000"/>
                </a:solidFill>
                <a:effectLst/>
                <a:uLnTx/>
                <a:uFillTx/>
                <a:latin typeface="Aptos" panose="02110004020202020204"/>
                <a:ea typeface="+mn-ea"/>
                <a:cs typeface="+mn-cs"/>
                <a:sym typeface="Helvetica Neue"/>
              </a:rPr>
              <a:pPr marL="0" marR="0" lvl="0" indent="0" algn="r" defTabSz="1219169" rtl="0" eaLnBrk="1" fontAlgn="auto" latinLnBrk="0" hangingPunct="0">
                <a:lnSpc>
                  <a:spcPct val="90000"/>
                </a:lnSpc>
                <a:spcBef>
                  <a:spcPts val="2250"/>
                </a:spcBef>
                <a:spcAft>
                  <a:spcPts val="0"/>
                </a:spcAft>
                <a:buClrTx/>
                <a:buSzTx/>
                <a:buFontTx/>
                <a:buNone/>
                <a:tabLst/>
                <a:defRPr/>
              </a:pPr>
              <a:t>12</a:t>
            </a:fld>
            <a:endParaRPr kumimoji="0" lang="en-US" sz="1200" b="0" i="0" u="none" strike="noStrike" kern="0" cap="none" spc="0" normalizeH="0" baseline="0" noProof="0">
              <a:ln>
                <a:noFill/>
              </a:ln>
              <a:solidFill>
                <a:srgbClr val="000000"/>
              </a:solidFill>
              <a:effectLst/>
              <a:uLnTx/>
              <a:uFillTx/>
              <a:latin typeface="Aptos" panose="02110004020202020204"/>
              <a:ea typeface="+mn-ea"/>
              <a:cs typeface="+mn-cs"/>
              <a:sym typeface="Helvetica Neue"/>
            </a:endParaRPr>
          </a:p>
        </p:txBody>
      </p:sp>
    </p:spTree>
    <p:extLst>
      <p:ext uri="{BB962C8B-B14F-4D97-AF65-F5344CB8AC3E}">
        <p14:creationId xmlns:p14="http://schemas.microsoft.com/office/powerpoint/2010/main" val="3661874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1219169" rtl="0" eaLnBrk="1" fontAlgn="auto" latinLnBrk="0" hangingPunct="0">
              <a:lnSpc>
                <a:spcPct val="90000"/>
              </a:lnSpc>
              <a:spcBef>
                <a:spcPts val="2250"/>
              </a:spcBef>
              <a:spcAft>
                <a:spcPts val="0"/>
              </a:spcAft>
              <a:buClrTx/>
              <a:buSzTx/>
              <a:buFontTx/>
              <a:buNone/>
              <a:tabLst/>
              <a:defRPr/>
            </a:pPr>
            <a:fld id="{4FF8A1D6-0E7B-4499-88F5-0FEB40B99CDB}" type="slidenum">
              <a:rPr kumimoji="0" lang="en-US" sz="1200" b="0" i="0" u="none" strike="noStrike" kern="0" cap="none" spc="0" normalizeH="0" baseline="0" noProof="0" smtClean="0">
                <a:ln>
                  <a:noFill/>
                </a:ln>
                <a:solidFill>
                  <a:srgbClr val="000000"/>
                </a:solidFill>
                <a:effectLst/>
                <a:uLnTx/>
                <a:uFillTx/>
                <a:latin typeface="Aptos" panose="02110004020202020204"/>
                <a:ea typeface="+mn-ea"/>
                <a:cs typeface="+mn-cs"/>
                <a:sym typeface="Helvetica Neue"/>
              </a:rPr>
              <a:pPr marL="0" marR="0" lvl="0" indent="0" algn="r" defTabSz="1219169" rtl="0" eaLnBrk="1" fontAlgn="auto" latinLnBrk="0" hangingPunct="0">
                <a:lnSpc>
                  <a:spcPct val="90000"/>
                </a:lnSpc>
                <a:spcBef>
                  <a:spcPts val="2250"/>
                </a:spcBef>
                <a:spcAft>
                  <a:spcPts val="0"/>
                </a:spcAft>
                <a:buClrTx/>
                <a:buSzTx/>
                <a:buFontTx/>
                <a:buNone/>
                <a:tabLst/>
                <a:defRPr/>
              </a:pPr>
              <a:t>13</a:t>
            </a:fld>
            <a:endParaRPr kumimoji="0" lang="en-US" sz="1200" b="0" i="0" u="none" strike="noStrike" kern="0" cap="none" spc="0" normalizeH="0" baseline="0" noProof="0">
              <a:ln>
                <a:noFill/>
              </a:ln>
              <a:solidFill>
                <a:srgbClr val="000000"/>
              </a:solidFill>
              <a:effectLst/>
              <a:uLnTx/>
              <a:uFillTx/>
              <a:latin typeface="Aptos" panose="02110004020202020204"/>
              <a:ea typeface="+mn-ea"/>
              <a:cs typeface="+mn-cs"/>
              <a:sym typeface="Helvetica Neue"/>
            </a:endParaRPr>
          </a:p>
        </p:txBody>
      </p:sp>
    </p:spTree>
    <p:extLst>
      <p:ext uri="{BB962C8B-B14F-4D97-AF65-F5344CB8AC3E}">
        <p14:creationId xmlns:p14="http://schemas.microsoft.com/office/powerpoint/2010/main" val="2609347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1219169" rtl="0" eaLnBrk="1" fontAlgn="auto" latinLnBrk="0" hangingPunct="0">
              <a:lnSpc>
                <a:spcPct val="90000"/>
              </a:lnSpc>
              <a:spcBef>
                <a:spcPts val="2250"/>
              </a:spcBef>
              <a:spcAft>
                <a:spcPts val="0"/>
              </a:spcAft>
              <a:buClrTx/>
              <a:buSzTx/>
              <a:buFontTx/>
              <a:buNone/>
              <a:tabLst/>
              <a:defRPr/>
            </a:pPr>
            <a:fld id="{4FF8A1D6-0E7B-4499-88F5-0FEB40B99CDB}" type="slidenum">
              <a:rPr kumimoji="0" lang="en-US" sz="1200" b="0" i="0" u="none" strike="noStrike" kern="0" cap="none" spc="0" normalizeH="0" baseline="0" noProof="0" smtClean="0">
                <a:ln>
                  <a:noFill/>
                </a:ln>
                <a:solidFill>
                  <a:srgbClr val="000000"/>
                </a:solidFill>
                <a:effectLst/>
                <a:uLnTx/>
                <a:uFillTx/>
                <a:latin typeface="Aptos" panose="02110004020202020204"/>
                <a:ea typeface="+mn-ea"/>
                <a:cs typeface="+mn-cs"/>
                <a:sym typeface="Helvetica Neue"/>
              </a:rPr>
              <a:pPr marL="0" marR="0" lvl="0" indent="0" algn="r" defTabSz="1219169" rtl="0" eaLnBrk="1" fontAlgn="auto" latinLnBrk="0" hangingPunct="0">
                <a:lnSpc>
                  <a:spcPct val="90000"/>
                </a:lnSpc>
                <a:spcBef>
                  <a:spcPts val="2250"/>
                </a:spcBef>
                <a:spcAft>
                  <a:spcPts val="0"/>
                </a:spcAft>
                <a:buClrTx/>
                <a:buSzTx/>
                <a:buFontTx/>
                <a:buNone/>
                <a:tabLst/>
                <a:defRPr/>
              </a:pPr>
              <a:t>14</a:t>
            </a:fld>
            <a:endParaRPr kumimoji="0" lang="en-US" sz="1200" b="0" i="0" u="none" strike="noStrike" kern="0" cap="none" spc="0" normalizeH="0" baseline="0" noProof="0">
              <a:ln>
                <a:noFill/>
              </a:ln>
              <a:solidFill>
                <a:srgbClr val="000000"/>
              </a:solidFill>
              <a:effectLst/>
              <a:uLnTx/>
              <a:uFillTx/>
              <a:latin typeface="Aptos" panose="02110004020202020204"/>
              <a:ea typeface="+mn-ea"/>
              <a:cs typeface="+mn-cs"/>
              <a:sym typeface="Helvetica Neue"/>
            </a:endParaRPr>
          </a:p>
        </p:txBody>
      </p:sp>
    </p:spTree>
    <p:extLst>
      <p:ext uri="{BB962C8B-B14F-4D97-AF65-F5344CB8AC3E}">
        <p14:creationId xmlns:p14="http://schemas.microsoft.com/office/powerpoint/2010/main" val="3125218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7.png"/><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Blue A">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7538DC6-5A10-44DE-BF8C-5185BC4F6B42}"/>
              </a:ext>
              <a:ext uri="{C183D7F6-B498-43B3-948B-1728B52AA6E4}">
                <adec:decorative xmlns:adec="http://schemas.microsoft.com/office/drawing/2017/decorative" val="1"/>
              </a:ext>
            </a:extLst>
          </p:cNvPr>
          <p:cNvGrpSpPr/>
          <p:nvPr/>
        </p:nvGrpSpPr>
        <p:grpSpPr>
          <a:xfrm>
            <a:off x="573803" y="0"/>
            <a:ext cx="4325371" cy="6392520"/>
            <a:chOff x="573803" y="0"/>
            <a:chExt cx="4325371" cy="6392520"/>
          </a:xfrm>
        </p:grpSpPr>
        <p:sp>
          <p:nvSpPr>
            <p:cNvPr id="4" name="Rectangle 3">
              <a:extLst>
                <a:ext uri="{FF2B5EF4-FFF2-40B4-BE49-F238E27FC236}">
                  <a16:creationId xmlns:a16="http://schemas.microsoft.com/office/drawing/2014/main" id="{1BE35751-F391-41AA-9B05-1647E37D235B}"/>
                </a:ext>
              </a:extLst>
            </p:cNvPr>
            <p:cNvSpPr/>
            <p:nvPr userDrawn="1"/>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5" name="Rectangle 4">
              <a:extLst>
                <a:ext uri="{FF2B5EF4-FFF2-40B4-BE49-F238E27FC236}">
                  <a16:creationId xmlns:a16="http://schemas.microsoft.com/office/drawing/2014/main" id="{1CF1866E-6300-47C1-B36B-E4F93E357EE1}"/>
                </a:ext>
              </a:extLst>
            </p:cNvPr>
            <p:cNvSpPr/>
            <p:nvPr userDrawn="1"/>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6" name="Rectangle 5">
              <a:extLst>
                <a:ext uri="{FF2B5EF4-FFF2-40B4-BE49-F238E27FC236}">
                  <a16:creationId xmlns:a16="http://schemas.microsoft.com/office/drawing/2014/main" id="{54266AC4-1BB0-4DCC-B988-F338CCC87BB0}"/>
                </a:ext>
              </a:extLst>
            </p:cNvPr>
            <p:cNvSpPr/>
            <p:nvPr userDrawn="1"/>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EF200040-B841-47B7-8555-E0299CDC24FA}"/>
                </a:ext>
              </a:extLst>
            </p:cNvPr>
            <p:cNvSpPr/>
            <p:nvPr userDrawn="1"/>
          </p:nvSpPr>
          <p:spPr>
            <a:xfrm>
              <a:off x="1468406" y="0"/>
              <a:ext cx="3430768" cy="539087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nvGrpSpPr>
            <p:cNvPr id="8" name="Group 7">
              <a:extLst>
                <a:ext uri="{FF2B5EF4-FFF2-40B4-BE49-F238E27FC236}">
                  <a16:creationId xmlns:a16="http://schemas.microsoft.com/office/drawing/2014/main" id="{3AD8DF60-7E0A-43C5-81B6-9B3522A7A826}"/>
                </a:ext>
              </a:extLst>
            </p:cNvPr>
            <p:cNvGrpSpPr/>
            <p:nvPr userDrawn="1"/>
          </p:nvGrpSpPr>
          <p:grpSpPr>
            <a:xfrm>
              <a:off x="1468406" y="5995719"/>
              <a:ext cx="1059754" cy="396801"/>
              <a:chOff x="1314450" y="6391094"/>
              <a:chExt cx="1123377" cy="420623"/>
            </a:xfrm>
          </p:grpSpPr>
          <p:sp>
            <p:nvSpPr>
              <p:cNvPr id="9" name="Freeform: Shape 8">
                <a:extLst>
                  <a:ext uri="{FF2B5EF4-FFF2-40B4-BE49-F238E27FC236}">
                    <a16:creationId xmlns:a16="http://schemas.microsoft.com/office/drawing/2014/main" id="{0AC5EDAF-1FA5-4CEA-99CA-7D0E1F5DDF81}"/>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0" name="Freeform: Shape 9">
                <a:extLst>
                  <a:ext uri="{FF2B5EF4-FFF2-40B4-BE49-F238E27FC236}">
                    <a16:creationId xmlns:a16="http://schemas.microsoft.com/office/drawing/2014/main" id="{5731A324-874D-4D3D-95F1-8AE3303E2272}"/>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1" name="Freeform: Shape 10">
                <a:extLst>
                  <a:ext uri="{FF2B5EF4-FFF2-40B4-BE49-F238E27FC236}">
                    <a16:creationId xmlns:a16="http://schemas.microsoft.com/office/drawing/2014/main" id="{934E3A93-BFC9-49AD-8CF7-7EDF2A13157E}"/>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2" name="Freeform: Shape 11">
                <a:extLst>
                  <a:ext uri="{FF2B5EF4-FFF2-40B4-BE49-F238E27FC236}">
                    <a16:creationId xmlns:a16="http://schemas.microsoft.com/office/drawing/2014/main" id="{839DD8F2-C56B-454C-9A84-A663F83DB6CE}"/>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grpSp>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3438" y="944163"/>
            <a:ext cx="9810362" cy="627700"/>
          </a:xfrm>
        </p:spPr>
        <p:txBody>
          <a:bodyPr anchor="b" anchorCtr="0">
            <a:normAutofit/>
          </a:bodyPr>
          <a:lstStyle>
            <a:lvl1pPr marL="0" indent="0">
              <a:buFontTx/>
              <a:buNone/>
              <a:defRPr sz="1600">
                <a:solidFill>
                  <a:schemeClr val="accent2"/>
                </a:solidFill>
                <a:latin typeface="+mn-lt"/>
              </a:defRPr>
            </a:lvl1pPr>
          </a:lstStyle>
          <a:p>
            <a:pPr lvl="0"/>
            <a:r>
              <a:rPr lang="en-US"/>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6" y="1635111"/>
            <a:ext cx="9789007" cy="1874852"/>
          </a:xfrm>
        </p:spPr>
        <p:txBody>
          <a:bodyPr anchor="b"/>
          <a:lstStyle>
            <a:lvl1pPr algn="l">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6" y="3602038"/>
            <a:ext cx="9789007"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02812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Blue B">
    <p:bg>
      <p:bgPr>
        <a:solidFill>
          <a:schemeClr val="tx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3AA05A6-FEDA-41DC-B943-5B1F42A56F08}"/>
              </a:ext>
              <a:ext uri="{C183D7F6-B498-43B3-948B-1728B52AA6E4}">
                <adec:decorative xmlns:adec="http://schemas.microsoft.com/office/drawing/2017/decorative" val="1"/>
              </a:ext>
            </a:extLst>
          </p:cNvPr>
          <p:cNvGrpSpPr/>
          <p:nvPr/>
        </p:nvGrpSpPr>
        <p:grpSpPr>
          <a:xfrm>
            <a:off x="573803" y="0"/>
            <a:ext cx="4325371" cy="6392520"/>
            <a:chOff x="573803" y="0"/>
            <a:chExt cx="4325371" cy="6392520"/>
          </a:xfrm>
        </p:grpSpPr>
        <p:sp>
          <p:nvSpPr>
            <p:cNvPr id="7" name="Rectangle 6">
              <a:extLst>
                <a:ext uri="{FF2B5EF4-FFF2-40B4-BE49-F238E27FC236}">
                  <a16:creationId xmlns:a16="http://schemas.microsoft.com/office/drawing/2014/main" id="{EF200040-B841-47B7-8555-E0299CDC24FA}"/>
                </a:ext>
              </a:extLst>
            </p:cNvPr>
            <p:cNvSpPr/>
            <p:nvPr userDrawn="1"/>
          </p:nvSpPr>
          <p:spPr>
            <a:xfrm>
              <a:off x="1468406" y="0"/>
              <a:ext cx="3430768" cy="539087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nvGrpSpPr>
            <p:cNvPr id="8" name="Group 7">
              <a:extLst>
                <a:ext uri="{FF2B5EF4-FFF2-40B4-BE49-F238E27FC236}">
                  <a16:creationId xmlns:a16="http://schemas.microsoft.com/office/drawing/2014/main" id="{3AD8DF60-7E0A-43C5-81B6-9B3522A7A826}"/>
                </a:ext>
              </a:extLst>
            </p:cNvPr>
            <p:cNvGrpSpPr/>
            <p:nvPr userDrawn="1"/>
          </p:nvGrpSpPr>
          <p:grpSpPr>
            <a:xfrm>
              <a:off x="1468406" y="5995719"/>
              <a:ext cx="1059754" cy="396801"/>
              <a:chOff x="1314450" y="6391094"/>
              <a:chExt cx="1123377" cy="420623"/>
            </a:xfrm>
          </p:grpSpPr>
          <p:sp>
            <p:nvSpPr>
              <p:cNvPr id="9" name="Freeform: Shape 8">
                <a:extLst>
                  <a:ext uri="{FF2B5EF4-FFF2-40B4-BE49-F238E27FC236}">
                    <a16:creationId xmlns:a16="http://schemas.microsoft.com/office/drawing/2014/main" id="{0AC5EDAF-1FA5-4CEA-99CA-7D0E1F5DDF81}"/>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0" name="Freeform: Shape 9">
                <a:extLst>
                  <a:ext uri="{FF2B5EF4-FFF2-40B4-BE49-F238E27FC236}">
                    <a16:creationId xmlns:a16="http://schemas.microsoft.com/office/drawing/2014/main" id="{5731A324-874D-4D3D-95F1-8AE3303E2272}"/>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1" name="Freeform: Shape 10">
                <a:extLst>
                  <a:ext uri="{FF2B5EF4-FFF2-40B4-BE49-F238E27FC236}">
                    <a16:creationId xmlns:a16="http://schemas.microsoft.com/office/drawing/2014/main" id="{934E3A93-BFC9-49AD-8CF7-7EDF2A13157E}"/>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2" name="Freeform: Shape 11">
                <a:extLst>
                  <a:ext uri="{FF2B5EF4-FFF2-40B4-BE49-F238E27FC236}">
                    <a16:creationId xmlns:a16="http://schemas.microsoft.com/office/drawing/2014/main" id="{839DD8F2-C56B-454C-9A84-A663F83DB6CE}"/>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grpSp>
        <p:sp>
          <p:nvSpPr>
            <p:cNvPr id="15" name="Rectangle 14">
              <a:extLst>
                <a:ext uri="{FF2B5EF4-FFF2-40B4-BE49-F238E27FC236}">
                  <a16:creationId xmlns:a16="http://schemas.microsoft.com/office/drawing/2014/main" id="{EC1BCBB2-B699-44A9-B291-3CCD0D0E00F2}"/>
                </a:ext>
              </a:extLst>
            </p:cNvPr>
            <p:cNvSpPr/>
            <p:nvPr userDrawn="1"/>
          </p:nvSpPr>
          <p:spPr>
            <a:xfrm>
              <a:off x="860457" y="4951823"/>
              <a:ext cx="158111" cy="158111"/>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6" name="Rectangle 15">
              <a:extLst>
                <a:ext uri="{FF2B5EF4-FFF2-40B4-BE49-F238E27FC236}">
                  <a16:creationId xmlns:a16="http://schemas.microsoft.com/office/drawing/2014/main" id="{73D17A91-F49E-45DE-835E-543E5DCD8458}"/>
                </a:ext>
              </a:extLst>
            </p:cNvPr>
            <p:cNvSpPr/>
            <p:nvPr userDrawn="1"/>
          </p:nvSpPr>
          <p:spPr>
            <a:xfrm>
              <a:off x="573803" y="5104242"/>
              <a:ext cx="286654" cy="286654"/>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7" name="Rectangle 16">
              <a:extLst>
                <a:ext uri="{FF2B5EF4-FFF2-40B4-BE49-F238E27FC236}">
                  <a16:creationId xmlns:a16="http://schemas.microsoft.com/office/drawing/2014/main" id="{77E01F40-8D2A-43E6-B578-00B92049883B}"/>
                </a:ext>
              </a:extLst>
            </p:cNvPr>
            <p:cNvSpPr/>
            <p:nvPr userDrawn="1"/>
          </p:nvSpPr>
          <p:spPr>
            <a:xfrm>
              <a:off x="861107" y="5390896"/>
              <a:ext cx="610214" cy="610214"/>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3438" y="944163"/>
            <a:ext cx="9810362" cy="627700"/>
          </a:xfrm>
        </p:spPr>
        <p:txBody>
          <a:bodyPr anchor="b" anchorCtr="0">
            <a:normAutofit/>
          </a:bodyPr>
          <a:lstStyle>
            <a:lvl1pPr marL="0" indent="0">
              <a:buFontTx/>
              <a:buNone/>
              <a:defRPr sz="1600">
                <a:solidFill>
                  <a:schemeClr val="accent2"/>
                </a:solidFill>
                <a:latin typeface="+mn-lt"/>
              </a:defRPr>
            </a:lvl1pPr>
          </a:lstStyle>
          <a:p>
            <a:pPr lvl="0"/>
            <a:r>
              <a:rPr lang="en-US"/>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6" y="1635111"/>
            <a:ext cx="9789007" cy="1874852"/>
          </a:xfrm>
        </p:spPr>
        <p:txBody>
          <a:bodyPr anchor="b"/>
          <a:lstStyle>
            <a:lvl1pPr algn="l">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6" y="3602038"/>
            <a:ext cx="9789007"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238833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hit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6D8E5A8-9477-47F6-9CA7-9A7DC46705CE}"/>
              </a:ext>
              <a:ext uri="{C183D7F6-B498-43B3-948B-1728B52AA6E4}">
                <adec:decorative xmlns:adec="http://schemas.microsoft.com/office/drawing/2017/decorative" val="1"/>
              </a:ext>
            </a:extLst>
          </p:cNvPr>
          <p:cNvGrpSpPr/>
          <p:nvPr/>
        </p:nvGrpSpPr>
        <p:grpSpPr>
          <a:xfrm>
            <a:off x="573803" y="0"/>
            <a:ext cx="4325371" cy="6377476"/>
            <a:chOff x="573803" y="0"/>
            <a:chExt cx="4325371" cy="6377476"/>
          </a:xfrm>
        </p:grpSpPr>
        <p:sp>
          <p:nvSpPr>
            <p:cNvPr id="7" name="Rectangle 6">
              <a:extLst>
                <a:ext uri="{FF2B5EF4-FFF2-40B4-BE49-F238E27FC236}">
                  <a16:creationId xmlns:a16="http://schemas.microsoft.com/office/drawing/2014/main" id="{EF200040-B841-47B7-8555-E0299CDC24FA}"/>
                </a:ext>
              </a:extLst>
            </p:cNvPr>
            <p:cNvSpPr/>
            <p:nvPr userDrawn="1"/>
          </p:nvSpPr>
          <p:spPr>
            <a:xfrm>
              <a:off x="1468406" y="0"/>
              <a:ext cx="3430768" cy="539087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8" name="Rectangle 17">
              <a:extLst>
                <a:ext uri="{FF2B5EF4-FFF2-40B4-BE49-F238E27FC236}">
                  <a16:creationId xmlns:a16="http://schemas.microsoft.com/office/drawing/2014/main" id="{A24C56C1-BF0A-4234-81F8-D2B769834C58}"/>
                </a:ext>
              </a:extLst>
            </p:cNvPr>
            <p:cNvSpPr/>
            <p:nvPr userDrawn="1"/>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657C8AC4-A26E-48AF-9B2F-93A0F02E758D}"/>
                </a:ext>
              </a:extLst>
            </p:cNvPr>
            <p:cNvSpPr/>
            <p:nvPr userDrawn="1"/>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0" name="Rectangle 19">
              <a:extLst>
                <a:ext uri="{FF2B5EF4-FFF2-40B4-BE49-F238E27FC236}">
                  <a16:creationId xmlns:a16="http://schemas.microsoft.com/office/drawing/2014/main" id="{6D5060BD-E2D2-44BB-ADFB-2B20CEB8775D}"/>
                </a:ext>
              </a:extLst>
            </p:cNvPr>
            <p:cNvSpPr/>
            <p:nvPr userDrawn="1"/>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21" name="Graphic 20">
              <a:extLst>
                <a:ext uri="{FF2B5EF4-FFF2-40B4-BE49-F238E27FC236}">
                  <a16:creationId xmlns:a16="http://schemas.microsoft.com/office/drawing/2014/main" id="{5A184651-D34A-4937-8369-48ADD8E89C0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3438" y="944163"/>
            <a:ext cx="9810362" cy="627700"/>
          </a:xfrm>
        </p:spPr>
        <p:txBody>
          <a:bodyPr anchor="b" anchorCtr="0">
            <a:normAutofit/>
          </a:bodyPr>
          <a:lstStyle>
            <a:lvl1pPr marL="0" indent="0">
              <a:buFontTx/>
              <a:buNone/>
              <a:defRPr sz="1600">
                <a:solidFill>
                  <a:schemeClr val="accent1"/>
                </a:solidFill>
                <a:latin typeface="+mn-lt"/>
              </a:defRPr>
            </a:lvl1pPr>
          </a:lstStyle>
          <a:p>
            <a:pPr lvl="0"/>
            <a:r>
              <a:rPr lang="en-US"/>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6" y="1635111"/>
            <a:ext cx="9789007" cy="1874852"/>
          </a:xfrm>
        </p:spPr>
        <p:txBody>
          <a:bodyPr anchor="b"/>
          <a:lstStyle>
            <a:lvl1pPr algn="l">
              <a:defRPr sz="6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6" y="3602038"/>
            <a:ext cx="9789007" cy="1655762"/>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59309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6138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115AA-229D-4A6C-90C6-57CFD374E6F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8787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221694"/>
            <a:ext cx="10972800" cy="1199822"/>
          </a:xfrm>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p:nvPr>
        </p:nvSpPr>
        <p:spPr>
          <a:xfrm>
            <a:off x="381000" y="1487056"/>
            <a:ext cx="10972800" cy="4689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3948110"/>
      </p:ext>
    </p:extLst>
  </p:cSld>
  <p:clrMapOvr>
    <a:masterClrMapping/>
  </p:clrMapOvr>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221694"/>
            <a:ext cx="10972800" cy="1199822"/>
          </a:xfrm>
        </p:spPr>
        <p:txBody>
          <a:bodyPr>
            <a:normAutofit/>
          </a:bodyPr>
          <a:lstStyle>
            <a:lvl1pPr>
              <a:defRPr sz="3600"/>
            </a:lvl1pPr>
          </a:lstStyle>
          <a:p>
            <a:r>
              <a:rPr lang="en-US"/>
              <a:t>Click to edit Master title style</a:t>
            </a:r>
          </a:p>
        </p:txBody>
      </p:sp>
      <p:sp>
        <p:nvSpPr>
          <p:cNvPr id="5" name="Text Placeholder 4">
            <a:extLst>
              <a:ext uri="{FF2B5EF4-FFF2-40B4-BE49-F238E27FC236}">
                <a16:creationId xmlns:a16="http://schemas.microsoft.com/office/drawing/2014/main" id="{22C827E3-834F-40BA-9518-B0648BD536F2}"/>
              </a:ext>
            </a:extLst>
          </p:cNvPr>
          <p:cNvSpPr>
            <a:spLocks noGrp="1"/>
          </p:cNvSpPr>
          <p:nvPr>
            <p:ph type="body" sz="quarter" idx="10"/>
          </p:nvPr>
        </p:nvSpPr>
        <p:spPr>
          <a:xfrm>
            <a:off x="381000" y="1494289"/>
            <a:ext cx="10972800" cy="525462"/>
          </a:xfrm>
        </p:spPr>
        <p:txBody>
          <a:bodyPr>
            <a:noAutofit/>
          </a:bodyPr>
          <a:lstStyle>
            <a:lvl1pPr marL="0" indent="0">
              <a:buFontTx/>
              <a:buNone/>
              <a:defRPr sz="3200">
                <a:solidFill>
                  <a:schemeClr val="accent1"/>
                </a:solidFill>
                <a:latin typeface="+mn-lt"/>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p:nvPr>
        </p:nvSpPr>
        <p:spPr>
          <a:xfrm>
            <a:off x="381000" y="2110067"/>
            <a:ext cx="10972800" cy="4084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9808060"/>
      </p:ext>
    </p:extLst>
  </p:cSld>
  <p:clrMapOvr>
    <a:masterClrMapping/>
  </p:clrMapOvr>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ub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p:nvPr>
        </p:nvSpPr>
        <p:spPr>
          <a:xfrm>
            <a:off x="381000" y="1495361"/>
            <a:ext cx="10972800" cy="530454"/>
          </a:xfrm>
        </p:spPr>
        <p:txBody>
          <a:bodyPr>
            <a:noAutofit/>
          </a:bodyPr>
          <a:lstStyle>
            <a:lvl1pPr marL="0" indent="0">
              <a:buNone/>
              <a:defRPr sz="3200">
                <a:solidFill>
                  <a:schemeClr val="accent1"/>
                </a:solidFill>
                <a:latin typeface="+mn-lt"/>
              </a:defRPr>
            </a:lvl1pPr>
            <a:lvl2pPr marL="457200" indent="0">
              <a:buNone/>
              <a:defRPr/>
            </a:lvl2pPr>
          </a:lstStyle>
          <a:p>
            <a:pPr lvl="0"/>
            <a:r>
              <a:rPr lang="en-US"/>
              <a:t>Click to edit Master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2105680"/>
            <a:ext cx="5429865" cy="4095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p:nvPr>
        </p:nvSpPr>
        <p:spPr>
          <a:xfrm>
            <a:off x="5923935" y="2105680"/>
            <a:ext cx="5429865" cy="4095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34485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1496292"/>
            <a:ext cx="5429865" cy="46866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p:nvPr>
        </p:nvSpPr>
        <p:spPr>
          <a:xfrm>
            <a:off x="5923935" y="1496292"/>
            <a:ext cx="5429865" cy="46866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7425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 Content &amp; 2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a:xfrm>
            <a:off x="381000" y="221694"/>
            <a:ext cx="5429864" cy="1199822"/>
          </a:xfrm>
        </p:spPr>
        <p:txBody>
          <a:bodyPr/>
          <a:lstStyle/>
          <a:p>
            <a:r>
              <a:rPr lang="en-US"/>
              <a:t>Click to edit Master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p:nvPr>
        </p:nvSpPr>
        <p:spPr>
          <a:xfrm>
            <a:off x="381000" y="1495361"/>
            <a:ext cx="5429864" cy="530454"/>
          </a:xfrm>
        </p:spPr>
        <p:txBody>
          <a:bodyPr>
            <a:noAutofit/>
          </a:bodyPr>
          <a:lstStyle>
            <a:lvl1pPr marL="0" indent="0">
              <a:buNone/>
              <a:defRPr sz="3200">
                <a:solidFill>
                  <a:schemeClr val="accent1"/>
                </a:solidFill>
                <a:latin typeface="+mn-lt"/>
              </a:defRPr>
            </a:lvl1pPr>
            <a:lvl2pPr marL="457200" indent="0">
              <a:buNone/>
              <a:defRPr/>
            </a:lvl2pPr>
          </a:lstStyle>
          <a:p>
            <a:pPr lvl="0"/>
            <a:r>
              <a:rPr lang="en-US"/>
              <a:t>Click to edit Master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2105680"/>
            <a:ext cx="5429865" cy="4095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5926394" y="230287"/>
            <a:ext cx="5429250" cy="2410686"/>
          </a:xfrm>
        </p:spPr>
        <p:txBody>
          <a:bodyPr/>
          <a:lstStyle>
            <a:lvl1pPr marL="0" indent="0">
              <a:buNone/>
              <a:defRPr/>
            </a:lvl1pPr>
          </a:lstStyle>
          <a:p>
            <a:r>
              <a:rPr lang="en-US"/>
              <a:t>Click icon to add picture</a:t>
            </a:r>
          </a:p>
        </p:txBody>
      </p:sp>
      <p:sp>
        <p:nvSpPr>
          <p:cNvPr id="9" name="Text Placeholder 8">
            <a:extLst>
              <a:ext uri="{FF2B5EF4-FFF2-40B4-BE49-F238E27FC236}">
                <a16:creationId xmlns:a16="http://schemas.microsoft.com/office/drawing/2014/main" id="{49775C37-EE38-450C-8269-79E50F8E88A0}"/>
              </a:ext>
            </a:extLst>
          </p:cNvPr>
          <p:cNvSpPr>
            <a:spLocks noGrp="1"/>
          </p:cNvSpPr>
          <p:nvPr>
            <p:ph type="body" sz="quarter" idx="12"/>
          </p:nvPr>
        </p:nvSpPr>
        <p:spPr>
          <a:xfrm>
            <a:off x="5926138" y="2655075"/>
            <a:ext cx="5429250" cy="470063"/>
          </a:xfrm>
        </p:spPr>
        <p:txBody>
          <a:bodyPr>
            <a:normAutofit/>
          </a:bodyPr>
          <a:lstStyle>
            <a:lvl1pPr marL="0" indent="0">
              <a:buNone/>
              <a:defRPr sz="1600">
                <a:solidFill>
                  <a:schemeClr val="tx1"/>
                </a:solidFill>
              </a:defRPr>
            </a:lvl1pPr>
            <a:lvl2pPr marL="457200" indent="0">
              <a:buNone/>
              <a:defRPr/>
            </a:lvl2pPr>
          </a:lstStyle>
          <a:p>
            <a:pPr lvl="0"/>
            <a:r>
              <a:rPr lang="en-US"/>
              <a:t>Click to edit Master text styles</a:t>
            </a:r>
          </a:p>
        </p:txBody>
      </p:sp>
      <p:sp>
        <p:nvSpPr>
          <p:cNvPr id="10" name="Picture Placeholder 6">
            <a:extLst>
              <a:ext uri="{FF2B5EF4-FFF2-40B4-BE49-F238E27FC236}">
                <a16:creationId xmlns:a16="http://schemas.microsoft.com/office/drawing/2014/main" id="{7DC24117-8044-4F60-A59D-9F61002D6C8C}"/>
              </a:ext>
            </a:extLst>
          </p:cNvPr>
          <p:cNvSpPr>
            <a:spLocks noGrp="1"/>
          </p:cNvSpPr>
          <p:nvPr>
            <p:ph type="pic" sz="quarter" idx="13"/>
          </p:nvPr>
        </p:nvSpPr>
        <p:spPr>
          <a:xfrm>
            <a:off x="5924550" y="3331781"/>
            <a:ext cx="5429250" cy="2410686"/>
          </a:xfrm>
        </p:spPr>
        <p:txBody>
          <a:bodyPr/>
          <a:lstStyle>
            <a:lvl1pPr marL="0" indent="0">
              <a:buNone/>
              <a:defRPr/>
            </a:lvl1pPr>
          </a:lstStyle>
          <a:p>
            <a:r>
              <a:rPr lang="en-US"/>
              <a:t>Click icon to add picture</a:t>
            </a:r>
          </a:p>
        </p:txBody>
      </p:sp>
      <p:sp>
        <p:nvSpPr>
          <p:cNvPr id="11" name="Text Placeholder 8">
            <a:extLst>
              <a:ext uri="{FF2B5EF4-FFF2-40B4-BE49-F238E27FC236}">
                <a16:creationId xmlns:a16="http://schemas.microsoft.com/office/drawing/2014/main" id="{205F9606-8CF6-4C56-B2B6-E8A04B25F11E}"/>
              </a:ext>
            </a:extLst>
          </p:cNvPr>
          <p:cNvSpPr>
            <a:spLocks noGrp="1"/>
          </p:cNvSpPr>
          <p:nvPr>
            <p:ph type="body" sz="quarter" idx="14"/>
          </p:nvPr>
        </p:nvSpPr>
        <p:spPr>
          <a:xfrm>
            <a:off x="5924294" y="5767077"/>
            <a:ext cx="5429250" cy="470063"/>
          </a:xfrm>
        </p:spPr>
        <p:txBody>
          <a:bodyPr>
            <a:normAutofit/>
          </a:bodyPr>
          <a:lstStyle>
            <a:lvl1pPr marL="0" indent="0">
              <a:buNone/>
              <a:defRPr sz="1600">
                <a:solidFill>
                  <a:schemeClr val="tx1"/>
                </a:solidFill>
              </a:defRPr>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3921840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 Content &amp; 1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a:xfrm>
            <a:off x="381000" y="221694"/>
            <a:ext cx="5429864" cy="1199822"/>
          </a:xfrm>
        </p:spPr>
        <p:txBody>
          <a:bodyPr/>
          <a:lstStyle/>
          <a:p>
            <a:r>
              <a:rPr lang="en-US"/>
              <a:t>Click to edit Master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p:nvPr>
        </p:nvSpPr>
        <p:spPr>
          <a:xfrm>
            <a:off x="381000" y="1495361"/>
            <a:ext cx="5429864" cy="530454"/>
          </a:xfrm>
        </p:spPr>
        <p:txBody>
          <a:bodyPr>
            <a:noAutofit/>
          </a:bodyPr>
          <a:lstStyle>
            <a:lvl1pPr marL="0" indent="0">
              <a:buNone/>
              <a:defRPr sz="3200">
                <a:solidFill>
                  <a:schemeClr val="accent1"/>
                </a:solidFill>
                <a:latin typeface="+mn-lt"/>
              </a:defRPr>
            </a:lvl1pPr>
            <a:lvl2pPr marL="457200" indent="0">
              <a:buNone/>
              <a:defRPr/>
            </a:lvl2pPr>
          </a:lstStyle>
          <a:p>
            <a:pPr lvl="0"/>
            <a:r>
              <a:rPr lang="en-US"/>
              <a:t>Click to edit Master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2105680"/>
            <a:ext cx="5429865" cy="4095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5926394" y="0"/>
            <a:ext cx="5808406" cy="6400799"/>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4163573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ull pa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0" y="0"/>
            <a:ext cx="11734800" cy="6400799"/>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2742678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1441833"/>
            <a:ext cx="10972800" cy="4241800"/>
          </a:xfrm>
        </p:spPr>
        <p:txBody>
          <a:bodyPr>
            <a:normAutofit/>
          </a:bodyPr>
          <a:lstStyle>
            <a:lvl1pPr marL="0" indent="0">
              <a:buNone/>
              <a:defRPr sz="6000">
                <a:solidFill>
                  <a:schemeClr val="accent1"/>
                </a:solidFill>
              </a:defRPr>
            </a:lvl1pPr>
          </a:lstStyle>
          <a:p>
            <a:pPr lvl="0"/>
            <a:r>
              <a:rPr lang="en-US"/>
              <a:t>Click to edit Master text styles</a:t>
            </a:r>
          </a:p>
        </p:txBody>
      </p:sp>
      <p:sp>
        <p:nvSpPr>
          <p:cNvPr id="6" name="Text Placeholder 5">
            <a:extLst>
              <a:ext uri="{FF2B5EF4-FFF2-40B4-BE49-F238E27FC236}">
                <a16:creationId xmlns:a16="http://schemas.microsoft.com/office/drawing/2014/main" id="{874C57F0-3964-4184-8486-C7C3D87AEA3B}"/>
              </a:ext>
            </a:extLst>
          </p:cNvPr>
          <p:cNvSpPr>
            <a:spLocks noGrp="1"/>
          </p:cNvSpPr>
          <p:nvPr>
            <p:ph type="body" sz="quarter" idx="11"/>
          </p:nvPr>
        </p:nvSpPr>
        <p:spPr>
          <a:xfrm>
            <a:off x="381000" y="5757203"/>
            <a:ext cx="10972800" cy="501650"/>
          </a:xfrm>
        </p:spPr>
        <p:txBody>
          <a:bodyPr/>
          <a:lstStyle>
            <a:lvl1pPr marL="0" indent="0">
              <a:buNone/>
              <a:defRPr>
                <a:solidFill>
                  <a:schemeClr val="tx2"/>
                </a:solidFill>
                <a:latin typeface="+mn-lt"/>
              </a:defRPr>
            </a:lvl1pPr>
          </a:lstStyle>
          <a:p>
            <a:pPr lvl="0"/>
            <a:r>
              <a:rPr lang="en-US"/>
              <a:t>Click to edit Master text styles</a:t>
            </a:r>
          </a:p>
        </p:txBody>
      </p:sp>
    </p:spTree>
    <p:extLst>
      <p:ext uri="{BB962C8B-B14F-4D97-AF65-F5344CB8AC3E}">
        <p14:creationId xmlns:p14="http://schemas.microsoft.com/office/powerpoint/2010/main" val="3260465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Quot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1441833"/>
            <a:ext cx="10972800" cy="4241800"/>
          </a:xfrm>
        </p:spPr>
        <p:txBody>
          <a:bodyPr>
            <a:normAutofit/>
          </a:bodyPr>
          <a:lstStyle>
            <a:lvl1pPr marL="0" indent="0">
              <a:buNone/>
              <a:defRPr sz="6000">
                <a:solidFill>
                  <a:schemeClr val="bg1"/>
                </a:solidFill>
              </a:defRPr>
            </a:lvl1pPr>
          </a:lstStyle>
          <a:p>
            <a:pPr lvl="0"/>
            <a:r>
              <a:rPr lang="en-US"/>
              <a:t>Click to edit Master text styles</a:t>
            </a:r>
          </a:p>
        </p:txBody>
      </p:sp>
      <p:sp>
        <p:nvSpPr>
          <p:cNvPr id="6" name="Text Placeholder 5">
            <a:extLst>
              <a:ext uri="{FF2B5EF4-FFF2-40B4-BE49-F238E27FC236}">
                <a16:creationId xmlns:a16="http://schemas.microsoft.com/office/drawing/2014/main" id="{874C57F0-3964-4184-8486-C7C3D87AEA3B}"/>
              </a:ext>
            </a:extLst>
          </p:cNvPr>
          <p:cNvSpPr>
            <a:spLocks noGrp="1"/>
          </p:cNvSpPr>
          <p:nvPr>
            <p:ph type="body" sz="quarter" idx="11"/>
          </p:nvPr>
        </p:nvSpPr>
        <p:spPr>
          <a:xfrm>
            <a:off x="381000" y="5757203"/>
            <a:ext cx="10972800" cy="501650"/>
          </a:xfrm>
        </p:spPr>
        <p:txBody>
          <a:bodyPr/>
          <a:lstStyle>
            <a:lvl1pPr marL="0" indent="0">
              <a:buNone/>
              <a:defRPr>
                <a:solidFill>
                  <a:schemeClr val="accent2"/>
                </a:solidFill>
                <a:latin typeface="+mn-lt"/>
              </a:defRPr>
            </a:lvl1pPr>
          </a:lstStyle>
          <a:p>
            <a:pPr lvl="0"/>
            <a:r>
              <a:rPr lang="en-US"/>
              <a:t>Click to edit Master text styles</a:t>
            </a:r>
          </a:p>
        </p:txBody>
      </p:sp>
      <p:sp>
        <p:nvSpPr>
          <p:cNvPr id="5" name="Rectangle 4">
            <a:extLst>
              <a:ext uri="{FF2B5EF4-FFF2-40B4-BE49-F238E27FC236}">
                <a16:creationId xmlns:a16="http://schemas.microsoft.com/office/drawing/2014/main" id="{A43DA6DA-63DC-460A-B2F4-6584E4114B06}"/>
              </a:ext>
              <a:ext uri="{C183D7F6-B498-43B3-948B-1728B52AA6E4}">
                <adec:decorative xmlns:adec="http://schemas.microsoft.com/office/drawing/2017/decorative" val="1"/>
              </a:ext>
            </a:extLst>
          </p:cNvPr>
          <p:cNvSpPr/>
          <p:nvPr/>
        </p:nvSpPr>
        <p:spPr>
          <a:xfrm>
            <a:off x="0" y="6400800"/>
            <a:ext cx="11734800" cy="4572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7" name="Graphic 6">
            <a:extLst>
              <a:ext uri="{FF2B5EF4-FFF2-40B4-BE49-F238E27FC236}">
                <a16:creationId xmlns:a16="http://schemas.microsoft.com/office/drawing/2014/main" id="{EF26FFBC-3F56-4549-828C-9A20F03B19B1}"/>
              </a:ext>
              <a:ext uri="{C183D7F6-B498-43B3-948B-1728B52AA6E4}">
                <adec:decorative xmlns:adec="http://schemas.microsoft.com/office/drawing/2017/decorative" val="1"/>
              </a:ext>
            </a:extLst>
          </p:cNvPr>
          <p:cNvPicPr>
            <a:picLocks noChangeAspect="1"/>
          </p:cNvPicPr>
          <p:nvPr/>
        </p:nvPicPr>
        <p:blipFill>
          <a:blip r:embed="rId2">
            <a:lum bright="100000"/>
            <a:extLst>
              <a:ext uri="{96DAC541-7B7A-43D3-8B79-37D633B846F1}">
                <asvg:svgBlip xmlns:asvg="http://schemas.microsoft.com/office/drawing/2016/SVG/main" r:embed="rId3"/>
              </a:ext>
            </a:extLst>
          </a:blip>
          <a:stretch>
            <a:fillRect/>
          </a:stretch>
        </p:blipFill>
        <p:spPr>
          <a:xfrm>
            <a:off x="11137466" y="6554735"/>
            <a:ext cx="476084" cy="177524"/>
          </a:xfrm>
          <a:prstGeom prst="rect">
            <a:avLst/>
          </a:prstGeom>
        </p:spPr>
      </p:pic>
      <p:sp>
        <p:nvSpPr>
          <p:cNvPr id="8" name="Rectangle 7">
            <a:extLst>
              <a:ext uri="{FF2B5EF4-FFF2-40B4-BE49-F238E27FC236}">
                <a16:creationId xmlns:a16="http://schemas.microsoft.com/office/drawing/2014/main" id="{1EBB8918-321F-4814-85AD-F9F7A8C67AEF}"/>
              </a:ext>
              <a:ext uri="{C183D7F6-B498-43B3-948B-1728B52AA6E4}">
                <adec:decorative xmlns:adec="http://schemas.microsoft.com/office/drawing/2017/decorative" val="1"/>
              </a:ext>
            </a:extLst>
          </p:cNvPr>
          <p:cNvSpPr/>
          <p:nvPr/>
        </p:nvSpPr>
        <p:spPr>
          <a:xfrm>
            <a:off x="11734800" y="0"/>
            <a:ext cx="457200" cy="64008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7DFBDE8F-8844-4DFF-BA21-35B58CB1D8AF}"/>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10" name="Rectangle 9">
            <a:extLst>
              <a:ext uri="{FF2B5EF4-FFF2-40B4-BE49-F238E27FC236}">
                <a16:creationId xmlns:a16="http://schemas.microsoft.com/office/drawing/2014/main" id="{D575CFAC-8A95-416C-AF0A-BE82C31DD56A}"/>
              </a:ext>
              <a:ext uri="{C183D7F6-B498-43B3-948B-1728B52AA6E4}">
                <adec:decorative xmlns:adec="http://schemas.microsoft.com/office/drawing/2017/decorative" val="1"/>
              </a:ext>
            </a:extLst>
          </p:cNvPr>
          <p:cNvSpPr/>
          <p:nvPr/>
        </p:nvSpPr>
        <p:spPr>
          <a:xfrm>
            <a:off x="286365" y="6510549"/>
            <a:ext cx="2379177" cy="246221"/>
          </a:xfrm>
          <a:prstGeom prst="rect">
            <a:avLst/>
          </a:prstGeom>
        </p:spPr>
        <p:txBody>
          <a:bodyPr wrap="none">
            <a:spAutoFit/>
          </a:bodyPr>
          <a:lstStyle/>
          <a:p>
            <a:pPr algn="l"/>
            <a:r>
              <a:rPr lang="en-US" sz="1000">
                <a:solidFill>
                  <a:schemeClr val="bg1"/>
                </a:solidFill>
                <a:ea typeface="Intel Clear" panose="020B0604020203020204" pitchFamily="34" charset="0"/>
                <a:cs typeface="Times New Roman" panose="02020603050405020304" pitchFamily="18" charset="0"/>
              </a:rPr>
              <a:t>CCG CPE Client Customer Engineering</a:t>
            </a:r>
          </a:p>
        </p:txBody>
      </p:sp>
      <p:sp>
        <p:nvSpPr>
          <p:cNvPr id="11" name="TextBox 10">
            <a:extLst>
              <a:ext uri="{FF2B5EF4-FFF2-40B4-BE49-F238E27FC236}">
                <a16:creationId xmlns:a16="http://schemas.microsoft.com/office/drawing/2014/main" id="{201852F3-59BE-4CC1-B2BF-0FAA22504E8B}"/>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219633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gu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381000" y="2229178"/>
            <a:ext cx="10972800" cy="1199822"/>
          </a:xfrm>
        </p:spPr>
        <p:txBody>
          <a:bodyPr anchor="b" anchorCtr="0">
            <a:normAutofit/>
          </a:bodyPr>
          <a:lstStyle>
            <a:lvl1pPr>
              <a:defRPr sz="4800"/>
            </a:lvl1pPr>
          </a:lstStyle>
          <a:p>
            <a:r>
              <a:rPr lang="en-US"/>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3449317"/>
            <a:ext cx="10972800" cy="681935"/>
          </a:xfrm>
        </p:spPr>
        <p:txBody>
          <a:bodyPr>
            <a:normAutofit/>
          </a:bodyPr>
          <a:lstStyle>
            <a:lvl1pPr marL="0" indent="0">
              <a:buNone/>
              <a:defRPr sz="2800">
                <a:solidFill>
                  <a:schemeClr val="accent1"/>
                </a:solidFill>
                <a:latin typeface="+mn-lt"/>
              </a:defRPr>
            </a:lvl1pPr>
          </a:lstStyle>
          <a:p>
            <a:pPr lvl="0"/>
            <a:r>
              <a:rPr lang="en-US"/>
              <a:t>Click to edit Master text styles</a:t>
            </a:r>
          </a:p>
        </p:txBody>
      </p:sp>
    </p:spTree>
    <p:extLst>
      <p:ext uri="{BB962C8B-B14F-4D97-AF65-F5344CB8AC3E}">
        <p14:creationId xmlns:p14="http://schemas.microsoft.com/office/powerpoint/2010/main" val="1240321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Segu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381000" y="2229178"/>
            <a:ext cx="10972800" cy="1199822"/>
          </a:xfrm>
        </p:spPr>
        <p:txBody>
          <a:bodyPr anchor="b" anchorCtr="0">
            <a:normAutofit/>
          </a:bodyPr>
          <a:lstStyle>
            <a:lvl1pPr>
              <a:defRPr sz="4800">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3449317"/>
            <a:ext cx="10972800" cy="681935"/>
          </a:xfrm>
        </p:spPr>
        <p:txBody>
          <a:bodyPr>
            <a:normAutofit/>
          </a:bodyPr>
          <a:lstStyle>
            <a:lvl1pPr marL="0" indent="0">
              <a:buNone/>
              <a:defRPr sz="2800">
                <a:solidFill>
                  <a:schemeClr val="accent2"/>
                </a:solidFill>
                <a:latin typeface="+mn-lt"/>
              </a:defRPr>
            </a:lvl1pPr>
          </a:lstStyle>
          <a:p>
            <a:pPr lvl="0"/>
            <a:r>
              <a:rPr lang="en-US"/>
              <a:t>Click to edit Master text styles</a:t>
            </a:r>
          </a:p>
        </p:txBody>
      </p:sp>
      <p:sp>
        <p:nvSpPr>
          <p:cNvPr id="5" name="Rectangle 4">
            <a:extLst>
              <a:ext uri="{FF2B5EF4-FFF2-40B4-BE49-F238E27FC236}">
                <a16:creationId xmlns:a16="http://schemas.microsoft.com/office/drawing/2014/main" id="{3CEB7CF4-6E59-4F58-B339-D2AEFB0D202B}"/>
              </a:ext>
              <a:ext uri="{C183D7F6-B498-43B3-948B-1728B52AA6E4}">
                <adec:decorative xmlns:adec="http://schemas.microsoft.com/office/drawing/2017/decorative" val="1"/>
              </a:ext>
            </a:extLst>
          </p:cNvPr>
          <p:cNvSpPr/>
          <p:nvPr/>
        </p:nvSpPr>
        <p:spPr>
          <a:xfrm>
            <a:off x="0" y="6400800"/>
            <a:ext cx="11734800" cy="4572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6" name="Graphic 5">
            <a:extLst>
              <a:ext uri="{FF2B5EF4-FFF2-40B4-BE49-F238E27FC236}">
                <a16:creationId xmlns:a16="http://schemas.microsoft.com/office/drawing/2014/main" id="{42F87E56-D20F-4261-BEAD-AB9B17E14FC2}"/>
              </a:ext>
              <a:ext uri="{C183D7F6-B498-43B3-948B-1728B52AA6E4}">
                <adec:decorative xmlns:adec="http://schemas.microsoft.com/office/drawing/2017/decorative" val="1"/>
              </a:ext>
            </a:extLst>
          </p:cNvPr>
          <p:cNvPicPr>
            <a:picLocks noChangeAspect="1"/>
          </p:cNvPicPr>
          <p:nvPr/>
        </p:nvPicPr>
        <p:blipFill>
          <a:blip r:embed="rId2">
            <a:lum bright="100000"/>
            <a:extLst>
              <a:ext uri="{96DAC541-7B7A-43D3-8B79-37D633B846F1}">
                <asvg:svgBlip xmlns:asvg="http://schemas.microsoft.com/office/drawing/2016/SVG/main" r:embed="rId3"/>
              </a:ext>
            </a:extLst>
          </a:blip>
          <a:stretch>
            <a:fillRect/>
          </a:stretch>
        </p:blipFill>
        <p:spPr>
          <a:xfrm>
            <a:off x="11137466" y="6554735"/>
            <a:ext cx="476084" cy="177524"/>
          </a:xfrm>
          <a:prstGeom prst="rect">
            <a:avLst/>
          </a:prstGeom>
        </p:spPr>
      </p:pic>
      <p:sp>
        <p:nvSpPr>
          <p:cNvPr id="7" name="Rectangle 6">
            <a:extLst>
              <a:ext uri="{FF2B5EF4-FFF2-40B4-BE49-F238E27FC236}">
                <a16:creationId xmlns:a16="http://schemas.microsoft.com/office/drawing/2014/main" id="{55FB7B45-0229-4BD9-84EB-963DE20FBDD7}"/>
              </a:ext>
              <a:ext uri="{C183D7F6-B498-43B3-948B-1728B52AA6E4}">
                <adec:decorative xmlns:adec="http://schemas.microsoft.com/office/drawing/2017/decorative" val="1"/>
              </a:ext>
            </a:extLst>
          </p:cNvPr>
          <p:cNvSpPr/>
          <p:nvPr/>
        </p:nvSpPr>
        <p:spPr>
          <a:xfrm>
            <a:off x="11734800" y="0"/>
            <a:ext cx="457200" cy="64008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8" name="Rectangle 7">
            <a:extLst>
              <a:ext uri="{FF2B5EF4-FFF2-40B4-BE49-F238E27FC236}">
                <a16:creationId xmlns:a16="http://schemas.microsoft.com/office/drawing/2014/main" id="{BF1CF056-9D11-4F80-AB2B-5694DFB8A527}"/>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9FD4934B-0E18-43C3-ABD3-375F5EB746E2}"/>
              </a:ext>
              <a:ext uri="{C183D7F6-B498-43B3-948B-1728B52AA6E4}">
                <adec:decorative xmlns:adec="http://schemas.microsoft.com/office/drawing/2017/decorative" val="1"/>
              </a:ext>
            </a:extLst>
          </p:cNvPr>
          <p:cNvSpPr/>
          <p:nvPr/>
        </p:nvSpPr>
        <p:spPr>
          <a:xfrm>
            <a:off x="286365" y="6510549"/>
            <a:ext cx="2379177" cy="246221"/>
          </a:xfrm>
          <a:prstGeom prst="rect">
            <a:avLst/>
          </a:prstGeom>
        </p:spPr>
        <p:txBody>
          <a:bodyPr wrap="none">
            <a:spAutoFit/>
          </a:bodyPr>
          <a:lstStyle/>
          <a:p>
            <a:pPr algn="l"/>
            <a:r>
              <a:rPr lang="en-US" sz="1000">
                <a:solidFill>
                  <a:schemeClr val="bg1"/>
                </a:solidFill>
                <a:ea typeface="Intel Clear" panose="020B0604020203020204" pitchFamily="34" charset="0"/>
                <a:cs typeface="Times New Roman" panose="02020603050405020304" pitchFamily="18" charset="0"/>
              </a:rPr>
              <a:t>CCG CPE Client Customer Engineering</a:t>
            </a:r>
          </a:p>
        </p:txBody>
      </p:sp>
      <p:sp>
        <p:nvSpPr>
          <p:cNvPr id="10" name="TextBox 9">
            <a:extLst>
              <a:ext uri="{FF2B5EF4-FFF2-40B4-BE49-F238E27FC236}">
                <a16:creationId xmlns:a16="http://schemas.microsoft.com/office/drawing/2014/main" id="{B33A9EF0-587D-4D66-AF71-B360DB9198E7}"/>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7004748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and Content Blue A">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925220" y="2614497"/>
            <a:ext cx="4838270" cy="1782383"/>
          </a:xfrm>
        </p:spPr>
        <p:txBody>
          <a:bodyPr anchor="t" anchorCtr="0">
            <a:normAutofit/>
          </a:bodyPr>
          <a:lstStyle>
            <a:lvl1pPr>
              <a:defRPr sz="4800">
                <a:solidFill>
                  <a:schemeClr val="bg1"/>
                </a:solidFill>
              </a:defRPr>
            </a:lvl1pPr>
          </a:lstStyle>
          <a:p>
            <a:r>
              <a:rPr lang="en-US"/>
              <a:t>Click to edit Master title style</a:t>
            </a:r>
          </a:p>
        </p:txBody>
      </p:sp>
      <p:sp>
        <p:nvSpPr>
          <p:cNvPr id="15" name="Rectangle 14">
            <a:extLst>
              <a:ext uri="{FF2B5EF4-FFF2-40B4-BE49-F238E27FC236}">
                <a16:creationId xmlns:a16="http://schemas.microsoft.com/office/drawing/2014/main" id="{CC841197-2CF0-45F0-8F2A-7933BBBCA6C7}"/>
              </a:ext>
              <a:ext uri="{C183D7F6-B498-43B3-948B-1728B52AA6E4}">
                <adec:decorative xmlns:adec="http://schemas.microsoft.com/office/drawing/2017/decorative" val="1"/>
              </a:ext>
            </a:extLst>
          </p:cNvPr>
          <p:cNvSpPr/>
          <p:nvPr/>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p:nvSpPr>
        <p:spPr>
          <a:xfrm>
            <a:off x="5867399" y="402558"/>
            <a:ext cx="5874297" cy="600347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087623" y="546389"/>
            <a:ext cx="5433848" cy="1118706"/>
          </a:xfrm>
        </p:spPr>
        <p:txBody>
          <a:bodyPr anchor="ctr" anchorCtr="0">
            <a:noAutofit/>
          </a:bodyPr>
          <a:lstStyle>
            <a:lvl1pPr marL="0" indent="0">
              <a:buNone/>
              <a:defRPr sz="3200">
                <a:solidFill>
                  <a:schemeClr val="bg1"/>
                </a:solidFill>
              </a:defRPr>
            </a:lvl1pPr>
          </a:lstStyle>
          <a:p>
            <a:pPr lvl="0"/>
            <a:r>
              <a:rPr lang="en-US"/>
              <a:t>Click to edit Master text styles</a:t>
            </a:r>
          </a:p>
        </p:txBody>
      </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p:nvPr>
        </p:nvSpPr>
        <p:spPr>
          <a:xfrm>
            <a:off x="6087623" y="1813801"/>
            <a:ext cx="5433848" cy="437679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42F87E56-D20F-4261-BEAD-AB9B17E14FC2}"/>
              </a:ext>
              <a:ext uri="{C183D7F6-B498-43B3-948B-1728B52AA6E4}">
                <adec:decorative xmlns:adec="http://schemas.microsoft.com/office/drawing/2017/decorative" val="1"/>
              </a:ext>
            </a:extLst>
          </p:cNvPr>
          <p:cNvPicPr>
            <a:picLocks noChangeAspect="1"/>
          </p:cNvPicPr>
          <p:nvPr/>
        </p:nvPicPr>
        <p:blipFill>
          <a:blip r:embed="rId2">
            <a:lum bright="100000"/>
            <a:extLst>
              <a:ext uri="{96DAC541-7B7A-43D3-8B79-37D633B846F1}">
                <asvg:svgBlip xmlns:asvg="http://schemas.microsoft.com/office/drawing/2016/SVG/main" r:embed="rId3"/>
              </a:ext>
            </a:extLst>
          </a:blip>
          <a:stretch>
            <a:fillRect/>
          </a:stretch>
        </p:blipFill>
        <p:spPr>
          <a:xfrm>
            <a:off x="11137466" y="6554735"/>
            <a:ext cx="476084" cy="177524"/>
          </a:xfrm>
          <a:prstGeom prst="rect">
            <a:avLst/>
          </a:prstGeom>
        </p:spPr>
      </p:pic>
      <p:sp>
        <p:nvSpPr>
          <p:cNvPr id="8" name="Rectangle 7">
            <a:extLst>
              <a:ext uri="{FF2B5EF4-FFF2-40B4-BE49-F238E27FC236}">
                <a16:creationId xmlns:a16="http://schemas.microsoft.com/office/drawing/2014/main" id="{BF1CF056-9D11-4F80-AB2B-5694DFB8A527}"/>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9FD4934B-0E18-43C3-ABD3-375F5EB746E2}"/>
              </a:ext>
              <a:ext uri="{C183D7F6-B498-43B3-948B-1728B52AA6E4}">
                <adec:decorative xmlns:adec="http://schemas.microsoft.com/office/drawing/2017/decorative" val="1"/>
              </a:ext>
            </a:extLst>
          </p:cNvPr>
          <p:cNvSpPr/>
          <p:nvPr/>
        </p:nvSpPr>
        <p:spPr>
          <a:xfrm>
            <a:off x="286365" y="6510549"/>
            <a:ext cx="2379177" cy="246221"/>
          </a:xfrm>
          <a:prstGeom prst="rect">
            <a:avLst/>
          </a:prstGeom>
        </p:spPr>
        <p:txBody>
          <a:bodyPr wrap="none">
            <a:spAutoFit/>
          </a:bodyPr>
          <a:lstStyle/>
          <a:p>
            <a:pPr algn="l"/>
            <a:r>
              <a:rPr lang="en-US" sz="1000">
                <a:solidFill>
                  <a:schemeClr val="bg1"/>
                </a:solidFill>
                <a:ea typeface="Intel Clear" panose="020B0604020203020204" pitchFamily="34" charset="0"/>
                <a:cs typeface="Times New Roman" panose="02020603050405020304" pitchFamily="18" charset="0"/>
              </a:rPr>
              <a:t>CCG CPE Client Customer Engineering</a:t>
            </a:r>
          </a:p>
        </p:txBody>
      </p:sp>
      <p:sp>
        <p:nvSpPr>
          <p:cNvPr id="10" name="TextBox 9">
            <a:extLst>
              <a:ext uri="{FF2B5EF4-FFF2-40B4-BE49-F238E27FC236}">
                <a16:creationId xmlns:a16="http://schemas.microsoft.com/office/drawing/2014/main" id="{B33A9EF0-587D-4D66-AF71-B360DB9198E7}"/>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grpSp>
        <p:nvGrpSpPr>
          <p:cNvPr id="3" name="Group 2">
            <a:extLst>
              <a:ext uri="{FF2B5EF4-FFF2-40B4-BE49-F238E27FC236}">
                <a16:creationId xmlns:a16="http://schemas.microsoft.com/office/drawing/2014/main" id="{341B807F-E5A0-4B47-8126-0798D03DDEEE}"/>
              </a:ext>
              <a:ext uri="{C183D7F6-B498-43B3-948B-1728B52AA6E4}">
                <adec:decorative xmlns:adec="http://schemas.microsoft.com/office/drawing/2017/decorative" val="1"/>
              </a:ext>
            </a:extLst>
          </p:cNvPr>
          <p:cNvGrpSpPr/>
          <p:nvPr/>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userDrawn="1"/>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userDrawn="1"/>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userDrawn="1"/>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Tree>
    <p:extLst>
      <p:ext uri="{BB962C8B-B14F-4D97-AF65-F5344CB8AC3E}">
        <p14:creationId xmlns:p14="http://schemas.microsoft.com/office/powerpoint/2010/main" val="5266232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and Content Blue B">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C841197-2CF0-45F0-8F2A-7933BBBCA6C7}"/>
              </a:ext>
              <a:ext uri="{C183D7F6-B498-43B3-948B-1728B52AA6E4}">
                <adec:decorative xmlns:adec="http://schemas.microsoft.com/office/drawing/2017/decorative" val="1"/>
              </a:ext>
            </a:extLst>
          </p:cNvPr>
          <p:cNvSpPr/>
          <p:nvPr/>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p:nvSpPr>
        <p:spPr>
          <a:xfrm>
            <a:off x="5867399" y="402558"/>
            <a:ext cx="5874297" cy="600347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925220" y="2614497"/>
            <a:ext cx="4838270" cy="1782383"/>
          </a:xfrm>
        </p:spPr>
        <p:txBody>
          <a:bodyPr anchor="t" anchorCtr="0">
            <a:normAutofit/>
          </a:bodyPr>
          <a:lstStyle>
            <a:lvl1pPr>
              <a:defRPr sz="4800">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087623" y="546389"/>
            <a:ext cx="5433848" cy="1118706"/>
          </a:xfrm>
        </p:spPr>
        <p:txBody>
          <a:bodyPr anchor="ctr" anchorCtr="0">
            <a:noAutofit/>
          </a:bodyPr>
          <a:lstStyle>
            <a:lvl1pPr marL="0" indent="0">
              <a:buNone/>
              <a:defRPr sz="3200">
                <a:solidFill>
                  <a:schemeClr val="bg1"/>
                </a:solidFill>
              </a:defRPr>
            </a:lvl1pPr>
          </a:lstStyle>
          <a:p>
            <a:pPr lvl="0"/>
            <a:r>
              <a:rPr lang="en-US"/>
              <a:t>Click to edit Master text styles</a:t>
            </a:r>
          </a:p>
        </p:txBody>
      </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p:nvPr>
        </p:nvSpPr>
        <p:spPr>
          <a:xfrm>
            <a:off x="6087623" y="1813801"/>
            <a:ext cx="5433848" cy="437679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42F87E56-D20F-4261-BEAD-AB9B17E14FC2}"/>
              </a:ext>
              <a:ext uri="{C183D7F6-B498-43B3-948B-1728B52AA6E4}">
                <adec:decorative xmlns:adec="http://schemas.microsoft.com/office/drawing/2017/decorative" val="1"/>
              </a:ext>
            </a:extLst>
          </p:cNvPr>
          <p:cNvPicPr>
            <a:picLocks noChangeAspect="1"/>
          </p:cNvPicPr>
          <p:nvPr/>
        </p:nvPicPr>
        <p:blipFill>
          <a:blip r:embed="rId2">
            <a:lum bright="100000"/>
            <a:extLst>
              <a:ext uri="{96DAC541-7B7A-43D3-8B79-37D633B846F1}">
                <asvg:svgBlip xmlns:asvg="http://schemas.microsoft.com/office/drawing/2016/SVG/main" r:embed="rId3"/>
              </a:ext>
            </a:extLst>
          </a:blip>
          <a:stretch>
            <a:fillRect/>
          </a:stretch>
        </p:blipFill>
        <p:spPr>
          <a:xfrm>
            <a:off x="11137466" y="6554735"/>
            <a:ext cx="476084" cy="177524"/>
          </a:xfrm>
          <a:prstGeom prst="rect">
            <a:avLst/>
          </a:prstGeom>
        </p:spPr>
      </p:pic>
      <p:sp>
        <p:nvSpPr>
          <p:cNvPr id="8" name="Rectangle 7">
            <a:extLst>
              <a:ext uri="{FF2B5EF4-FFF2-40B4-BE49-F238E27FC236}">
                <a16:creationId xmlns:a16="http://schemas.microsoft.com/office/drawing/2014/main" id="{BF1CF056-9D11-4F80-AB2B-5694DFB8A527}"/>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9FD4934B-0E18-43C3-ABD3-375F5EB746E2}"/>
              </a:ext>
              <a:ext uri="{C183D7F6-B498-43B3-948B-1728B52AA6E4}">
                <adec:decorative xmlns:adec="http://schemas.microsoft.com/office/drawing/2017/decorative" val="1"/>
              </a:ext>
            </a:extLst>
          </p:cNvPr>
          <p:cNvSpPr/>
          <p:nvPr/>
        </p:nvSpPr>
        <p:spPr>
          <a:xfrm>
            <a:off x="286365" y="6510549"/>
            <a:ext cx="2379177" cy="246221"/>
          </a:xfrm>
          <a:prstGeom prst="rect">
            <a:avLst/>
          </a:prstGeom>
        </p:spPr>
        <p:txBody>
          <a:bodyPr wrap="none">
            <a:spAutoFit/>
          </a:bodyPr>
          <a:lstStyle/>
          <a:p>
            <a:pPr algn="l"/>
            <a:r>
              <a:rPr lang="en-US" sz="1000">
                <a:solidFill>
                  <a:schemeClr val="bg1"/>
                </a:solidFill>
                <a:ea typeface="Intel Clear" panose="020B0604020203020204" pitchFamily="34" charset="0"/>
                <a:cs typeface="Times New Roman" panose="02020603050405020304" pitchFamily="18" charset="0"/>
              </a:rPr>
              <a:t>CCG CPE Client Customer Engineering</a:t>
            </a:r>
          </a:p>
        </p:txBody>
      </p:sp>
      <p:sp>
        <p:nvSpPr>
          <p:cNvPr id="10" name="TextBox 9">
            <a:extLst>
              <a:ext uri="{FF2B5EF4-FFF2-40B4-BE49-F238E27FC236}">
                <a16:creationId xmlns:a16="http://schemas.microsoft.com/office/drawing/2014/main" id="{B33A9EF0-587D-4D66-AF71-B360DB9198E7}"/>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grpSp>
        <p:nvGrpSpPr>
          <p:cNvPr id="3" name="Group 2">
            <a:extLst>
              <a:ext uri="{FF2B5EF4-FFF2-40B4-BE49-F238E27FC236}">
                <a16:creationId xmlns:a16="http://schemas.microsoft.com/office/drawing/2014/main" id="{AF16FE66-F77C-48EC-9636-B0D3F1F816E2}"/>
              </a:ext>
              <a:ext uri="{C183D7F6-B498-43B3-948B-1728B52AA6E4}">
                <adec:decorative xmlns:adec="http://schemas.microsoft.com/office/drawing/2017/decorative" val="1"/>
              </a:ext>
            </a:extLst>
          </p:cNvPr>
          <p:cNvGrpSpPr/>
          <p:nvPr/>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userDrawn="1"/>
          </p:nvSpPr>
          <p:spPr>
            <a:xfrm>
              <a:off x="709974" y="2295340"/>
              <a:ext cx="319157" cy="319157"/>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userDrawn="1"/>
          </p:nvSpPr>
          <p:spPr>
            <a:xfrm>
              <a:off x="536812" y="2123120"/>
              <a:ext cx="174318" cy="17431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userDrawn="1"/>
          </p:nvSpPr>
          <p:spPr>
            <a:xfrm>
              <a:off x="711130" y="2023074"/>
              <a:ext cx="100045" cy="100045"/>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Tree>
    <p:extLst>
      <p:ext uri="{BB962C8B-B14F-4D97-AF65-F5344CB8AC3E}">
        <p14:creationId xmlns:p14="http://schemas.microsoft.com/office/powerpoint/2010/main" val="26838488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ontent Whit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925220" y="2614497"/>
            <a:ext cx="4838270" cy="1782383"/>
          </a:xfrm>
        </p:spPr>
        <p:txBody>
          <a:bodyPr anchor="t" anchorCtr="0">
            <a:normAutofit/>
          </a:bodyPr>
          <a:lstStyle>
            <a:lvl1pPr>
              <a:defRPr sz="4800">
                <a:solidFill>
                  <a:schemeClr val="tx1"/>
                </a:solidFill>
              </a:defRPr>
            </a:lvl1pPr>
          </a:lstStyle>
          <a:p>
            <a:r>
              <a:rPr lang="en-US"/>
              <a:t>Click to edit Master title style</a:t>
            </a:r>
          </a:p>
        </p:txBody>
      </p:sp>
      <p:sp>
        <p:nvSpPr>
          <p:cNvPr id="17" name="Rectangle 16">
            <a:extLst>
              <a:ext uri="{FF2B5EF4-FFF2-40B4-BE49-F238E27FC236}">
                <a16:creationId xmlns:a16="http://schemas.microsoft.com/office/drawing/2014/main" id="{E32B7E3E-B537-4EE3-BA97-B90982F6C31B}"/>
              </a:ext>
            </a:extLst>
          </p:cNvPr>
          <p:cNvSpPr/>
          <p:nvPr/>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p:nvSpPr>
        <p:spPr>
          <a:xfrm>
            <a:off x="5867399" y="402558"/>
            <a:ext cx="5874297" cy="600347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087623" y="546389"/>
            <a:ext cx="5433848" cy="1118706"/>
          </a:xfrm>
        </p:spPr>
        <p:txBody>
          <a:bodyPr anchor="ctr" anchorCtr="0">
            <a:noAutofit/>
          </a:bodyPr>
          <a:lstStyle>
            <a:lvl1pPr marL="0" indent="0">
              <a:buNone/>
              <a:defRPr sz="3200">
                <a:solidFill>
                  <a:schemeClr val="tx1"/>
                </a:solidFill>
              </a:defRPr>
            </a:lvl1pPr>
          </a:lstStyle>
          <a:p>
            <a:pPr lvl="0"/>
            <a:r>
              <a:rPr lang="en-US"/>
              <a:t>Click to edit Master text styles</a:t>
            </a:r>
          </a:p>
        </p:txBody>
      </p:sp>
      <p:grpSp>
        <p:nvGrpSpPr>
          <p:cNvPr id="3" name="Group 2">
            <a:extLst>
              <a:ext uri="{FF2B5EF4-FFF2-40B4-BE49-F238E27FC236}">
                <a16:creationId xmlns:a16="http://schemas.microsoft.com/office/drawing/2014/main" id="{3506BD04-B5E7-422F-B321-54907EFDFDD8}"/>
              </a:ext>
              <a:ext uri="{C183D7F6-B498-43B3-948B-1728B52AA6E4}">
                <adec:decorative xmlns:adec="http://schemas.microsoft.com/office/drawing/2017/decorative" val="1"/>
              </a:ext>
            </a:extLst>
          </p:cNvPr>
          <p:cNvGrpSpPr/>
          <p:nvPr/>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userDrawn="1"/>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userDrawn="1"/>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userDrawn="1"/>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p:nvPr>
        </p:nvSpPr>
        <p:spPr>
          <a:xfrm>
            <a:off x="6087623" y="1813801"/>
            <a:ext cx="5433848" cy="437679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Box 17">
            <a:extLst>
              <a:ext uri="{FF2B5EF4-FFF2-40B4-BE49-F238E27FC236}">
                <a16:creationId xmlns:a16="http://schemas.microsoft.com/office/drawing/2014/main" id="{E175E17D-D74E-461D-9994-21701E9CF3FE}"/>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39746914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with Frame White">
    <p:bg>
      <p:bgPr>
        <a:solidFill>
          <a:schemeClr val="bg1">
            <a:lumMod val="9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5A302-45A3-481F-BFAB-9A074C3F7794}"/>
              </a:ext>
              <a:ext uri="{C183D7F6-B498-43B3-948B-1728B52AA6E4}">
                <adec:decorative xmlns:adec="http://schemas.microsoft.com/office/drawing/2017/decorative" val="1"/>
              </a:ext>
            </a:extLst>
          </p:cNvPr>
          <p:cNvSpPr/>
          <p:nvPr/>
        </p:nvSpPr>
        <p:spPr>
          <a:xfrm>
            <a:off x="457200" y="464127"/>
            <a:ext cx="11286348" cy="594483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8DFA79AD-8981-4F51-8CC1-43C885681348}"/>
              </a:ext>
            </a:extLst>
          </p:cNvPr>
          <p:cNvSpPr>
            <a:spLocks noGrp="1"/>
          </p:cNvSpPr>
          <p:nvPr>
            <p:ph type="title"/>
          </p:nvPr>
        </p:nvSpPr>
        <p:spPr>
          <a:xfrm>
            <a:off x="806922" y="1828800"/>
            <a:ext cx="10557387" cy="3200400"/>
          </a:xfrm>
        </p:spPr>
        <p:txBody>
          <a:bodyPr>
            <a:normAutofit/>
          </a:bodyPr>
          <a:lstStyle>
            <a:lvl1pPr algn="ctr">
              <a:defRPr sz="4800">
                <a:solidFill>
                  <a:schemeClr val="accent1"/>
                </a:solidFill>
              </a:defRPr>
            </a:lvl1pPr>
          </a:lstStyle>
          <a:p>
            <a:r>
              <a:rPr lang="en-US"/>
              <a:t>Click to edit Master title style</a:t>
            </a:r>
          </a:p>
        </p:txBody>
      </p:sp>
      <p:sp>
        <p:nvSpPr>
          <p:cNvPr id="4" name="Rectangle 3">
            <a:extLst>
              <a:ext uri="{FF2B5EF4-FFF2-40B4-BE49-F238E27FC236}">
                <a16:creationId xmlns:a16="http://schemas.microsoft.com/office/drawing/2014/main" id="{56A6F6B2-1DD0-42F2-9039-5327CC0EF19D}"/>
              </a:ext>
              <a:ext uri="{C183D7F6-B498-43B3-948B-1728B52AA6E4}">
                <adec:decorative xmlns:adec="http://schemas.microsoft.com/office/drawing/2017/decorative" val="1"/>
              </a:ext>
            </a:extLst>
          </p:cNvPr>
          <p:cNvSpPr/>
          <p:nvPr/>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5" name="TextBox 4">
            <a:extLst>
              <a:ext uri="{FF2B5EF4-FFF2-40B4-BE49-F238E27FC236}">
                <a16:creationId xmlns:a16="http://schemas.microsoft.com/office/drawing/2014/main" id="{7DB3A20D-927D-4DD1-8E5E-A3AC6EDE3968}"/>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127026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with Frame Blue">
    <p:bg>
      <p:bgPr>
        <a:solidFill>
          <a:schemeClr val="tx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5A302-45A3-481F-BFAB-9A074C3F7794}"/>
              </a:ext>
              <a:ext uri="{C183D7F6-B498-43B3-948B-1728B52AA6E4}">
                <adec:decorative xmlns:adec="http://schemas.microsoft.com/office/drawing/2017/decorative" val="1"/>
              </a:ext>
            </a:extLst>
          </p:cNvPr>
          <p:cNvSpPr/>
          <p:nvPr/>
        </p:nvSpPr>
        <p:spPr>
          <a:xfrm>
            <a:off x="457200" y="464127"/>
            <a:ext cx="11286348" cy="594483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8DFA79AD-8981-4F51-8CC1-43C885681348}"/>
              </a:ext>
            </a:extLst>
          </p:cNvPr>
          <p:cNvSpPr>
            <a:spLocks noGrp="1"/>
          </p:cNvSpPr>
          <p:nvPr>
            <p:ph type="title"/>
          </p:nvPr>
        </p:nvSpPr>
        <p:spPr>
          <a:xfrm>
            <a:off x="806922" y="1776845"/>
            <a:ext cx="10557387" cy="3304310"/>
          </a:xfrm>
        </p:spPr>
        <p:txBody>
          <a:bodyPr>
            <a:normAutofit/>
          </a:bodyPr>
          <a:lstStyle>
            <a:lvl1pPr algn="ctr">
              <a:defRPr sz="4800">
                <a:solidFill>
                  <a:schemeClr val="bg1"/>
                </a:solidFill>
              </a:defRPr>
            </a:lvl1pPr>
          </a:lstStyle>
          <a:p>
            <a:r>
              <a:rPr lang="en-US"/>
              <a:t>Click to edit Master title style</a:t>
            </a:r>
          </a:p>
        </p:txBody>
      </p:sp>
      <p:sp>
        <p:nvSpPr>
          <p:cNvPr id="4" name="Rectangle 3">
            <a:extLst>
              <a:ext uri="{FF2B5EF4-FFF2-40B4-BE49-F238E27FC236}">
                <a16:creationId xmlns:a16="http://schemas.microsoft.com/office/drawing/2014/main" id="{56A6F6B2-1DD0-42F2-9039-5327CC0EF19D}"/>
              </a:ext>
              <a:ext uri="{C183D7F6-B498-43B3-948B-1728B52AA6E4}">
                <adec:decorative xmlns:adec="http://schemas.microsoft.com/office/drawing/2017/decorative" val="1"/>
              </a:ext>
            </a:extLst>
          </p:cNvPr>
          <p:cNvSpPr/>
          <p:nvPr/>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5" name="TextBox 4">
            <a:extLst>
              <a:ext uri="{FF2B5EF4-FFF2-40B4-BE49-F238E27FC236}">
                <a16:creationId xmlns:a16="http://schemas.microsoft.com/office/drawing/2014/main" id="{7DB3A20D-927D-4DD1-8E5E-A3AC6EDE3968}"/>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pic>
        <p:nvPicPr>
          <p:cNvPr id="6" name="Graphic 5">
            <a:extLst>
              <a:ext uri="{FF2B5EF4-FFF2-40B4-BE49-F238E27FC236}">
                <a16:creationId xmlns:a16="http://schemas.microsoft.com/office/drawing/2014/main" id="{5DDBF953-491D-46D1-9B3A-9BACF5F24487}"/>
              </a:ext>
              <a:ext uri="{C183D7F6-B498-43B3-948B-1728B52AA6E4}">
                <adec:decorative xmlns:adec="http://schemas.microsoft.com/office/drawing/2017/decorative" val="1"/>
              </a:ext>
            </a:extLst>
          </p:cNvPr>
          <p:cNvPicPr>
            <a:picLocks noChangeAspect="1"/>
          </p:cNvPicPr>
          <p:nvPr/>
        </p:nvPicPr>
        <p:blipFill>
          <a:blip r:embed="rId2">
            <a:lum bright="100000"/>
            <a:extLst>
              <a:ext uri="{96DAC541-7B7A-43D3-8B79-37D633B846F1}">
                <asvg:svgBlip xmlns:asvg="http://schemas.microsoft.com/office/drawing/2016/SVG/main" r:embed="rId3"/>
              </a:ext>
            </a:extLst>
          </a:blip>
          <a:stretch>
            <a:fillRect/>
          </a:stretch>
        </p:blipFill>
        <p:spPr>
          <a:xfrm>
            <a:off x="11137466" y="6554735"/>
            <a:ext cx="476084" cy="177524"/>
          </a:xfrm>
          <a:prstGeom prst="rect">
            <a:avLst/>
          </a:prstGeom>
        </p:spPr>
      </p:pic>
      <p:sp>
        <p:nvSpPr>
          <p:cNvPr id="7" name="Rectangle 6">
            <a:extLst>
              <a:ext uri="{FF2B5EF4-FFF2-40B4-BE49-F238E27FC236}">
                <a16:creationId xmlns:a16="http://schemas.microsoft.com/office/drawing/2014/main" id="{F2B9AAD6-9860-4DB3-B7F8-14D9F7EC7EC8}"/>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8" name="Rectangle 7">
            <a:extLst>
              <a:ext uri="{FF2B5EF4-FFF2-40B4-BE49-F238E27FC236}">
                <a16:creationId xmlns:a16="http://schemas.microsoft.com/office/drawing/2014/main" id="{02595309-FEF7-41EA-9715-F4426DF07254}"/>
              </a:ext>
              <a:ext uri="{C183D7F6-B498-43B3-948B-1728B52AA6E4}">
                <adec:decorative xmlns:adec="http://schemas.microsoft.com/office/drawing/2017/decorative" val="1"/>
              </a:ext>
            </a:extLst>
          </p:cNvPr>
          <p:cNvSpPr/>
          <p:nvPr/>
        </p:nvSpPr>
        <p:spPr>
          <a:xfrm>
            <a:off x="286365" y="6510549"/>
            <a:ext cx="2379177" cy="246221"/>
          </a:xfrm>
          <a:prstGeom prst="rect">
            <a:avLst/>
          </a:prstGeom>
        </p:spPr>
        <p:txBody>
          <a:bodyPr wrap="none">
            <a:spAutoFit/>
          </a:bodyPr>
          <a:lstStyle/>
          <a:p>
            <a:pPr algn="l"/>
            <a:r>
              <a:rPr lang="en-US" sz="1000">
                <a:solidFill>
                  <a:schemeClr val="bg1"/>
                </a:solidFill>
                <a:ea typeface="Intel Clear" panose="020B0604020203020204" pitchFamily="34" charset="0"/>
                <a:cs typeface="Times New Roman" panose="02020603050405020304" pitchFamily="18" charset="0"/>
              </a:rPr>
              <a:t>CCG CPE Client Customer Engineering</a:t>
            </a:r>
          </a:p>
        </p:txBody>
      </p:sp>
    </p:spTree>
    <p:extLst>
      <p:ext uri="{BB962C8B-B14F-4D97-AF65-F5344CB8AC3E}">
        <p14:creationId xmlns:p14="http://schemas.microsoft.com/office/powerpoint/2010/main" val="34651762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Intel Logo">
    <p:bg>
      <p:bgPr>
        <a:solidFill>
          <a:schemeClr val="accent1"/>
        </a:solidFill>
        <a:effectLst/>
      </p:bgPr>
    </p:bg>
    <p:spTree>
      <p:nvGrpSpPr>
        <p:cNvPr id="1" name=""/>
        <p:cNvGrpSpPr/>
        <p:nvPr/>
      </p:nvGrpSpPr>
      <p:grpSpPr>
        <a:xfrm>
          <a:off x="0" y="0"/>
          <a:ext cx="0" cy="0"/>
          <a:chOff x="0" y="0"/>
          <a:chExt cx="0" cy="0"/>
        </a:xfrm>
      </p:grpSpPr>
      <p:pic>
        <p:nvPicPr>
          <p:cNvPr id="11" name="Picture 10" descr="Logo&#10;&#10;Description automatically generated">
            <a:extLst>
              <a:ext uri="{FF2B5EF4-FFF2-40B4-BE49-F238E27FC236}">
                <a16:creationId xmlns:a16="http://schemas.microsoft.com/office/drawing/2014/main" id="{81D5E138-8800-4F6C-BD71-5E098EFFE2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4381" y="2626737"/>
            <a:ext cx="4052408" cy="1643927"/>
          </a:xfrm>
          <a:prstGeom prst="rect">
            <a:avLst/>
          </a:prstGeom>
        </p:spPr>
      </p:pic>
    </p:spTree>
    <p:extLst>
      <p:ext uri="{BB962C8B-B14F-4D97-AF65-F5344CB8AC3E}">
        <p14:creationId xmlns:p14="http://schemas.microsoft.com/office/powerpoint/2010/main" val="1749457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3CB683-630D-4981-A5E4-3F891FEC4535}" type="slidenum">
              <a:rPr lang="en-US" smtClean="0"/>
              <a:t>‹#›</a:t>
            </a:fld>
            <a:endParaRPr lang="en-US"/>
          </a:p>
        </p:txBody>
      </p:sp>
      <p:sp>
        <p:nvSpPr>
          <p:cNvPr id="7" name="Title 6"/>
          <p:cNvSpPr>
            <a:spLocks noGrp="1"/>
          </p:cNvSpPr>
          <p:nvPr>
            <p:ph type="title" hasCustomPrompt="1"/>
          </p:nvPr>
        </p:nvSpPr>
        <p:spPr>
          <a:xfrm>
            <a:off x="607484" y="411797"/>
            <a:ext cx="10972800" cy="1158240"/>
          </a:xfrm>
        </p:spPr>
        <p:txBody>
          <a:bodyPr/>
          <a:lstStyle>
            <a:lvl1pPr>
              <a:defRPr b="0" i="0" baseline="0">
                <a:solidFill>
                  <a:schemeClr val="tx2"/>
                </a:solidFill>
                <a:latin typeface="Intel Clear"/>
                <a:cs typeface="Intel Clear"/>
              </a:defRPr>
            </a:lvl1pPr>
          </a:lstStyle>
          <a:p>
            <a:r>
              <a:rPr lang="en-US"/>
              <a:t>28pt Intel Clear Headline</a:t>
            </a:r>
          </a:p>
        </p:txBody>
      </p:sp>
      <p:sp>
        <p:nvSpPr>
          <p:cNvPr id="9" name="Content Placeholder 8"/>
          <p:cNvSpPr>
            <a:spLocks noGrp="1"/>
          </p:cNvSpPr>
          <p:nvPr>
            <p:ph sz="quarter" idx="13" hasCustomPrompt="1"/>
          </p:nvPr>
        </p:nvSpPr>
        <p:spPr>
          <a:xfrm>
            <a:off x="607484" y="1604434"/>
            <a:ext cx="10970683" cy="4567767"/>
          </a:xfrm>
        </p:spPr>
        <p:txBody>
          <a:bodyPr/>
          <a:lstStyle>
            <a:lvl1pPr>
              <a:defRPr>
                <a:solidFill>
                  <a:srgbClr val="0071C5"/>
                </a:solidFill>
              </a:defRPr>
            </a:lvl1pPr>
            <a:lvl2pPr>
              <a:defRPr sz="2400">
                <a:solidFill>
                  <a:schemeClr val="tx2"/>
                </a:solidFill>
              </a:defRPr>
            </a:lvl2pPr>
            <a:lvl3pPr>
              <a:defRPr sz="2400">
                <a:solidFill>
                  <a:schemeClr val="tx2"/>
                </a:solidFill>
              </a:defRPr>
            </a:lvl3pPr>
            <a:lvl4pPr>
              <a:defRPr sz="2133">
                <a:solidFill>
                  <a:schemeClr val="tx2"/>
                </a:solidFill>
              </a:defRPr>
            </a:lvl4pPr>
            <a:lvl5pPr>
              <a:defRPr>
                <a:solidFill>
                  <a:schemeClr val="tx2"/>
                </a:solidFill>
              </a:defRPr>
            </a:lvl5pPr>
          </a:lstStyle>
          <a:p>
            <a:pPr lvl="0"/>
            <a:r>
              <a:rPr lang="en-US"/>
              <a:t>18pt Intel Clear body text</a:t>
            </a:r>
          </a:p>
          <a:p>
            <a:pPr lvl="1"/>
            <a:r>
              <a:rPr lang="en-US"/>
              <a:t>18pt Intel Clear bullet one</a:t>
            </a:r>
          </a:p>
          <a:p>
            <a:pPr lvl="2"/>
            <a:r>
              <a:rPr lang="en-US"/>
              <a:t>18pt Intel Clear sub-bullet</a:t>
            </a:r>
          </a:p>
          <a:p>
            <a:pPr lvl="3"/>
            <a:r>
              <a:rPr lang="en-US"/>
              <a:t>16pt Intel Clear fourth level</a:t>
            </a:r>
          </a:p>
          <a:p>
            <a:pPr lvl="4"/>
            <a:r>
              <a:rPr lang="en-US" err="1"/>
              <a:t>14pt</a:t>
            </a:r>
            <a:r>
              <a:rPr lang="en-US"/>
              <a:t> Intel Clear fifth level</a:t>
            </a:r>
          </a:p>
        </p:txBody>
      </p:sp>
    </p:spTree>
    <p:extLst>
      <p:ext uri="{BB962C8B-B14F-4D97-AF65-F5344CB8AC3E}">
        <p14:creationId xmlns:p14="http://schemas.microsoft.com/office/powerpoint/2010/main" val="917990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chemeClr val="bg1">
                    <a:alpha val="90000"/>
                  </a:schemeClr>
                </a:solidFill>
                <a:latin typeface="Intel Clear Pro" panose="020B0804020202060201" pitchFamily="34" charset="0"/>
                <a:cs typeface="Intel Clear Pro" panose="020B0804020202060201" pitchFamily="34" charset="0"/>
              </a:defRPr>
            </a:lvl1pPr>
          </a:lstStyle>
          <a:p>
            <a:r>
              <a:rPr lang="en-US"/>
              <a:t>54pt Intel Clear Pro</a:t>
            </a:r>
            <a:br>
              <a:rPr lang="en-US"/>
            </a:br>
            <a:r>
              <a:rPr lang="en-US"/>
              <a:t>blue section break</a:t>
            </a:r>
          </a:p>
        </p:txBody>
      </p:sp>
      <p:sp>
        <p:nvSpPr>
          <p:cNvPr id="3" name="Text Placeholder 2"/>
          <p:cNvSpPr>
            <a:spLocks noGrp="1"/>
          </p:cNvSpPr>
          <p:nvPr>
            <p:ph type="body" idx="1" hasCustomPrompt="1"/>
          </p:nvPr>
        </p:nvSpPr>
        <p:spPr>
          <a:xfrm>
            <a:off x="607484" y="4321533"/>
            <a:ext cx="10363200" cy="1500187"/>
          </a:xfrm>
        </p:spPr>
        <p:txBody>
          <a:bodyPr anchor="t" anchorCtr="0">
            <a:noAutofit/>
          </a:bodyPr>
          <a:lstStyle>
            <a:lvl1pPr marL="0" indent="0">
              <a:buNone/>
              <a:defRPr sz="2133" b="0" i="0" baseline="0">
                <a:solidFill>
                  <a:srgbClr val="F3D54E"/>
                </a:solidFill>
                <a:latin typeface="Intel Clear"/>
                <a:cs typeface="Intel Clear"/>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a:t>16pt Intel Clear Subhead</a:t>
            </a:r>
          </a:p>
        </p:txBody>
      </p:sp>
    </p:spTree>
    <p:extLst>
      <p:ext uri="{BB962C8B-B14F-4D97-AF65-F5344CB8AC3E}">
        <p14:creationId xmlns:p14="http://schemas.microsoft.com/office/powerpoint/2010/main" val="694248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r>
              <a:rPr lang="en-US"/>
              <a:t>Click icon to add picture</a:t>
            </a:r>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432261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7818" y="2"/>
            <a:ext cx="5954183" cy="6358465"/>
          </a:xfrm>
          <a:solidFill>
            <a:schemeClr val="bg2">
              <a:lumMod val="60000"/>
              <a:lumOff val="40000"/>
            </a:schemeClr>
          </a:solidFill>
        </p:spPr>
        <p:txBody>
          <a:bodyPr/>
          <a:lstStyle>
            <a:lvl1pPr>
              <a:defRPr baseline="0"/>
            </a:lvl1pPr>
          </a:lstStyle>
          <a:p>
            <a:r>
              <a:rPr lang="en-US"/>
              <a:t>Insert photo here. Drag picture to placeholder or click icon to add.</a:t>
            </a:r>
          </a:p>
        </p:txBody>
      </p:sp>
      <p:sp>
        <p:nvSpPr>
          <p:cNvPr id="2" name="Title 1"/>
          <p:cNvSpPr>
            <a:spLocks noGrp="1"/>
          </p:cNvSpPr>
          <p:nvPr>
            <p:ph type="title" hasCustomPrompt="1"/>
          </p:nvPr>
        </p:nvSpPr>
        <p:spPr>
          <a:xfrm>
            <a:off x="607484" y="411797"/>
            <a:ext cx="5342467" cy="1158240"/>
          </a:xfrm>
        </p:spPr>
        <p:txBody>
          <a:bodyPr>
            <a:noAutofit/>
          </a:bodyPr>
          <a:lstStyle>
            <a:lvl1pPr>
              <a:defRPr sz="3733" b="0" i="0" baseline="0">
                <a:solidFill>
                  <a:schemeClr val="tx2"/>
                </a:solidFill>
                <a:latin typeface="Intel Clear"/>
                <a:cs typeface="Intel Clear"/>
              </a:defRPr>
            </a:lvl1pPr>
          </a:lstStyle>
          <a:p>
            <a:r>
              <a:rPr lang="en-US"/>
              <a:t>28pt Intel Clear Headline</a:t>
            </a:r>
          </a:p>
        </p:txBody>
      </p:sp>
      <p:sp>
        <p:nvSpPr>
          <p:cNvPr id="6" name="Slide Number Placeholder 5"/>
          <p:cNvSpPr>
            <a:spLocks noGrp="1"/>
          </p:cNvSpPr>
          <p:nvPr>
            <p:ph type="sldNum" sz="quarter" idx="12"/>
          </p:nvPr>
        </p:nvSpPr>
        <p:spPr>
          <a:xfrm>
            <a:off x="9163136" y="6432516"/>
            <a:ext cx="2844800" cy="365125"/>
          </a:xfrm>
        </p:spPr>
        <p:txBody>
          <a:bodyPr/>
          <a:lstStyle/>
          <a:p>
            <a:fld id="{EE3CB683-630D-4981-A5E4-3F891FEC4535}" type="slidenum">
              <a:rPr lang="en-US" smtClean="0"/>
              <a:t>‹#›</a:t>
            </a:fld>
            <a:endParaRPr lang="en-US"/>
          </a:p>
        </p:txBody>
      </p:sp>
      <p:sp>
        <p:nvSpPr>
          <p:cNvPr id="17" name="Content Placeholder 2"/>
          <p:cNvSpPr>
            <a:spLocks noGrp="1"/>
          </p:cNvSpPr>
          <p:nvPr>
            <p:ph sz="half" idx="1" hasCustomPrompt="1"/>
          </p:nvPr>
        </p:nvSpPr>
        <p:spPr>
          <a:xfrm>
            <a:off x="607485" y="1766992"/>
            <a:ext cx="5342467" cy="4567767"/>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867" dirty="0" smtClean="0">
                <a:solidFill>
                  <a:schemeClr val="tx2"/>
                </a:solidFill>
              </a:defRPr>
            </a:lvl3pPr>
            <a:lvl4pPr>
              <a:defRPr lang="en-US" sz="1600" dirty="0" smtClean="0">
                <a:solidFill>
                  <a:schemeClr val="tx2"/>
                </a:solidFill>
              </a:defRPr>
            </a:lvl4pPr>
            <a:lvl5pPr>
              <a:defRPr lang="en-US" sz="1600" dirty="0">
                <a:solidFill>
                  <a:schemeClr val="tx2"/>
                </a:solidFill>
              </a:defRPr>
            </a:lvl5pPr>
          </a:lstStyle>
          <a:p>
            <a:pPr marR="0" lvl="0" fontAlgn="auto">
              <a:lnSpc>
                <a:spcPct val="100000"/>
              </a:lnSpc>
              <a:buClrTx/>
              <a:buSzTx/>
              <a:tabLst/>
            </a:pPr>
            <a:r>
              <a:rPr lang="en-US"/>
              <a:t>18pt Intel Clear body text</a:t>
            </a:r>
          </a:p>
          <a:p>
            <a:pPr marR="0" lvl="1" fontAlgn="auto">
              <a:lnSpc>
                <a:spcPct val="100000"/>
              </a:lnSpc>
              <a:spcAft>
                <a:spcPts val="0"/>
              </a:spcAft>
              <a:buClrTx/>
              <a:buSzTx/>
              <a:tabLst/>
            </a:pPr>
            <a:r>
              <a:rPr lang="en-US"/>
              <a:t>16pt Intel Clear bullet one</a:t>
            </a:r>
          </a:p>
          <a:p>
            <a:pPr lvl="2"/>
            <a:r>
              <a:rPr lang="en-US" err="1"/>
              <a:t>14pt</a:t>
            </a:r>
            <a:r>
              <a:rPr lang="en-US"/>
              <a:t> Intel Clear third level</a:t>
            </a:r>
          </a:p>
          <a:p>
            <a:pPr lvl="3"/>
            <a:r>
              <a:rPr lang="en-US" err="1"/>
              <a:t>12pt</a:t>
            </a:r>
            <a:r>
              <a:rPr lang="en-US"/>
              <a:t> Intel Clear fourth level</a:t>
            </a:r>
          </a:p>
          <a:p>
            <a:pPr lvl="4"/>
            <a:r>
              <a:rPr lang="en-US" err="1"/>
              <a:t>12pt</a:t>
            </a:r>
            <a:r>
              <a:rPr lang="en-US"/>
              <a:t> Intel Clear fifth level</a:t>
            </a:r>
          </a:p>
        </p:txBody>
      </p:sp>
    </p:spTree>
    <p:extLst>
      <p:ext uri="{BB962C8B-B14F-4D97-AF65-F5344CB8AC3E}">
        <p14:creationId xmlns:p14="http://schemas.microsoft.com/office/powerpoint/2010/main" val="3544411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756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pic>
        <p:nvPicPr>
          <p:cNvPr id="16" name="Picture 15" descr="A drawing of a face&#10;&#10;Description automatically generated">
            <a:extLst>
              <a:ext uri="{FF2B5EF4-FFF2-40B4-BE49-F238E27FC236}">
                <a16:creationId xmlns:a16="http://schemas.microsoft.com/office/drawing/2014/main" id="{8AFB984C-9A91-4EB3-B85D-041DDC3C4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57965" y="35589"/>
            <a:ext cx="524435" cy="356616"/>
          </a:xfrm>
          <a:prstGeom prst="rect">
            <a:avLst/>
          </a:prstGeom>
        </p:spPr>
      </p:pic>
    </p:spTree>
    <p:extLst>
      <p:ext uri="{BB962C8B-B14F-4D97-AF65-F5344CB8AC3E}">
        <p14:creationId xmlns:p14="http://schemas.microsoft.com/office/powerpoint/2010/main" val="1901769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Title and 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163136" y="6432516"/>
            <a:ext cx="2844800" cy="365125"/>
          </a:xfrm>
          <a:prstGeom prst="rect">
            <a:avLst/>
          </a:prstGeom>
        </p:spPr>
        <p:txBody>
          <a:bodyPr/>
          <a:lstStyle>
            <a:lvl1pPr>
              <a:defRPr>
                <a:solidFill>
                  <a:schemeClr val="bg1"/>
                </a:solidFill>
              </a:defRPr>
            </a:lvl1pPr>
          </a:lstStyle>
          <a:p>
            <a:fld id="{EE3CB683-630D-4981-A5E4-3F891FEC4535}" type="slidenum">
              <a:rPr lang="en-US" smtClean="0"/>
              <a:t>‹#›</a:t>
            </a:fld>
            <a:endParaRPr lang="en-US"/>
          </a:p>
        </p:txBody>
      </p:sp>
      <p:sp>
        <p:nvSpPr>
          <p:cNvPr id="7" name="Title 6"/>
          <p:cNvSpPr>
            <a:spLocks noGrp="1"/>
          </p:cNvSpPr>
          <p:nvPr>
            <p:ph type="title" hasCustomPrompt="1"/>
          </p:nvPr>
        </p:nvSpPr>
        <p:spPr>
          <a:xfrm>
            <a:off x="630928" y="245253"/>
            <a:ext cx="10141373" cy="1158240"/>
          </a:xfrm>
        </p:spPr>
        <p:txBody>
          <a:bodyPr vert="horz" lIns="0" tIns="0" rIns="0" bIns="0" rtlCol="0" anchor="ctr" anchorCtr="0">
            <a:noAutofit/>
          </a:bodyPr>
          <a:lstStyle>
            <a:lvl1pPr>
              <a:defRPr lang="en-US" sz="5867" dirty="0">
                <a:effectLst>
                  <a:outerShdw blurRad="38100" dist="38100" dir="2700000" algn="tl">
                    <a:srgbClr val="000000">
                      <a:alpha val="43137"/>
                    </a:srgbClr>
                  </a:outerShdw>
                </a:effectLst>
                <a:latin typeface="+mj-lt"/>
                <a:ea typeface="Intel Clear" panose="020B0604020203020204" pitchFamily="34" charset="0"/>
                <a:cs typeface="Intel Clear" panose="020B0604020203020204" pitchFamily="34" charset="0"/>
              </a:defRPr>
            </a:lvl1pPr>
          </a:lstStyle>
          <a:p>
            <a:pPr lvl="0"/>
            <a:r>
              <a:rPr lang="en-US"/>
              <a:t>48pt Intel Clear pro Headline</a:t>
            </a:r>
          </a:p>
        </p:txBody>
      </p:sp>
      <p:sp>
        <p:nvSpPr>
          <p:cNvPr id="9" name="Content Placeholder 8"/>
          <p:cNvSpPr>
            <a:spLocks noGrp="1"/>
          </p:cNvSpPr>
          <p:nvPr>
            <p:ph sz="quarter" idx="13" hasCustomPrompt="1"/>
          </p:nvPr>
        </p:nvSpPr>
        <p:spPr>
          <a:xfrm>
            <a:off x="632884" y="1557247"/>
            <a:ext cx="10139416" cy="4567767"/>
          </a:xfrm>
        </p:spPr>
        <p:txBody>
          <a:bodyPr/>
          <a:lstStyle>
            <a:lvl1pPr>
              <a:defRPr sz="2133">
                <a:solidFill>
                  <a:schemeClr val="bg1"/>
                </a:solidFill>
              </a:defRPr>
            </a:lvl1pPr>
            <a:lvl2pPr>
              <a:defRPr sz="2133">
                <a:solidFill>
                  <a:schemeClr val="bg1"/>
                </a:solidFill>
              </a:defRPr>
            </a:lvl2pPr>
            <a:lvl3pPr>
              <a:defRPr sz="2133">
                <a:solidFill>
                  <a:schemeClr val="bg1"/>
                </a:solidFill>
              </a:defRPr>
            </a:lvl3pPr>
            <a:lvl4pPr>
              <a:defRPr sz="1867">
                <a:solidFill>
                  <a:schemeClr val="bg1"/>
                </a:solidFill>
              </a:defRPr>
            </a:lvl4pPr>
            <a:lvl5pPr>
              <a:defRPr sz="1600">
                <a:solidFill>
                  <a:schemeClr val="bg1"/>
                </a:solidFill>
              </a:defRPr>
            </a:lvl5pPr>
          </a:lstStyle>
          <a:p>
            <a:pPr lvl="0"/>
            <a:r>
              <a:rPr lang="en-US"/>
              <a:t>18pt Intel Clear body text</a:t>
            </a:r>
          </a:p>
          <a:p>
            <a:pPr lvl="1"/>
            <a:r>
              <a:rPr lang="en-US"/>
              <a:t>18pt Intel Clear bullet one</a:t>
            </a:r>
          </a:p>
          <a:p>
            <a:pPr lvl="2"/>
            <a:r>
              <a:rPr lang="en-US"/>
              <a:t>18pt Intel Clear sub-bullet</a:t>
            </a:r>
          </a:p>
          <a:p>
            <a:pPr lvl="3"/>
            <a:r>
              <a:rPr lang="en-US"/>
              <a:t>16pt Intel Clear fourth level</a:t>
            </a:r>
          </a:p>
          <a:p>
            <a:pPr lvl="4"/>
            <a:r>
              <a:rPr lang="en-US" err="1"/>
              <a:t>14pt</a:t>
            </a:r>
            <a:r>
              <a:rPr lang="en-US"/>
              <a:t> Intel Clear fifth level</a:t>
            </a:r>
          </a:p>
        </p:txBody>
      </p:sp>
      <p:sp>
        <p:nvSpPr>
          <p:cNvPr id="5" name="Footer Placeholder 4"/>
          <p:cNvSpPr>
            <a:spLocks noGrp="1"/>
          </p:cNvSpPr>
          <p:nvPr>
            <p:ph type="ftr" sz="quarter" idx="3"/>
          </p:nvPr>
        </p:nvSpPr>
        <p:spPr>
          <a:xfrm>
            <a:off x="169333" y="6431461"/>
            <a:ext cx="4114800" cy="366183"/>
          </a:xfrm>
          <a:prstGeom prst="rect">
            <a:avLst/>
          </a:prstGeom>
        </p:spPr>
        <p:txBody>
          <a:bodyPr vert="horz" lIns="0" tIns="0" rIns="0" bIns="0" rtlCol="0" anchor="ctr"/>
          <a:lstStyle>
            <a:lvl1pPr algn="l">
              <a:defRPr lang="en-US" sz="1067" dirty="0">
                <a:solidFill>
                  <a:prstClr val="white"/>
                </a:solidFill>
                <a:cs typeface="Intel Clear"/>
              </a:defRPr>
            </a:lvl1pPr>
          </a:lstStyle>
          <a:p>
            <a:endParaRPr lang="en-US"/>
          </a:p>
        </p:txBody>
      </p:sp>
    </p:spTree>
    <p:extLst>
      <p:ext uri="{BB962C8B-B14F-4D97-AF65-F5344CB8AC3E}">
        <p14:creationId xmlns:p14="http://schemas.microsoft.com/office/powerpoint/2010/main" val="15775043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tx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tx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337957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5478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64F53-0544-4264-9D2B-41FCDF8B30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F31FDF-7635-44ED-BC1A-978793ADE0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B179D2-5F3E-480B-AD79-2F27FF7F2B30}"/>
              </a:ext>
            </a:extLst>
          </p:cNvPr>
          <p:cNvSpPr>
            <a:spLocks noGrp="1"/>
          </p:cNvSpPr>
          <p:nvPr>
            <p:ph type="dt" sz="half" idx="10"/>
          </p:nvPr>
        </p:nvSpPr>
        <p:spPr/>
        <p:txBody>
          <a:bodyPr/>
          <a:lstStyle/>
          <a:p>
            <a:fld id="{3FFAE0B8-7AAD-4C01-8299-9E90AD8109C1}" type="datetimeFigureOut">
              <a:rPr lang="en-US" smtClean="0"/>
              <a:t>8/1/2025</a:t>
            </a:fld>
            <a:endParaRPr lang="en-US"/>
          </a:p>
        </p:txBody>
      </p:sp>
      <p:sp>
        <p:nvSpPr>
          <p:cNvPr id="5" name="Footer Placeholder 4">
            <a:extLst>
              <a:ext uri="{FF2B5EF4-FFF2-40B4-BE49-F238E27FC236}">
                <a16:creationId xmlns:a16="http://schemas.microsoft.com/office/drawing/2014/main" id="{EAA9F6E9-34E6-462D-9ACA-284B4EF079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68763D-0D74-4DC7-95E0-D2F732ACD158}"/>
              </a:ext>
            </a:extLst>
          </p:cNvPr>
          <p:cNvSpPr>
            <a:spLocks noGrp="1"/>
          </p:cNvSpPr>
          <p:nvPr>
            <p:ph type="sldNum" sz="quarter" idx="12"/>
          </p:nvPr>
        </p:nvSpPr>
        <p:spPr/>
        <p:txBody>
          <a:bodyPr/>
          <a:lstStyle/>
          <a:p>
            <a:fld id="{EE3CB683-630D-4981-A5E4-3F891FEC4535}" type="slidenum">
              <a:rPr lang="en-US" smtClean="0"/>
              <a:t>‹#›</a:t>
            </a:fld>
            <a:endParaRPr lang="en-US"/>
          </a:p>
        </p:txBody>
      </p:sp>
    </p:spTree>
    <p:extLst>
      <p:ext uri="{BB962C8B-B14F-4D97-AF65-F5344CB8AC3E}">
        <p14:creationId xmlns:p14="http://schemas.microsoft.com/office/powerpoint/2010/main" val="28142697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77C1B-E413-41EB-84F3-F73F60C318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0D4464-910B-4712-B9A6-F996168D41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A161BA-91E7-4481-A00B-6FC843FF7908}"/>
              </a:ext>
            </a:extLst>
          </p:cNvPr>
          <p:cNvSpPr>
            <a:spLocks noGrp="1"/>
          </p:cNvSpPr>
          <p:nvPr>
            <p:ph type="dt" sz="half" idx="10"/>
          </p:nvPr>
        </p:nvSpPr>
        <p:spPr/>
        <p:txBody>
          <a:bodyPr/>
          <a:lstStyle/>
          <a:p>
            <a:fld id="{C0E1191D-31BB-4728-86E3-0A2624C0559E}" type="datetimeFigureOut">
              <a:rPr lang="en-US" smtClean="0"/>
              <a:t>8/1/2025</a:t>
            </a:fld>
            <a:endParaRPr lang="en-US"/>
          </a:p>
        </p:txBody>
      </p:sp>
      <p:sp>
        <p:nvSpPr>
          <p:cNvPr id="5" name="Footer Placeholder 4">
            <a:extLst>
              <a:ext uri="{FF2B5EF4-FFF2-40B4-BE49-F238E27FC236}">
                <a16:creationId xmlns:a16="http://schemas.microsoft.com/office/drawing/2014/main" id="{E17C6B23-08AF-4352-9525-AD2C0F9DD6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737878-648F-485C-B710-E122D3B0F801}"/>
              </a:ext>
            </a:extLst>
          </p:cNvPr>
          <p:cNvSpPr>
            <a:spLocks noGrp="1"/>
          </p:cNvSpPr>
          <p:nvPr>
            <p:ph type="sldNum" sz="quarter" idx="12"/>
          </p:nvPr>
        </p:nvSpPr>
        <p:spPr/>
        <p:txBody>
          <a:bodyPr/>
          <a:lstStyle/>
          <a:p>
            <a:fld id="{991790CF-97BD-424E-B32E-66A1CAAD5C08}" type="slidenum">
              <a:rPr lang="en-US" smtClean="0"/>
              <a:t>‹#›</a:t>
            </a:fld>
            <a:endParaRPr lang="en-US"/>
          </a:p>
        </p:txBody>
      </p:sp>
    </p:spTree>
    <p:extLst>
      <p:ext uri="{BB962C8B-B14F-4D97-AF65-F5344CB8AC3E}">
        <p14:creationId xmlns:p14="http://schemas.microsoft.com/office/powerpoint/2010/main" val="13370808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717C4-F9CB-4233-8B19-6C35508925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672E57-033A-4C74-BB87-FE51C6076C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EE1DF-413C-4D75-A84D-2CFD9293CB1E}"/>
              </a:ext>
            </a:extLst>
          </p:cNvPr>
          <p:cNvSpPr>
            <a:spLocks noGrp="1"/>
          </p:cNvSpPr>
          <p:nvPr>
            <p:ph type="dt" sz="half" idx="10"/>
          </p:nvPr>
        </p:nvSpPr>
        <p:spPr/>
        <p:txBody>
          <a:bodyPr/>
          <a:lstStyle/>
          <a:p>
            <a:fld id="{C0E1191D-31BB-4728-86E3-0A2624C0559E}" type="datetimeFigureOut">
              <a:rPr lang="en-US" smtClean="0"/>
              <a:t>8/1/2025</a:t>
            </a:fld>
            <a:endParaRPr lang="en-US"/>
          </a:p>
        </p:txBody>
      </p:sp>
      <p:sp>
        <p:nvSpPr>
          <p:cNvPr id="5" name="Footer Placeholder 4">
            <a:extLst>
              <a:ext uri="{FF2B5EF4-FFF2-40B4-BE49-F238E27FC236}">
                <a16:creationId xmlns:a16="http://schemas.microsoft.com/office/drawing/2014/main" id="{905E7001-E762-4BB7-A982-4006554B7F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2463E-0720-451E-B14B-78768F9818B2}"/>
              </a:ext>
            </a:extLst>
          </p:cNvPr>
          <p:cNvSpPr>
            <a:spLocks noGrp="1"/>
          </p:cNvSpPr>
          <p:nvPr>
            <p:ph type="sldNum" sz="quarter" idx="12"/>
          </p:nvPr>
        </p:nvSpPr>
        <p:spPr/>
        <p:txBody>
          <a:bodyPr/>
          <a:lstStyle/>
          <a:p>
            <a:fld id="{991790CF-97BD-424E-B32E-66A1CAAD5C08}" type="slidenum">
              <a:rPr lang="en-US" smtClean="0"/>
              <a:t>‹#›</a:t>
            </a:fld>
            <a:endParaRPr lang="en-US"/>
          </a:p>
        </p:txBody>
      </p:sp>
    </p:spTree>
    <p:extLst>
      <p:ext uri="{BB962C8B-B14F-4D97-AF65-F5344CB8AC3E}">
        <p14:creationId xmlns:p14="http://schemas.microsoft.com/office/powerpoint/2010/main" val="39669278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1C7A-5A5E-448B-AD4B-C42DDF3754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9D79C9-FD0C-426A-B8FB-9C8F59BBC3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BFB530-BF6D-44DA-A648-23E56A0A3E79}"/>
              </a:ext>
            </a:extLst>
          </p:cNvPr>
          <p:cNvSpPr>
            <a:spLocks noGrp="1"/>
          </p:cNvSpPr>
          <p:nvPr>
            <p:ph type="dt" sz="half" idx="10"/>
          </p:nvPr>
        </p:nvSpPr>
        <p:spPr/>
        <p:txBody>
          <a:bodyPr/>
          <a:lstStyle/>
          <a:p>
            <a:fld id="{C0E1191D-31BB-4728-86E3-0A2624C0559E}" type="datetimeFigureOut">
              <a:rPr lang="en-US" smtClean="0"/>
              <a:t>8/1/2025</a:t>
            </a:fld>
            <a:endParaRPr lang="en-US"/>
          </a:p>
        </p:txBody>
      </p:sp>
      <p:sp>
        <p:nvSpPr>
          <p:cNvPr id="5" name="Footer Placeholder 4">
            <a:extLst>
              <a:ext uri="{FF2B5EF4-FFF2-40B4-BE49-F238E27FC236}">
                <a16:creationId xmlns:a16="http://schemas.microsoft.com/office/drawing/2014/main" id="{A82046DD-4629-442E-B28C-E5A47E61CA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0F4134-6F42-450D-B63E-45B8DB6C1BA6}"/>
              </a:ext>
            </a:extLst>
          </p:cNvPr>
          <p:cNvSpPr>
            <a:spLocks noGrp="1"/>
          </p:cNvSpPr>
          <p:nvPr>
            <p:ph type="sldNum" sz="quarter" idx="12"/>
          </p:nvPr>
        </p:nvSpPr>
        <p:spPr/>
        <p:txBody>
          <a:bodyPr/>
          <a:lstStyle/>
          <a:p>
            <a:fld id="{991790CF-97BD-424E-B32E-66A1CAAD5C08}" type="slidenum">
              <a:rPr lang="en-US" smtClean="0"/>
              <a:t>‹#›</a:t>
            </a:fld>
            <a:endParaRPr lang="en-US"/>
          </a:p>
        </p:txBody>
      </p:sp>
    </p:spTree>
    <p:extLst>
      <p:ext uri="{BB962C8B-B14F-4D97-AF65-F5344CB8AC3E}">
        <p14:creationId xmlns:p14="http://schemas.microsoft.com/office/powerpoint/2010/main" val="24293735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91B7B-EFE5-4B98-9A91-213C6EADB3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FA99B4-E796-434B-BFAD-B06EC0CF9C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DE0FDF-BE51-4133-A677-05499D21A0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088AA6-12E5-42CA-8A31-C39262A25764}"/>
              </a:ext>
            </a:extLst>
          </p:cNvPr>
          <p:cNvSpPr>
            <a:spLocks noGrp="1"/>
          </p:cNvSpPr>
          <p:nvPr>
            <p:ph type="dt" sz="half" idx="10"/>
          </p:nvPr>
        </p:nvSpPr>
        <p:spPr/>
        <p:txBody>
          <a:bodyPr/>
          <a:lstStyle/>
          <a:p>
            <a:fld id="{C0E1191D-31BB-4728-86E3-0A2624C0559E}" type="datetimeFigureOut">
              <a:rPr lang="en-US" smtClean="0"/>
              <a:t>8/1/2025</a:t>
            </a:fld>
            <a:endParaRPr lang="en-US"/>
          </a:p>
        </p:txBody>
      </p:sp>
      <p:sp>
        <p:nvSpPr>
          <p:cNvPr id="6" name="Footer Placeholder 5">
            <a:extLst>
              <a:ext uri="{FF2B5EF4-FFF2-40B4-BE49-F238E27FC236}">
                <a16:creationId xmlns:a16="http://schemas.microsoft.com/office/drawing/2014/main" id="{990AD631-2D6B-44AD-9DF0-05D683F82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4061C9-1A2F-4A6F-BC57-68BD78965636}"/>
              </a:ext>
            </a:extLst>
          </p:cNvPr>
          <p:cNvSpPr>
            <a:spLocks noGrp="1"/>
          </p:cNvSpPr>
          <p:nvPr>
            <p:ph type="sldNum" sz="quarter" idx="12"/>
          </p:nvPr>
        </p:nvSpPr>
        <p:spPr/>
        <p:txBody>
          <a:bodyPr/>
          <a:lstStyle/>
          <a:p>
            <a:fld id="{991790CF-97BD-424E-B32E-66A1CAAD5C08}" type="slidenum">
              <a:rPr lang="en-US" smtClean="0"/>
              <a:t>‹#›</a:t>
            </a:fld>
            <a:endParaRPr lang="en-US"/>
          </a:p>
        </p:txBody>
      </p:sp>
    </p:spTree>
    <p:extLst>
      <p:ext uri="{BB962C8B-B14F-4D97-AF65-F5344CB8AC3E}">
        <p14:creationId xmlns:p14="http://schemas.microsoft.com/office/powerpoint/2010/main" val="326632676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CCCF6-E542-483A-AEAE-363DBDB9BC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697138-5169-44C0-B10B-D31E3DEF5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FF2E85-7266-45EA-821E-047AE5AB65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14DE0D-9EFE-441F-9BF2-883E67A414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B26082-48FA-4B0A-9A4D-33A1B5819F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C8A63D-63E6-4720-A785-0BC181C69CC2}"/>
              </a:ext>
            </a:extLst>
          </p:cNvPr>
          <p:cNvSpPr>
            <a:spLocks noGrp="1"/>
          </p:cNvSpPr>
          <p:nvPr>
            <p:ph type="dt" sz="half" idx="10"/>
          </p:nvPr>
        </p:nvSpPr>
        <p:spPr/>
        <p:txBody>
          <a:bodyPr/>
          <a:lstStyle/>
          <a:p>
            <a:fld id="{C0E1191D-31BB-4728-86E3-0A2624C0559E}" type="datetimeFigureOut">
              <a:rPr lang="en-US" smtClean="0"/>
              <a:t>8/1/2025</a:t>
            </a:fld>
            <a:endParaRPr lang="en-US"/>
          </a:p>
        </p:txBody>
      </p:sp>
      <p:sp>
        <p:nvSpPr>
          <p:cNvPr id="8" name="Footer Placeholder 7">
            <a:extLst>
              <a:ext uri="{FF2B5EF4-FFF2-40B4-BE49-F238E27FC236}">
                <a16:creationId xmlns:a16="http://schemas.microsoft.com/office/drawing/2014/main" id="{71B32749-CF24-4873-91E1-3AC3DADE96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1C9F01-B702-4686-B456-7660A20F82B3}"/>
              </a:ext>
            </a:extLst>
          </p:cNvPr>
          <p:cNvSpPr>
            <a:spLocks noGrp="1"/>
          </p:cNvSpPr>
          <p:nvPr>
            <p:ph type="sldNum" sz="quarter" idx="12"/>
          </p:nvPr>
        </p:nvSpPr>
        <p:spPr/>
        <p:txBody>
          <a:bodyPr/>
          <a:lstStyle/>
          <a:p>
            <a:fld id="{991790CF-97BD-424E-B32E-66A1CAAD5C08}" type="slidenum">
              <a:rPr lang="en-US" smtClean="0"/>
              <a:t>‹#›</a:t>
            </a:fld>
            <a:endParaRPr lang="en-US"/>
          </a:p>
        </p:txBody>
      </p:sp>
    </p:spTree>
    <p:extLst>
      <p:ext uri="{BB962C8B-B14F-4D97-AF65-F5344CB8AC3E}">
        <p14:creationId xmlns:p14="http://schemas.microsoft.com/office/powerpoint/2010/main" val="3376868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EEEF0-3BED-4AA1-A761-C0AD1E3230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4A6B20-AFE0-45B9-B7C8-9972FAF44CCB}"/>
              </a:ext>
            </a:extLst>
          </p:cNvPr>
          <p:cNvSpPr>
            <a:spLocks noGrp="1"/>
          </p:cNvSpPr>
          <p:nvPr>
            <p:ph type="dt" sz="half" idx="10"/>
          </p:nvPr>
        </p:nvSpPr>
        <p:spPr/>
        <p:txBody>
          <a:bodyPr/>
          <a:lstStyle/>
          <a:p>
            <a:fld id="{C0E1191D-31BB-4728-86E3-0A2624C0559E}" type="datetimeFigureOut">
              <a:rPr lang="en-US" smtClean="0"/>
              <a:t>8/1/2025</a:t>
            </a:fld>
            <a:endParaRPr lang="en-US"/>
          </a:p>
        </p:txBody>
      </p:sp>
      <p:sp>
        <p:nvSpPr>
          <p:cNvPr id="4" name="Footer Placeholder 3">
            <a:extLst>
              <a:ext uri="{FF2B5EF4-FFF2-40B4-BE49-F238E27FC236}">
                <a16:creationId xmlns:a16="http://schemas.microsoft.com/office/drawing/2014/main" id="{C54C8FAC-22E3-45F4-84BB-A72B99DE8B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AA5F20-D61B-4060-8F05-96A4472B1751}"/>
              </a:ext>
            </a:extLst>
          </p:cNvPr>
          <p:cNvSpPr>
            <a:spLocks noGrp="1"/>
          </p:cNvSpPr>
          <p:nvPr>
            <p:ph type="sldNum" sz="quarter" idx="12"/>
          </p:nvPr>
        </p:nvSpPr>
        <p:spPr/>
        <p:txBody>
          <a:bodyPr/>
          <a:lstStyle/>
          <a:p>
            <a:fld id="{991790CF-97BD-424E-B32E-66A1CAAD5C08}" type="slidenum">
              <a:rPr lang="en-US" smtClean="0"/>
              <a:t>‹#›</a:t>
            </a:fld>
            <a:endParaRPr lang="en-US"/>
          </a:p>
        </p:txBody>
      </p:sp>
    </p:spTree>
    <p:extLst>
      <p:ext uri="{BB962C8B-B14F-4D97-AF65-F5344CB8AC3E}">
        <p14:creationId xmlns:p14="http://schemas.microsoft.com/office/powerpoint/2010/main" val="11487258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9D2B09-407C-4659-8DA6-1AF9694370B1}"/>
              </a:ext>
            </a:extLst>
          </p:cNvPr>
          <p:cNvSpPr>
            <a:spLocks noGrp="1"/>
          </p:cNvSpPr>
          <p:nvPr>
            <p:ph type="dt" sz="half" idx="10"/>
          </p:nvPr>
        </p:nvSpPr>
        <p:spPr/>
        <p:txBody>
          <a:bodyPr/>
          <a:lstStyle/>
          <a:p>
            <a:fld id="{C0E1191D-31BB-4728-86E3-0A2624C0559E}" type="datetimeFigureOut">
              <a:rPr lang="en-US" smtClean="0"/>
              <a:t>8/1/2025</a:t>
            </a:fld>
            <a:endParaRPr lang="en-US"/>
          </a:p>
        </p:txBody>
      </p:sp>
      <p:sp>
        <p:nvSpPr>
          <p:cNvPr id="3" name="Footer Placeholder 2">
            <a:extLst>
              <a:ext uri="{FF2B5EF4-FFF2-40B4-BE49-F238E27FC236}">
                <a16:creationId xmlns:a16="http://schemas.microsoft.com/office/drawing/2014/main" id="{CCE66A4E-4E94-469B-8B9C-37880D6AA3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A02D11A-2F82-4D4D-AC93-4ABC3637550B}"/>
              </a:ext>
            </a:extLst>
          </p:cNvPr>
          <p:cNvSpPr>
            <a:spLocks noGrp="1"/>
          </p:cNvSpPr>
          <p:nvPr>
            <p:ph type="sldNum" sz="quarter" idx="12"/>
          </p:nvPr>
        </p:nvSpPr>
        <p:spPr/>
        <p:txBody>
          <a:bodyPr/>
          <a:lstStyle/>
          <a:p>
            <a:fld id="{991790CF-97BD-424E-B32E-66A1CAAD5C08}" type="slidenum">
              <a:rPr lang="en-US" smtClean="0"/>
              <a:t>‹#›</a:t>
            </a:fld>
            <a:endParaRPr lang="en-US"/>
          </a:p>
        </p:txBody>
      </p:sp>
    </p:spTree>
    <p:extLst>
      <p:ext uri="{BB962C8B-B14F-4D97-AF65-F5344CB8AC3E}">
        <p14:creationId xmlns:p14="http://schemas.microsoft.com/office/powerpoint/2010/main" val="18218355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57E73-48AA-47DD-BF66-6E50DA1AF7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167F6B-1A0C-44C7-935E-A9FEFBA55A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CBB566-4631-4432-B443-39D8AE666E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8207D0-81B7-4B07-BDCC-4701D80A99E6}"/>
              </a:ext>
            </a:extLst>
          </p:cNvPr>
          <p:cNvSpPr>
            <a:spLocks noGrp="1"/>
          </p:cNvSpPr>
          <p:nvPr>
            <p:ph type="dt" sz="half" idx="10"/>
          </p:nvPr>
        </p:nvSpPr>
        <p:spPr/>
        <p:txBody>
          <a:bodyPr/>
          <a:lstStyle/>
          <a:p>
            <a:fld id="{C0E1191D-31BB-4728-86E3-0A2624C0559E}" type="datetimeFigureOut">
              <a:rPr lang="en-US" smtClean="0"/>
              <a:t>8/1/2025</a:t>
            </a:fld>
            <a:endParaRPr lang="en-US"/>
          </a:p>
        </p:txBody>
      </p:sp>
      <p:sp>
        <p:nvSpPr>
          <p:cNvPr id="6" name="Footer Placeholder 5">
            <a:extLst>
              <a:ext uri="{FF2B5EF4-FFF2-40B4-BE49-F238E27FC236}">
                <a16:creationId xmlns:a16="http://schemas.microsoft.com/office/drawing/2014/main" id="{CCE22AEC-7AC0-4721-B8F4-F6057B4EE8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4ED199-C8C5-4AC4-87C0-8D09E6555DC7}"/>
              </a:ext>
            </a:extLst>
          </p:cNvPr>
          <p:cNvSpPr>
            <a:spLocks noGrp="1"/>
          </p:cNvSpPr>
          <p:nvPr>
            <p:ph type="sldNum" sz="quarter" idx="12"/>
          </p:nvPr>
        </p:nvSpPr>
        <p:spPr/>
        <p:txBody>
          <a:bodyPr/>
          <a:lstStyle/>
          <a:p>
            <a:fld id="{991790CF-97BD-424E-B32E-66A1CAAD5C08}" type="slidenum">
              <a:rPr lang="en-US" smtClean="0"/>
              <a:t>‹#›</a:t>
            </a:fld>
            <a:endParaRPr lang="en-US"/>
          </a:p>
        </p:txBody>
      </p:sp>
    </p:spTree>
    <p:extLst>
      <p:ext uri="{BB962C8B-B14F-4D97-AF65-F5344CB8AC3E}">
        <p14:creationId xmlns:p14="http://schemas.microsoft.com/office/powerpoint/2010/main" val="39765136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E333F-9A0C-4D42-9300-BB482EFD28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2A9D045-6300-4458-A863-5540EF1972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796F084-86D3-4715-BF65-9B944B99D9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5EA215-804B-46B9-9CB5-518A78F9B6A7}"/>
              </a:ext>
            </a:extLst>
          </p:cNvPr>
          <p:cNvSpPr>
            <a:spLocks noGrp="1"/>
          </p:cNvSpPr>
          <p:nvPr>
            <p:ph type="dt" sz="half" idx="10"/>
          </p:nvPr>
        </p:nvSpPr>
        <p:spPr/>
        <p:txBody>
          <a:bodyPr/>
          <a:lstStyle/>
          <a:p>
            <a:fld id="{C0E1191D-31BB-4728-86E3-0A2624C0559E}" type="datetimeFigureOut">
              <a:rPr lang="en-US" smtClean="0"/>
              <a:t>8/1/2025</a:t>
            </a:fld>
            <a:endParaRPr lang="en-US"/>
          </a:p>
        </p:txBody>
      </p:sp>
      <p:sp>
        <p:nvSpPr>
          <p:cNvPr id="6" name="Footer Placeholder 5">
            <a:extLst>
              <a:ext uri="{FF2B5EF4-FFF2-40B4-BE49-F238E27FC236}">
                <a16:creationId xmlns:a16="http://schemas.microsoft.com/office/drawing/2014/main" id="{7D4335C6-5CBA-44B7-BE4E-09371BFD0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B6C6D2-BA64-4864-9E31-337D6FA1CF9C}"/>
              </a:ext>
            </a:extLst>
          </p:cNvPr>
          <p:cNvSpPr>
            <a:spLocks noGrp="1"/>
          </p:cNvSpPr>
          <p:nvPr>
            <p:ph type="sldNum" sz="quarter" idx="12"/>
          </p:nvPr>
        </p:nvSpPr>
        <p:spPr/>
        <p:txBody>
          <a:bodyPr/>
          <a:lstStyle/>
          <a:p>
            <a:fld id="{991790CF-97BD-424E-B32E-66A1CAAD5C08}" type="slidenum">
              <a:rPr lang="en-US" smtClean="0"/>
              <a:t>‹#›</a:t>
            </a:fld>
            <a:endParaRPr lang="en-US"/>
          </a:p>
        </p:txBody>
      </p:sp>
    </p:spTree>
    <p:extLst>
      <p:ext uri="{BB962C8B-B14F-4D97-AF65-F5344CB8AC3E}">
        <p14:creationId xmlns:p14="http://schemas.microsoft.com/office/powerpoint/2010/main" val="12479542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68F2A-4CB3-49AA-9728-C7192D0F32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01E019-73FB-4215-BB40-CE5AD19027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EDB9E6-29A6-4413-96FD-C0F15BE7F592}"/>
              </a:ext>
            </a:extLst>
          </p:cNvPr>
          <p:cNvSpPr>
            <a:spLocks noGrp="1"/>
          </p:cNvSpPr>
          <p:nvPr>
            <p:ph type="dt" sz="half" idx="10"/>
          </p:nvPr>
        </p:nvSpPr>
        <p:spPr/>
        <p:txBody>
          <a:bodyPr/>
          <a:lstStyle/>
          <a:p>
            <a:fld id="{C0E1191D-31BB-4728-86E3-0A2624C0559E}" type="datetimeFigureOut">
              <a:rPr lang="en-US" smtClean="0"/>
              <a:t>8/1/2025</a:t>
            </a:fld>
            <a:endParaRPr lang="en-US"/>
          </a:p>
        </p:txBody>
      </p:sp>
      <p:sp>
        <p:nvSpPr>
          <p:cNvPr id="5" name="Footer Placeholder 4">
            <a:extLst>
              <a:ext uri="{FF2B5EF4-FFF2-40B4-BE49-F238E27FC236}">
                <a16:creationId xmlns:a16="http://schemas.microsoft.com/office/drawing/2014/main" id="{CE1E41B2-C839-441E-8F62-2E7AD0259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BA62E1-8C3F-439F-B6EF-2EE3DF98B149}"/>
              </a:ext>
            </a:extLst>
          </p:cNvPr>
          <p:cNvSpPr>
            <a:spLocks noGrp="1"/>
          </p:cNvSpPr>
          <p:nvPr>
            <p:ph type="sldNum" sz="quarter" idx="12"/>
          </p:nvPr>
        </p:nvSpPr>
        <p:spPr/>
        <p:txBody>
          <a:bodyPr/>
          <a:lstStyle/>
          <a:p>
            <a:fld id="{991790CF-97BD-424E-B32E-66A1CAAD5C08}" type="slidenum">
              <a:rPr lang="en-US" smtClean="0"/>
              <a:t>‹#›</a:t>
            </a:fld>
            <a:endParaRPr lang="en-US"/>
          </a:p>
        </p:txBody>
      </p:sp>
    </p:spTree>
    <p:extLst>
      <p:ext uri="{BB962C8B-B14F-4D97-AF65-F5344CB8AC3E}">
        <p14:creationId xmlns:p14="http://schemas.microsoft.com/office/powerpoint/2010/main" val="322657661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311EF0-0B11-4E85-8C8D-8D85D47072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A28A04-5646-408A-B7AC-14062F6418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AE1728-3E47-4621-92AE-0535ACAA2323}"/>
              </a:ext>
            </a:extLst>
          </p:cNvPr>
          <p:cNvSpPr>
            <a:spLocks noGrp="1"/>
          </p:cNvSpPr>
          <p:nvPr>
            <p:ph type="dt" sz="half" idx="10"/>
          </p:nvPr>
        </p:nvSpPr>
        <p:spPr/>
        <p:txBody>
          <a:bodyPr/>
          <a:lstStyle/>
          <a:p>
            <a:fld id="{C0E1191D-31BB-4728-86E3-0A2624C0559E}" type="datetimeFigureOut">
              <a:rPr lang="en-US" smtClean="0"/>
              <a:t>8/1/2025</a:t>
            </a:fld>
            <a:endParaRPr lang="en-US"/>
          </a:p>
        </p:txBody>
      </p:sp>
      <p:sp>
        <p:nvSpPr>
          <p:cNvPr id="5" name="Footer Placeholder 4">
            <a:extLst>
              <a:ext uri="{FF2B5EF4-FFF2-40B4-BE49-F238E27FC236}">
                <a16:creationId xmlns:a16="http://schemas.microsoft.com/office/drawing/2014/main" id="{D72267CD-B0DC-4581-AC96-03C03A05F9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B514C6-CE40-4A6D-9473-B97854A7ABD6}"/>
              </a:ext>
            </a:extLst>
          </p:cNvPr>
          <p:cNvSpPr>
            <a:spLocks noGrp="1"/>
          </p:cNvSpPr>
          <p:nvPr>
            <p:ph type="sldNum" sz="quarter" idx="12"/>
          </p:nvPr>
        </p:nvSpPr>
        <p:spPr/>
        <p:txBody>
          <a:bodyPr/>
          <a:lstStyle/>
          <a:p>
            <a:fld id="{991790CF-97BD-424E-B32E-66A1CAAD5C08}" type="slidenum">
              <a:rPr lang="en-US" smtClean="0"/>
              <a:t>‹#›</a:t>
            </a:fld>
            <a:endParaRPr lang="en-US"/>
          </a:p>
        </p:txBody>
      </p:sp>
    </p:spTree>
    <p:extLst>
      <p:ext uri="{BB962C8B-B14F-4D97-AF65-F5344CB8AC3E}">
        <p14:creationId xmlns:p14="http://schemas.microsoft.com/office/powerpoint/2010/main" val="37115646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with Radial Gradient">
    <p:bg>
      <p:bgPr>
        <a:blipFill dpi="0" rotWithShape="1">
          <a:blip r:embed="rId2" cstate="email">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6"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16pt Intel Clear Subhead, Date, Etc.</a:t>
            </a:r>
          </a:p>
        </p:txBody>
      </p:sp>
      <p:sp>
        <p:nvSpPr>
          <p:cNvPr id="13" name="Title 1"/>
          <p:cNvSpPr>
            <a:spLocks noGrp="1"/>
          </p:cNvSpPr>
          <p:nvPr>
            <p:ph type="ctrTitle" hasCustomPrompt="1"/>
          </p:nvPr>
        </p:nvSpPr>
        <p:spPr>
          <a:xfrm>
            <a:off x="584449" y="3372523"/>
            <a:ext cx="10950515" cy="1336387"/>
          </a:xfrm>
        </p:spPr>
        <p:txBody>
          <a:bodyPr lIns="0" rIns="0" anchor="b" anchorCtr="0">
            <a:noAutofit/>
          </a:bodyPr>
          <a:lstStyle>
            <a:lvl1pPr>
              <a:lnSpc>
                <a:spcPts val="7333"/>
              </a:lnSpc>
              <a:spcBef>
                <a:spcPts val="3200"/>
              </a:spcBef>
              <a:defRPr sz="6667" b="0" spc="133" baseline="0">
                <a:solidFill>
                  <a:schemeClr val="bg1"/>
                </a:solidFill>
                <a:latin typeface="Intel Clear"/>
                <a:cs typeface="Intel Clear"/>
              </a:defRPr>
            </a:lvl1pPr>
          </a:lstStyle>
          <a:p>
            <a:r>
              <a:rPr lang="en-US"/>
              <a:t>50pt Intel Clear Title</a:t>
            </a:r>
            <a:br>
              <a:rPr lang="en-US"/>
            </a:br>
            <a:r>
              <a:rPr lang="en-US"/>
              <a:t>with Radial Gradient</a:t>
            </a:r>
          </a:p>
        </p:txBody>
      </p:sp>
      <p:sp>
        <p:nvSpPr>
          <p:cNvPr id="5" name="Rectangle 4"/>
          <p:cNvSpPr/>
          <p:nvPr userDrawn="1"/>
        </p:nvSpPr>
        <p:spPr>
          <a:xfrm>
            <a:off x="2103173" y="6512487"/>
            <a:ext cx="7356296" cy="185372"/>
          </a:xfrm>
          <a:prstGeom prst="rect">
            <a:avLst/>
          </a:prstGeom>
        </p:spPr>
        <p:txBody>
          <a:bodyPr wrap="square" lIns="0" tIns="0" rIns="0" bIns="0">
            <a:spAutoFit/>
          </a:bodyPr>
          <a:lstStyle/>
          <a:p>
            <a:pPr algn="ctr"/>
            <a:r>
              <a:rPr lang="en-US" sz="1333">
                <a:solidFill>
                  <a:schemeClr val="bg1"/>
                </a:solidFill>
                <a:cs typeface="Neo Sans Intel"/>
              </a:rPr>
              <a:t>Intel Confidential – For Use Under NDA Only</a:t>
            </a:r>
          </a:p>
        </p:txBody>
      </p:sp>
    </p:spTree>
    <p:extLst>
      <p:ext uri="{BB962C8B-B14F-4D97-AF65-F5344CB8AC3E}">
        <p14:creationId xmlns:p14="http://schemas.microsoft.com/office/powerpoint/2010/main" val="98635247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Radial Gradient">
    <p:bg>
      <p:bgPr>
        <a:blipFill dpi="0" rotWithShape="1">
          <a:blip r:embed="rId2" cstate="email">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0" name="Picture 9" descr="int_experience_hrz_wht_rgb_1500.png"/>
          <p:cNvPicPr>
            <a:picLocks noChangeAspect="1"/>
          </p:cNvPicPr>
          <p:nvPr userDrawn="1"/>
        </p:nvPicPr>
        <p:blipFill>
          <a:blip r:embed="rId3" cstate="email">
            <a:alphaModFix/>
            <a:extLst>
              <a:ext uri="{28A0092B-C50C-407E-A947-70E740481C1C}">
                <a14:useLocalDpi xmlns:a14="http://schemas.microsoft.com/office/drawing/2010/main"/>
              </a:ext>
            </a:extLst>
          </a:blip>
          <a:stretch>
            <a:fillRect/>
          </a:stretch>
        </p:blipFill>
        <p:spPr>
          <a:xfrm>
            <a:off x="614258" y="518971"/>
            <a:ext cx="2829021" cy="1183045"/>
          </a:xfrm>
          <a:prstGeom prst="rect">
            <a:avLst/>
          </a:prstGeom>
        </p:spPr>
      </p:pic>
      <p:sp>
        <p:nvSpPr>
          <p:cNvPr id="7"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16pt Intel Clear Subhead, Date, Etc.</a:t>
            </a:r>
          </a:p>
        </p:txBody>
      </p:sp>
      <p:sp>
        <p:nvSpPr>
          <p:cNvPr id="9" name="Title 1"/>
          <p:cNvSpPr>
            <a:spLocks noGrp="1"/>
          </p:cNvSpPr>
          <p:nvPr>
            <p:ph type="ctrTitle" hasCustomPrompt="1"/>
          </p:nvPr>
        </p:nvSpPr>
        <p:spPr>
          <a:xfrm>
            <a:off x="584449" y="3372523"/>
            <a:ext cx="10950515" cy="1336387"/>
          </a:xfrm>
        </p:spPr>
        <p:txBody>
          <a:bodyPr lIns="0" rIns="0" anchor="b" anchorCtr="0">
            <a:noAutofit/>
          </a:bodyPr>
          <a:lstStyle>
            <a:lvl1pPr>
              <a:lnSpc>
                <a:spcPts val="7333"/>
              </a:lnSpc>
              <a:spcBef>
                <a:spcPts val="3200"/>
              </a:spcBef>
              <a:defRPr sz="6667" b="0" spc="133" baseline="0">
                <a:solidFill>
                  <a:schemeClr val="bg1"/>
                </a:solidFill>
                <a:latin typeface="Intel Clear"/>
                <a:cs typeface="Intel Clear"/>
              </a:defRPr>
            </a:lvl1pPr>
          </a:lstStyle>
          <a:p>
            <a:r>
              <a:rPr lang="en-US"/>
              <a:t>50pt Intel Clear Title</a:t>
            </a:r>
            <a:br>
              <a:rPr lang="en-US"/>
            </a:br>
            <a:r>
              <a:rPr lang="en-US"/>
              <a:t>with Radial Gradient</a:t>
            </a:r>
          </a:p>
        </p:txBody>
      </p:sp>
    </p:spTree>
    <p:extLst>
      <p:ext uri="{BB962C8B-B14F-4D97-AF65-F5344CB8AC3E}">
        <p14:creationId xmlns:p14="http://schemas.microsoft.com/office/powerpoint/2010/main" val="379770711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92000" cy="6358467"/>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a:t>Insert photo here. Drag picture to placeholder or click icon to add.</a:t>
            </a:r>
          </a:p>
        </p:txBody>
      </p:sp>
      <p:pic>
        <p:nvPicPr>
          <p:cNvPr id="9"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16pt Intel Clear Subhead, Date, Etc.</a:t>
            </a:r>
          </a:p>
        </p:txBody>
      </p:sp>
      <p:sp>
        <p:nvSpPr>
          <p:cNvPr id="12" name="Title 1"/>
          <p:cNvSpPr>
            <a:spLocks noGrp="1"/>
          </p:cNvSpPr>
          <p:nvPr>
            <p:ph type="ctrTitle" hasCustomPrompt="1"/>
          </p:nvPr>
        </p:nvSpPr>
        <p:spPr>
          <a:xfrm>
            <a:off x="584449" y="3372523"/>
            <a:ext cx="10950515" cy="1336387"/>
          </a:xfrm>
        </p:spPr>
        <p:txBody>
          <a:bodyPr lIns="0" rIns="0" anchor="b" anchorCtr="0">
            <a:noAutofit/>
          </a:bodyPr>
          <a:lstStyle>
            <a:lvl1pPr>
              <a:lnSpc>
                <a:spcPts val="7333"/>
              </a:lnSpc>
              <a:spcBef>
                <a:spcPts val="3200"/>
              </a:spcBef>
              <a:defRPr sz="6667" b="0" spc="133" baseline="0">
                <a:solidFill>
                  <a:schemeClr val="bg1"/>
                </a:solidFill>
                <a:latin typeface="Intel Clear"/>
                <a:cs typeface="Intel Clear"/>
              </a:defRPr>
            </a:lvl1pPr>
          </a:lstStyle>
          <a:p>
            <a:r>
              <a:rPr lang="en-US"/>
              <a:t>50pt Intel Clear Title</a:t>
            </a:r>
            <a:br>
              <a:rPr lang="en-US"/>
            </a:br>
            <a:r>
              <a:rPr lang="en-US"/>
              <a:t>with Image</a:t>
            </a:r>
          </a:p>
        </p:txBody>
      </p:sp>
    </p:spTree>
    <p:extLst>
      <p:ext uri="{BB962C8B-B14F-4D97-AF65-F5344CB8AC3E}">
        <p14:creationId xmlns:p14="http://schemas.microsoft.com/office/powerpoint/2010/main" val="359085335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205469" y="6432516"/>
            <a:ext cx="2844800" cy="365125"/>
          </a:xfrm>
        </p:spPr>
        <p:txBody>
          <a:bodyPr/>
          <a:lstStyle>
            <a:lvl1pPr>
              <a:defRPr/>
            </a:lvl1pPr>
          </a:lstStyle>
          <a:p>
            <a:r>
              <a:rPr lang="en-US"/>
              <a:t>2</a:t>
            </a: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a:t>28pt Intel Clear Headline</a:t>
            </a:r>
          </a:p>
        </p:txBody>
      </p:sp>
      <p:sp>
        <p:nvSpPr>
          <p:cNvPr id="9" name="Content Placeholder 8"/>
          <p:cNvSpPr>
            <a:spLocks noGrp="1"/>
          </p:cNvSpPr>
          <p:nvPr>
            <p:ph sz="quarter" idx="13" hasCustomPrompt="1"/>
          </p:nvPr>
        </p:nvSpPr>
        <p:spPr>
          <a:xfrm>
            <a:off x="607484" y="1604434"/>
            <a:ext cx="10970683" cy="4567767"/>
          </a:xfrm>
        </p:spPr>
        <p:txBody>
          <a:bodyPr/>
          <a:lstStyle>
            <a:lvl1pPr>
              <a:defRPr>
                <a:solidFill>
                  <a:srgbClr val="0071C5"/>
                </a:solidFill>
              </a:defRPr>
            </a:lvl1pPr>
            <a:lvl2pPr>
              <a:defRPr sz="2400"/>
            </a:lvl2pPr>
            <a:lvl3pPr>
              <a:defRPr sz="2400"/>
            </a:lvl3pPr>
            <a:lvl4pPr>
              <a:defRPr sz="2133"/>
            </a:lvl4pPr>
          </a:lstStyle>
          <a:p>
            <a:pPr lvl="0"/>
            <a:r>
              <a:rPr lang="en-US"/>
              <a:t>18pt Intel Clear body text</a:t>
            </a:r>
          </a:p>
          <a:p>
            <a:pPr lvl="1"/>
            <a:r>
              <a:rPr lang="en-US"/>
              <a:t>18pt Intel Clear bullet one</a:t>
            </a:r>
          </a:p>
          <a:p>
            <a:pPr lvl="2"/>
            <a:r>
              <a:rPr lang="en-US"/>
              <a:t>18pt Intel Clear sub-bullet</a:t>
            </a:r>
          </a:p>
          <a:p>
            <a:pPr lvl="3"/>
            <a:r>
              <a:rPr lang="en-US"/>
              <a:t>16pt Intel Clear fourth level</a:t>
            </a:r>
          </a:p>
          <a:p>
            <a:pPr lvl="4"/>
            <a:r>
              <a:rPr lang="en-US" err="1"/>
              <a:t>14pt</a:t>
            </a:r>
            <a:r>
              <a:rPr lang="en-US"/>
              <a:t> Intel Clear fifth level</a:t>
            </a:r>
          </a:p>
        </p:txBody>
      </p:sp>
      <p:sp>
        <p:nvSpPr>
          <p:cNvPr id="8" name="Rectangle 7"/>
          <p:cNvSpPr/>
          <p:nvPr userDrawn="1"/>
        </p:nvSpPr>
        <p:spPr>
          <a:xfrm>
            <a:off x="2103173" y="6512487"/>
            <a:ext cx="7356296" cy="185372"/>
          </a:xfrm>
          <a:prstGeom prst="rect">
            <a:avLst/>
          </a:prstGeom>
        </p:spPr>
        <p:txBody>
          <a:bodyPr wrap="square" lIns="0" tIns="0" rIns="0" bIns="0">
            <a:spAutoFit/>
          </a:bodyPr>
          <a:lstStyle/>
          <a:p>
            <a:pPr algn="ctr"/>
            <a:r>
              <a:rPr lang="en-US" sz="1333">
                <a:solidFill>
                  <a:schemeClr val="bg1"/>
                </a:solidFill>
                <a:cs typeface="Neo Sans Intel"/>
              </a:rPr>
              <a:t>Intel Confidential – For Use Under NDA Only</a:t>
            </a:r>
          </a:p>
        </p:txBody>
      </p:sp>
    </p:spTree>
    <p:extLst>
      <p:ext uri="{BB962C8B-B14F-4D97-AF65-F5344CB8AC3E}">
        <p14:creationId xmlns:p14="http://schemas.microsoft.com/office/powerpoint/2010/main" val="116994492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sdfsdfdsfsdfsdfsdfsdfsdfsdfdsfdsfdsf</a:t>
            </a:r>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a:p>
        </p:txBody>
      </p:sp>
      <p:sp>
        <p:nvSpPr>
          <p:cNvPr id="15" name="Content Placeholder 2"/>
          <p:cNvSpPr>
            <a:spLocks noGrp="1"/>
          </p:cNvSpPr>
          <p:nvPr>
            <p:ph sz="half" idx="1" hasCustomPrompt="1"/>
          </p:nvPr>
        </p:nvSpPr>
        <p:spPr>
          <a:xfrm>
            <a:off x="607485" y="1604433"/>
            <a:ext cx="5342468"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a:t>18pt Intel Clear body text</a:t>
            </a:r>
          </a:p>
          <a:p>
            <a:pPr marR="0" lvl="1" fontAlgn="auto">
              <a:lnSpc>
                <a:spcPct val="100000"/>
              </a:lnSpc>
              <a:spcAft>
                <a:spcPts val="0"/>
              </a:spcAft>
              <a:buClrTx/>
              <a:buSzTx/>
              <a:tabLst/>
            </a:pPr>
            <a:r>
              <a:rPr lang="en-US"/>
              <a:t>16pt Intel Clear bullet one</a:t>
            </a:r>
          </a:p>
          <a:p>
            <a:pPr lvl="2"/>
            <a:r>
              <a:rPr lang="en-US" err="1"/>
              <a:t>14pt</a:t>
            </a:r>
            <a:r>
              <a:rPr lang="en-US"/>
              <a:t> Intel Clear third level</a:t>
            </a:r>
          </a:p>
          <a:p>
            <a:pPr lvl="3"/>
            <a:r>
              <a:rPr lang="en-US" err="1"/>
              <a:t>12pt</a:t>
            </a:r>
            <a:r>
              <a:rPr lang="en-US"/>
              <a:t> Intel Clear fourth level</a:t>
            </a:r>
          </a:p>
          <a:p>
            <a:pPr lvl="4"/>
            <a:r>
              <a:rPr lang="en-US" err="1"/>
              <a:t>12pt</a:t>
            </a:r>
            <a:r>
              <a:rPr lang="en-US"/>
              <a:t> Intel Clear fifth level</a:t>
            </a:r>
          </a:p>
        </p:txBody>
      </p:sp>
      <p:sp>
        <p:nvSpPr>
          <p:cNvPr id="8"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a:t>28pt Intel Clear Headline</a:t>
            </a:r>
          </a:p>
        </p:txBody>
      </p:sp>
      <p:sp>
        <p:nvSpPr>
          <p:cNvPr id="9" name="Picture Placeholder 8"/>
          <p:cNvSpPr>
            <a:spLocks noGrp="1"/>
          </p:cNvSpPr>
          <p:nvPr>
            <p:ph type="pic" sz="quarter" idx="13"/>
          </p:nvPr>
        </p:nvSpPr>
        <p:spPr>
          <a:xfrm>
            <a:off x="6441018" y="1257907"/>
            <a:ext cx="4241497" cy="2227933"/>
          </a:xfrm>
          <a:solidFill>
            <a:schemeClr val="bg2">
              <a:lumMod val="60000"/>
              <a:lumOff val="40000"/>
            </a:schemeClr>
          </a:solidFill>
        </p:spPr>
        <p:txBody>
          <a:bodyPr/>
          <a:lstStyle>
            <a:lvl1pPr>
              <a:defRPr sz="2400">
                <a:latin typeface="Intel Clear"/>
              </a:defRPr>
            </a:lvl1pPr>
          </a:lstStyle>
          <a:p>
            <a:r>
              <a:rPr lang="en-US" sz="1467">
                <a:latin typeface="Arial"/>
              </a:rPr>
              <a:t>Click icon to add picture</a:t>
            </a:r>
          </a:p>
        </p:txBody>
      </p:sp>
      <p:sp>
        <p:nvSpPr>
          <p:cNvPr id="10" name="Picture Placeholder 8"/>
          <p:cNvSpPr>
            <a:spLocks noGrp="1"/>
          </p:cNvSpPr>
          <p:nvPr>
            <p:ph type="pic" sz="quarter" idx="14"/>
          </p:nvPr>
        </p:nvSpPr>
        <p:spPr>
          <a:xfrm>
            <a:off x="6441018" y="3791863"/>
            <a:ext cx="4241497" cy="2227933"/>
          </a:xfrm>
          <a:solidFill>
            <a:schemeClr val="bg2">
              <a:lumMod val="60000"/>
              <a:lumOff val="40000"/>
            </a:schemeClr>
          </a:solidFill>
        </p:spPr>
        <p:txBody>
          <a:bodyPr/>
          <a:lstStyle>
            <a:lvl1pPr>
              <a:defRPr sz="2400">
                <a:latin typeface="Intel Clear"/>
              </a:defRPr>
            </a:lvl1pPr>
          </a:lstStyle>
          <a:p>
            <a:r>
              <a:rPr lang="en-US" sz="1467">
                <a:latin typeface="Arial"/>
              </a:rPr>
              <a:t>Click icon to add picture</a:t>
            </a:r>
          </a:p>
        </p:txBody>
      </p:sp>
    </p:spTree>
    <p:extLst>
      <p:ext uri="{BB962C8B-B14F-4D97-AF65-F5344CB8AC3E}">
        <p14:creationId xmlns:p14="http://schemas.microsoft.com/office/powerpoint/2010/main" val="163867530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sdfsdfdsfsdfsdfsdfsdfsdfsdfdsfdsfdsf</a:t>
            </a:r>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a:p>
        </p:txBody>
      </p:sp>
      <p:sp>
        <p:nvSpPr>
          <p:cNvPr id="15" name="Content Placeholder 2"/>
          <p:cNvSpPr>
            <a:spLocks noGrp="1"/>
          </p:cNvSpPr>
          <p:nvPr>
            <p:ph sz="half" idx="1" hasCustomPrompt="1"/>
          </p:nvPr>
        </p:nvSpPr>
        <p:spPr>
          <a:xfrm>
            <a:off x="607485" y="1604433"/>
            <a:ext cx="5342468"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a:t>18pt Intel Clear body text</a:t>
            </a:r>
          </a:p>
          <a:p>
            <a:pPr marR="0" lvl="1" fontAlgn="auto">
              <a:lnSpc>
                <a:spcPct val="100000"/>
              </a:lnSpc>
              <a:spcAft>
                <a:spcPts val="0"/>
              </a:spcAft>
              <a:buClrTx/>
              <a:buSzTx/>
              <a:tabLst/>
            </a:pPr>
            <a:r>
              <a:rPr lang="en-US"/>
              <a:t>16pt Intel Clear bullet one</a:t>
            </a:r>
          </a:p>
          <a:p>
            <a:pPr lvl="2"/>
            <a:r>
              <a:rPr lang="en-US" err="1"/>
              <a:t>14pt</a:t>
            </a:r>
            <a:r>
              <a:rPr lang="en-US"/>
              <a:t> Intel Clear third level</a:t>
            </a:r>
          </a:p>
          <a:p>
            <a:pPr lvl="3"/>
            <a:r>
              <a:rPr lang="en-US" err="1"/>
              <a:t>12pt</a:t>
            </a:r>
            <a:r>
              <a:rPr lang="en-US"/>
              <a:t> Intel Clear fourth level</a:t>
            </a:r>
          </a:p>
          <a:p>
            <a:pPr lvl="4"/>
            <a:r>
              <a:rPr lang="en-US" err="1"/>
              <a:t>12pt</a:t>
            </a:r>
            <a:r>
              <a:rPr lang="en-US"/>
              <a:t> Intel Clear fifth level</a:t>
            </a:r>
          </a:p>
        </p:txBody>
      </p:sp>
      <p:sp>
        <p:nvSpPr>
          <p:cNvPr id="16" name="Content Placeholder 2"/>
          <p:cNvSpPr>
            <a:spLocks noGrp="1"/>
          </p:cNvSpPr>
          <p:nvPr>
            <p:ph sz="half" idx="13" hasCustomPrompt="1"/>
          </p:nvPr>
        </p:nvSpPr>
        <p:spPr>
          <a:xfrm>
            <a:off x="6237817" y="1604433"/>
            <a:ext cx="5340352"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a:t>18pt Intel Clear body text</a:t>
            </a:r>
          </a:p>
          <a:p>
            <a:pPr marR="0" lvl="1" fontAlgn="auto">
              <a:lnSpc>
                <a:spcPct val="100000"/>
              </a:lnSpc>
              <a:spcAft>
                <a:spcPts val="0"/>
              </a:spcAft>
              <a:buClrTx/>
              <a:buSzTx/>
              <a:tabLst/>
            </a:pPr>
            <a:r>
              <a:rPr lang="en-US"/>
              <a:t>16pt Intel Clear bullet one</a:t>
            </a:r>
          </a:p>
          <a:p>
            <a:pPr lvl="2"/>
            <a:r>
              <a:rPr lang="en-US" err="1"/>
              <a:t>14pt</a:t>
            </a:r>
            <a:r>
              <a:rPr lang="en-US"/>
              <a:t> Intel Clear third level</a:t>
            </a:r>
          </a:p>
          <a:p>
            <a:pPr lvl="3"/>
            <a:r>
              <a:rPr lang="en-US" err="1"/>
              <a:t>12pt</a:t>
            </a:r>
            <a:r>
              <a:rPr lang="en-US"/>
              <a:t> Intel Clear fourth level</a:t>
            </a:r>
          </a:p>
          <a:p>
            <a:pPr lvl="4"/>
            <a:r>
              <a:rPr lang="en-US" err="1"/>
              <a:t>12pt</a:t>
            </a:r>
            <a:r>
              <a:rPr lang="en-US"/>
              <a:t> Intel Clear fifth level</a:t>
            </a:r>
          </a:p>
        </p:txBody>
      </p:sp>
      <p:sp>
        <p:nvSpPr>
          <p:cNvPr id="8"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a:t>28pt Intel Clear Headline</a:t>
            </a:r>
          </a:p>
        </p:txBody>
      </p:sp>
    </p:spTree>
    <p:extLst>
      <p:ext uri="{BB962C8B-B14F-4D97-AF65-F5344CB8AC3E}">
        <p14:creationId xmlns:p14="http://schemas.microsoft.com/office/powerpoint/2010/main" val="10521092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485" y="1604434"/>
            <a:ext cx="10970684" cy="4567767"/>
          </a:xfrm>
        </p:spPr>
        <p:txBody>
          <a:bodyPr anchor="ctr" anchorCtr="0"/>
          <a:lstStyle>
            <a:lvl1pPr marL="253994" indent="-253994">
              <a:defRPr sz="4800" b="1" baseline="0">
                <a:solidFill>
                  <a:schemeClr val="accent2"/>
                </a:solidFill>
                <a:latin typeface="+mn-lt"/>
                <a:cs typeface="Intel Clear Light" panose="020B0404020203020204" pitchFamily="34" charset="0"/>
              </a:defRPr>
            </a:lvl1pPr>
            <a:lvl2pPr marL="556670" indent="-300559">
              <a:buFont typeface="Lucida Grande"/>
              <a:buChar char="−"/>
              <a:defRPr sz="1600" baseline="0">
                <a:latin typeface="+mn-lt"/>
                <a:cs typeface="Intel Clear" panose="020B0604020203020204" pitchFamily="34" charset="0"/>
              </a:defRPr>
            </a:lvl2pPr>
            <a:lvl3pPr marL="914377" indent="-304792">
              <a:defRPr sz="1600">
                <a:latin typeface="+mn-lt"/>
              </a:defRPr>
            </a:lvl3pPr>
            <a:lvl4pPr>
              <a:defRPr sz="1467">
                <a:latin typeface="+mn-lt"/>
              </a:defRPr>
            </a:lvl4pPr>
            <a:lvl5pPr>
              <a:defRPr sz="1400">
                <a:latin typeface="+mn-lt"/>
              </a:defRPr>
            </a:lvl5pPr>
          </a:lstStyle>
          <a:p>
            <a:pPr lvl="0"/>
            <a:r>
              <a:rPr lang="en-US"/>
              <a:t>“36pt Intel Clear Bold Text”</a:t>
            </a:r>
          </a:p>
          <a:p>
            <a:pPr lvl="1"/>
            <a:r>
              <a:rPr lang="en-US" err="1"/>
              <a:t>12pt</a:t>
            </a:r>
            <a:r>
              <a:rPr lang="en-US"/>
              <a:t> Attribution</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a:t>28pt Intel Clear Headline</a:t>
            </a:r>
          </a:p>
        </p:txBody>
      </p:sp>
      <p:sp>
        <p:nvSpPr>
          <p:cNvPr id="8" name="Rectangle 7"/>
          <p:cNvSpPr/>
          <p:nvPr userDrawn="1"/>
        </p:nvSpPr>
        <p:spPr>
          <a:xfrm>
            <a:off x="2306373" y="6498524"/>
            <a:ext cx="7356296" cy="185372"/>
          </a:xfrm>
          <a:prstGeom prst="rect">
            <a:avLst/>
          </a:prstGeom>
        </p:spPr>
        <p:txBody>
          <a:bodyPr wrap="square" lIns="0" tIns="0" rIns="0" bIns="0">
            <a:spAutoFit/>
          </a:bodyPr>
          <a:lstStyle/>
          <a:p>
            <a:pPr algn="ctr"/>
            <a:r>
              <a:rPr lang="en-US" sz="1333">
                <a:solidFill>
                  <a:schemeClr val="bg1"/>
                </a:solidFill>
                <a:cs typeface="Neo Sans Intel"/>
              </a:rPr>
              <a:t>Intel Confidential – For Use Under NDA Only</a:t>
            </a:r>
          </a:p>
        </p:txBody>
      </p:sp>
    </p:spTree>
    <p:extLst>
      <p:ext uri="{BB962C8B-B14F-4D97-AF65-F5344CB8AC3E}">
        <p14:creationId xmlns:p14="http://schemas.microsoft.com/office/powerpoint/2010/main" val="18905012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92000" cy="6358467"/>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a:t>Insert photo here. Drag picture to placeholder or click icon to add.</a:t>
            </a: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pPr/>
              <a:t>‹#›</a:t>
            </a:fld>
            <a:endParaRPr lang="en-US"/>
          </a:p>
        </p:txBody>
      </p:sp>
      <p:sp>
        <p:nvSpPr>
          <p:cNvPr id="14" name="Footer Placeholder 2"/>
          <p:cNvSpPr>
            <a:spLocks noGrp="1"/>
          </p:cNvSpPr>
          <p:nvPr>
            <p:ph type="ftr" sz="quarter" idx="11"/>
          </p:nvPr>
        </p:nvSpPr>
        <p:spPr>
          <a:xfrm>
            <a:off x="4165600" y="6432516"/>
            <a:ext cx="3860800" cy="365125"/>
          </a:xfrm>
        </p:spPr>
        <p:txBody>
          <a:bodyPr/>
          <a:lstStyle/>
          <a:p>
            <a:r>
              <a:rPr lang="en-US"/>
              <a:t>sdfsdfdsfsdfsdfsdfsdfsdfsdfdsfdsfdsf</a:t>
            </a: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a:t>28pt Intel Clear Headline</a:t>
            </a:r>
          </a:p>
        </p:txBody>
      </p:sp>
    </p:spTree>
    <p:extLst>
      <p:ext uri="{BB962C8B-B14F-4D97-AF65-F5344CB8AC3E}">
        <p14:creationId xmlns:p14="http://schemas.microsoft.com/office/powerpoint/2010/main" val="3643133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92000" cy="2926292"/>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a:t>Insert photo here. Drag picture to placeholder or click icon to add.</a:t>
            </a:r>
          </a:p>
        </p:txBody>
      </p:sp>
      <p:sp>
        <p:nvSpPr>
          <p:cNvPr id="14" name="Footer Placeholder 2"/>
          <p:cNvSpPr>
            <a:spLocks noGrp="1"/>
          </p:cNvSpPr>
          <p:nvPr>
            <p:ph type="ftr" sz="quarter" idx="11"/>
          </p:nvPr>
        </p:nvSpPr>
        <p:spPr>
          <a:xfrm>
            <a:off x="4165600" y="6432516"/>
            <a:ext cx="3860800" cy="365125"/>
          </a:xfrm>
        </p:spPr>
        <p:txBody>
          <a:bodyPr/>
          <a:lstStyle/>
          <a:p>
            <a:r>
              <a:rPr lang="en-US"/>
              <a:t>sdfsdfdsfsdfsdfsdfsdfsdfsdfdsfdsfdsf</a:t>
            </a: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pPr/>
              <a:t>‹#›</a:t>
            </a:fld>
            <a:endParaRPr lang="en-US"/>
          </a:p>
        </p:txBody>
      </p:sp>
      <p:sp>
        <p:nvSpPr>
          <p:cNvPr id="18" name="Content Placeholder 2"/>
          <p:cNvSpPr>
            <a:spLocks noGrp="1"/>
          </p:cNvSpPr>
          <p:nvPr>
            <p:ph sz="half" idx="1" hasCustomPrompt="1"/>
          </p:nvPr>
        </p:nvSpPr>
        <p:spPr>
          <a:xfrm>
            <a:off x="607485" y="1604433"/>
            <a:ext cx="5342468" cy="1745720"/>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a:t>18pt Intel Clear body text</a:t>
            </a:r>
          </a:p>
          <a:p>
            <a:pPr marR="0" lvl="1" fontAlgn="auto">
              <a:lnSpc>
                <a:spcPct val="100000"/>
              </a:lnSpc>
              <a:spcAft>
                <a:spcPts val="0"/>
              </a:spcAft>
              <a:buClrTx/>
              <a:buSzTx/>
              <a:tabLst/>
            </a:pPr>
            <a:r>
              <a:rPr lang="en-US"/>
              <a:t>16pt Intel Clear bullet one</a:t>
            </a:r>
          </a:p>
          <a:p>
            <a:pPr lvl="2"/>
            <a:r>
              <a:rPr lang="en-US" err="1"/>
              <a:t>14pt</a:t>
            </a:r>
            <a:r>
              <a:rPr lang="en-US"/>
              <a:t> Intel Clear third level</a:t>
            </a:r>
          </a:p>
          <a:p>
            <a:pPr lvl="3"/>
            <a:r>
              <a:rPr lang="en-US" err="1"/>
              <a:t>12pt</a:t>
            </a:r>
            <a:r>
              <a:rPr lang="en-US"/>
              <a:t> Intel Clear fourth level</a:t>
            </a:r>
          </a:p>
          <a:p>
            <a:pPr lvl="4"/>
            <a:r>
              <a:rPr lang="en-US" err="1"/>
              <a:t>12pt</a:t>
            </a:r>
            <a:r>
              <a:rPr lang="en-US"/>
              <a:t> Intel Clear fifth level</a:t>
            </a:r>
          </a:p>
        </p:txBody>
      </p:sp>
      <p:sp>
        <p:nvSpPr>
          <p:cNvPr id="19" name="Content Placeholder 2"/>
          <p:cNvSpPr>
            <a:spLocks noGrp="1"/>
          </p:cNvSpPr>
          <p:nvPr>
            <p:ph sz="half" idx="15" hasCustomPrompt="1"/>
          </p:nvPr>
        </p:nvSpPr>
        <p:spPr>
          <a:xfrm>
            <a:off x="6237817" y="1604433"/>
            <a:ext cx="5340352" cy="1745720"/>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a:t>18pt Intel Clear body text</a:t>
            </a:r>
          </a:p>
          <a:p>
            <a:pPr marR="0" lvl="1" fontAlgn="auto">
              <a:lnSpc>
                <a:spcPct val="100000"/>
              </a:lnSpc>
              <a:spcAft>
                <a:spcPts val="0"/>
              </a:spcAft>
              <a:buClrTx/>
              <a:buSzTx/>
              <a:tabLst/>
            </a:pPr>
            <a:r>
              <a:rPr lang="en-US"/>
              <a:t>16pt Intel Clear bullet one</a:t>
            </a:r>
          </a:p>
          <a:p>
            <a:pPr lvl="2"/>
            <a:r>
              <a:rPr lang="en-US" err="1"/>
              <a:t>14pt</a:t>
            </a:r>
            <a:r>
              <a:rPr lang="en-US"/>
              <a:t> Intel Clear third level</a:t>
            </a:r>
          </a:p>
          <a:p>
            <a:pPr lvl="3"/>
            <a:r>
              <a:rPr lang="en-US" err="1"/>
              <a:t>12pt</a:t>
            </a:r>
            <a:r>
              <a:rPr lang="en-US"/>
              <a:t> Intel Clear fourth level</a:t>
            </a:r>
          </a:p>
          <a:p>
            <a:pPr lvl="4"/>
            <a:r>
              <a:rPr lang="en-US" err="1"/>
              <a:t>12pt</a:t>
            </a:r>
            <a:r>
              <a:rPr lang="en-US"/>
              <a:t> Intel Clear fifth level</a:t>
            </a:r>
          </a:p>
        </p:txBody>
      </p:sp>
      <p:sp>
        <p:nvSpPr>
          <p:cNvPr id="3" name="TextBox 2"/>
          <p:cNvSpPr txBox="1"/>
          <p:nvPr userDrawn="1"/>
        </p:nvSpPr>
        <p:spPr>
          <a:xfrm>
            <a:off x="1345983" y="6634394"/>
            <a:ext cx="184731" cy="277705"/>
          </a:xfrm>
          <a:prstGeom prst="rect">
            <a:avLst/>
          </a:prstGeom>
          <a:noFill/>
        </p:spPr>
        <p:txBody>
          <a:bodyPr wrap="none" rtlCol="0">
            <a:spAutoFit/>
          </a:bodyPr>
          <a:lstStyle/>
          <a:p>
            <a:endParaRPr lang="en-US" sz="1333">
              <a:solidFill>
                <a:schemeClr val="tx2"/>
              </a:solidFill>
              <a:cs typeface="Intel Clear"/>
            </a:endParaRPr>
          </a:p>
        </p:txBody>
      </p:sp>
      <p:sp>
        <p:nvSpPr>
          <p:cNvPr id="10"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a:t>28pt Intel Clear Headline</a:t>
            </a:r>
          </a:p>
        </p:txBody>
      </p:sp>
    </p:spTree>
    <p:extLst>
      <p:ext uri="{BB962C8B-B14F-4D97-AF65-F5344CB8AC3E}">
        <p14:creationId xmlns:p14="http://schemas.microsoft.com/office/powerpoint/2010/main" val="9396513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7818" y="2"/>
            <a:ext cx="5954183" cy="6358465"/>
          </a:xfrm>
          <a:solidFill>
            <a:schemeClr val="bg2">
              <a:lumMod val="60000"/>
              <a:lumOff val="40000"/>
            </a:schemeClr>
          </a:solidFill>
        </p:spPr>
        <p:txBody>
          <a:bodyPr/>
          <a:lstStyle>
            <a:lvl1pPr>
              <a:defRPr baseline="0"/>
            </a:lvl1pPr>
          </a:lstStyle>
          <a:p>
            <a:r>
              <a:rPr lang="en-US"/>
              <a:t>Insert photo here. Drag picture to placeholder or click icon to add.</a:t>
            </a:r>
          </a:p>
        </p:txBody>
      </p:sp>
      <p:sp>
        <p:nvSpPr>
          <p:cNvPr id="2" name="Title 1"/>
          <p:cNvSpPr>
            <a:spLocks noGrp="1"/>
          </p:cNvSpPr>
          <p:nvPr>
            <p:ph type="title" hasCustomPrompt="1"/>
          </p:nvPr>
        </p:nvSpPr>
        <p:spPr>
          <a:xfrm>
            <a:off x="607484" y="411797"/>
            <a:ext cx="5342467" cy="1158240"/>
          </a:xfrm>
        </p:spPr>
        <p:txBody>
          <a:bodyPr>
            <a:noAutofit/>
          </a:bodyPr>
          <a:lstStyle>
            <a:lvl1pPr>
              <a:defRPr sz="3733" b="0" i="0" baseline="0">
                <a:latin typeface="Intel Clear"/>
                <a:cs typeface="Intel Clear"/>
              </a:defRPr>
            </a:lvl1pPr>
          </a:lstStyle>
          <a:p>
            <a:r>
              <a:rPr lang="en-US"/>
              <a:t>28pt Intel Clear Headline</a:t>
            </a:r>
          </a:p>
        </p:txBody>
      </p:sp>
      <p:sp>
        <p:nvSpPr>
          <p:cNvPr id="14" name="Footer Placeholder 2"/>
          <p:cNvSpPr>
            <a:spLocks noGrp="1"/>
          </p:cNvSpPr>
          <p:nvPr>
            <p:ph type="ftr" sz="quarter" idx="11"/>
          </p:nvPr>
        </p:nvSpPr>
        <p:spPr>
          <a:xfrm>
            <a:off x="4165600" y="6432516"/>
            <a:ext cx="3860800" cy="365125"/>
          </a:xfrm>
        </p:spPr>
        <p:txBody>
          <a:bodyPr/>
          <a:lstStyle/>
          <a:p>
            <a:r>
              <a:rPr lang="en-US"/>
              <a:t>sdfsdfdsfsdfsdfsdfsdfsdfsdfdsfdsfdsf</a:t>
            </a: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pPr/>
              <a:t>‹#›</a:t>
            </a:fld>
            <a:endParaRPr lang="en-US"/>
          </a:p>
        </p:txBody>
      </p:sp>
      <p:sp>
        <p:nvSpPr>
          <p:cNvPr id="17" name="Content Placeholder 2"/>
          <p:cNvSpPr>
            <a:spLocks noGrp="1"/>
          </p:cNvSpPr>
          <p:nvPr>
            <p:ph sz="half" idx="1" hasCustomPrompt="1"/>
          </p:nvPr>
        </p:nvSpPr>
        <p:spPr>
          <a:xfrm>
            <a:off x="607485" y="1766992"/>
            <a:ext cx="5342467"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a:t>18pt Intel Clear body text</a:t>
            </a:r>
          </a:p>
          <a:p>
            <a:pPr marR="0" lvl="1" fontAlgn="auto">
              <a:lnSpc>
                <a:spcPct val="100000"/>
              </a:lnSpc>
              <a:spcAft>
                <a:spcPts val="0"/>
              </a:spcAft>
              <a:buClrTx/>
              <a:buSzTx/>
              <a:tabLst/>
            </a:pPr>
            <a:r>
              <a:rPr lang="en-US"/>
              <a:t>16pt Intel Clear bullet one</a:t>
            </a:r>
          </a:p>
          <a:p>
            <a:pPr lvl="2"/>
            <a:r>
              <a:rPr lang="en-US" err="1"/>
              <a:t>14pt</a:t>
            </a:r>
            <a:r>
              <a:rPr lang="en-US"/>
              <a:t> Intel Clear third level</a:t>
            </a:r>
          </a:p>
          <a:p>
            <a:pPr lvl="3"/>
            <a:r>
              <a:rPr lang="en-US" err="1"/>
              <a:t>12pt</a:t>
            </a:r>
            <a:r>
              <a:rPr lang="en-US"/>
              <a:t> Intel Clear fourth level</a:t>
            </a:r>
          </a:p>
          <a:p>
            <a:pPr lvl="4"/>
            <a:r>
              <a:rPr lang="en-US" err="1"/>
              <a:t>12pt</a:t>
            </a:r>
            <a:r>
              <a:rPr lang="en-US"/>
              <a:t> Intel Clear fifth level</a:t>
            </a:r>
          </a:p>
        </p:txBody>
      </p:sp>
    </p:spTree>
    <p:extLst>
      <p:ext uri="{BB962C8B-B14F-4D97-AF65-F5344CB8AC3E}">
        <p14:creationId xmlns:p14="http://schemas.microsoft.com/office/powerpoint/2010/main" val="25454556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White Section Break">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a:p>
        </p:txBody>
      </p:sp>
      <p:sp>
        <p:nvSpPr>
          <p:cNvPr id="5" name="Subtitle 2"/>
          <p:cNvSpPr>
            <a:spLocks noGrp="1"/>
          </p:cNvSpPr>
          <p:nvPr>
            <p:ph type="subTitle" idx="4294967295"/>
          </p:nvPr>
        </p:nvSpPr>
        <p:spPr>
          <a:xfrm>
            <a:off x="607484" y="4615011"/>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7" name="Title 1"/>
          <p:cNvSpPr>
            <a:spLocks noGrp="1"/>
          </p:cNvSpPr>
          <p:nvPr>
            <p:ph type="ctrTitle" hasCustomPrompt="1"/>
          </p:nvPr>
        </p:nvSpPr>
        <p:spPr>
          <a:xfrm>
            <a:off x="584449" y="3220123"/>
            <a:ext cx="10950515" cy="1336387"/>
          </a:xfrm>
        </p:spPr>
        <p:txBody>
          <a:bodyPr lIns="0" rIns="0" anchor="b" anchorCtr="0">
            <a:noAutofit/>
          </a:bodyPr>
          <a:lstStyle>
            <a:lvl1pPr>
              <a:lnSpc>
                <a:spcPct val="100000"/>
              </a:lnSpc>
              <a:spcBef>
                <a:spcPts val="0"/>
              </a:spcBef>
              <a:spcAft>
                <a:spcPts val="800"/>
              </a:spcAft>
              <a:defRPr sz="5333" b="0" spc="133" baseline="0">
                <a:solidFill>
                  <a:srgbClr val="003C71"/>
                </a:solidFill>
                <a:latin typeface="Intel Clear"/>
                <a:cs typeface="Intel Clear"/>
              </a:defRPr>
            </a:lvl1pPr>
          </a:lstStyle>
          <a:p>
            <a:pPr>
              <a:lnSpc>
                <a:spcPct val="100000"/>
              </a:lnSpc>
              <a:spcBef>
                <a:spcPts val="0"/>
              </a:spcBef>
              <a:spcAft>
                <a:spcPts val="600"/>
              </a:spcAft>
            </a:pPr>
            <a:r>
              <a:rPr lang="en-US" spc="0"/>
              <a:t>40pt Intel Clear</a:t>
            </a:r>
            <a:br>
              <a:rPr lang="en-US" spc="0"/>
            </a:br>
            <a:r>
              <a:rPr lang="en-US" spc="0"/>
              <a:t>White Section Break</a:t>
            </a:r>
          </a:p>
        </p:txBody>
      </p:sp>
      <p:sp>
        <p:nvSpPr>
          <p:cNvPr id="8" name="Rectangle 7"/>
          <p:cNvSpPr/>
          <p:nvPr userDrawn="1"/>
        </p:nvSpPr>
        <p:spPr>
          <a:xfrm>
            <a:off x="2577307" y="6512487"/>
            <a:ext cx="7356296" cy="185372"/>
          </a:xfrm>
          <a:prstGeom prst="rect">
            <a:avLst/>
          </a:prstGeom>
        </p:spPr>
        <p:txBody>
          <a:bodyPr wrap="square" lIns="0" tIns="0" rIns="0" bIns="0">
            <a:spAutoFit/>
          </a:bodyPr>
          <a:lstStyle/>
          <a:p>
            <a:pPr algn="ctr"/>
            <a:r>
              <a:rPr lang="en-US" sz="1333">
                <a:solidFill>
                  <a:schemeClr val="bg1"/>
                </a:solidFill>
                <a:cs typeface="Neo Sans Intel"/>
              </a:rPr>
              <a:t>Intel Confidential – For Use Under NDA Only</a:t>
            </a:r>
          </a:p>
        </p:txBody>
      </p:sp>
    </p:spTree>
    <p:extLst>
      <p:ext uri="{BB962C8B-B14F-4D97-AF65-F5344CB8AC3E}">
        <p14:creationId xmlns:p14="http://schemas.microsoft.com/office/powerpoint/2010/main" val="209641513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Blue Section Break">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Subtitle 2"/>
          <p:cNvSpPr>
            <a:spLocks noGrp="1"/>
          </p:cNvSpPr>
          <p:nvPr>
            <p:ph type="subTitle" idx="4294967295"/>
          </p:nvPr>
        </p:nvSpPr>
        <p:spPr>
          <a:xfrm>
            <a:off x="607484" y="4615011"/>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7" name="Title 1"/>
          <p:cNvSpPr>
            <a:spLocks noGrp="1"/>
          </p:cNvSpPr>
          <p:nvPr>
            <p:ph type="ctrTitle"/>
          </p:nvPr>
        </p:nvSpPr>
        <p:spPr>
          <a:xfrm>
            <a:off x="584449" y="3220123"/>
            <a:ext cx="10950515" cy="1336387"/>
          </a:xfrm>
        </p:spPr>
        <p:txBody>
          <a:bodyPr lIns="0" rIns="0" anchor="b" anchorCtr="0">
            <a:noAutofit/>
          </a:bodyPr>
          <a:lstStyle>
            <a:lvl1pPr>
              <a:lnSpc>
                <a:spcPct val="100000"/>
              </a:lnSpc>
              <a:spcBef>
                <a:spcPts val="0"/>
              </a:spcBef>
              <a:spcAft>
                <a:spcPts val="800"/>
              </a:spcAft>
              <a:defRPr sz="5333" b="0" spc="133" baseline="0">
                <a:solidFill>
                  <a:schemeClr val="bg1"/>
                </a:solidFill>
                <a:latin typeface="Intel Clear"/>
                <a:cs typeface="Intel Clear"/>
              </a:defRPr>
            </a:lvl1pPr>
          </a:lstStyle>
          <a:p>
            <a:pPr>
              <a:lnSpc>
                <a:spcPct val="100000"/>
              </a:lnSpc>
              <a:spcBef>
                <a:spcPts val="0"/>
              </a:spcBef>
              <a:spcAft>
                <a:spcPts val="600"/>
              </a:spcAft>
            </a:pPr>
            <a:r>
              <a:rPr lang="en-US" spc="0"/>
              <a:t>Click to edit Master title style</a:t>
            </a:r>
          </a:p>
        </p:txBody>
      </p:sp>
    </p:spTree>
    <p:extLst>
      <p:ext uri="{BB962C8B-B14F-4D97-AF65-F5344CB8AC3E}">
        <p14:creationId xmlns:p14="http://schemas.microsoft.com/office/powerpoint/2010/main" val="19296326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484" y="2979843"/>
            <a:ext cx="10363200" cy="1500187"/>
          </a:xfrm>
        </p:spPr>
        <p:txBody>
          <a:bodyPr anchor="t" anchorCtr="0">
            <a:noAutofit/>
          </a:bodyPr>
          <a:lstStyle>
            <a:lvl1pPr marL="0" indent="0">
              <a:buNone/>
              <a:defRPr sz="5333"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a:t>40pt Intel Clear Light Body.</a:t>
            </a:r>
            <a:br>
              <a:rPr lang="en-US"/>
            </a:br>
            <a:r>
              <a:rPr lang="en-US"/>
              <a:t>For content that is not a section, but has a big idea in text only.</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a:p>
        </p:txBody>
      </p:sp>
      <p:sp>
        <p:nvSpPr>
          <p:cNvPr id="5" name="Title 1"/>
          <p:cNvSpPr>
            <a:spLocks noGrp="1"/>
          </p:cNvSpPr>
          <p:nvPr>
            <p:ph type="title"/>
          </p:nvPr>
        </p:nvSpPr>
        <p:spPr>
          <a:xfrm>
            <a:off x="607484" y="1469059"/>
            <a:ext cx="10363200" cy="1362075"/>
          </a:xfrm>
        </p:spPr>
        <p:txBody>
          <a:bodyPr anchor="b" anchorCtr="0">
            <a:noAutofit/>
          </a:bodyPr>
          <a:lstStyle>
            <a:lvl1pPr algn="l">
              <a:lnSpc>
                <a:spcPct val="80000"/>
              </a:lnSpc>
              <a:defRPr sz="5333"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Click to edit Master title style</a:t>
            </a:r>
          </a:p>
        </p:txBody>
      </p:sp>
    </p:spTree>
    <p:extLst>
      <p:ext uri="{BB962C8B-B14F-4D97-AF65-F5344CB8AC3E}">
        <p14:creationId xmlns:p14="http://schemas.microsoft.com/office/powerpoint/2010/main" val="65920118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a:xfrm>
            <a:off x="0" y="2"/>
            <a:ext cx="12192000" cy="3432175"/>
          </a:xfrm>
          <a:solidFill>
            <a:schemeClr val="bg2">
              <a:lumMod val="60000"/>
              <a:lumOff val="40000"/>
            </a:schemeClr>
          </a:solidFill>
        </p:spPr>
        <p:txBody>
          <a:bodyPr/>
          <a:lstStyle>
            <a:lvl1pPr>
              <a:defRPr baseline="0">
                <a:solidFill>
                  <a:srgbClr val="0071C5"/>
                </a:solidFill>
              </a:defRPr>
            </a:lvl1pPr>
          </a:lstStyle>
          <a:p>
            <a:r>
              <a:rPr lang="en-US"/>
              <a:t>Insert photo here. Drag picture to placeholder or click icon to add.</a:t>
            </a:r>
          </a:p>
        </p:txBody>
      </p:sp>
      <p:sp>
        <p:nvSpPr>
          <p:cNvPr id="7" name="Text Placeholder 2"/>
          <p:cNvSpPr>
            <a:spLocks noGrp="1"/>
          </p:cNvSpPr>
          <p:nvPr>
            <p:ph type="body" idx="1" hasCustomPrompt="1"/>
          </p:nvPr>
        </p:nvSpPr>
        <p:spPr>
          <a:xfrm>
            <a:off x="607484" y="4465049"/>
            <a:ext cx="10363200" cy="1500187"/>
          </a:xfrm>
        </p:spPr>
        <p:txBody>
          <a:bodyPr anchor="t" anchorCtr="0">
            <a:noAutofit/>
          </a:bodyPr>
          <a:lstStyle>
            <a:lvl1pPr marL="0" indent="0">
              <a:buNone/>
              <a:defRPr sz="2133" b="0" baseline="0">
                <a:solidFill>
                  <a:srgbClr val="F3D54E"/>
                </a:solidFill>
                <a:latin typeface="+mn-lt"/>
                <a:cs typeface="Intel Clear" panose="020B0604020203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a:t>16pt Intel Clear Subhead</a:t>
            </a:r>
          </a:p>
        </p:txBody>
      </p:sp>
      <p:sp>
        <p:nvSpPr>
          <p:cNvPr id="10" name="Title 1"/>
          <p:cNvSpPr>
            <a:spLocks noGrp="1"/>
          </p:cNvSpPr>
          <p:nvPr>
            <p:ph type="title" hasCustomPrompt="1"/>
          </p:nvPr>
        </p:nvSpPr>
        <p:spPr>
          <a:xfrm>
            <a:off x="596195" y="2960992"/>
            <a:ext cx="11595805" cy="1362075"/>
          </a:xfrm>
        </p:spPr>
        <p:txBody>
          <a:bodyPr anchor="b" anchorCtr="0">
            <a:noAutofit/>
          </a:bodyPr>
          <a:lstStyle>
            <a:lvl1pPr algn="l">
              <a:lnSpc>
                <a:spcPts val="7333"/>
              </a:lnSpc>
              <a:spcBef>
                <a:spcPts val="3200"/>
              </a:spcBef>
              <a:defRPr sz="5333" b="0" cap="none" spc="0" baseline="0">
                <a:solidFill>
                  <a:schemeClr val="bg1"/>
                </a:solidFill>
                <a:latin typeface="Intel Clear"/>
                <a:cs typeface="Intel Clear"/>
              </a:defRPr>
            </a:lvl1pPr>
          </a:lstStyle>
          <a:p>
            <a:r>
              <a:rPr lang="en-US"/>
              <a:t>40pt Intel Clear Blue Section Break</a:t>
            </a:r>
          </a:p>
        </p:txBody>
      </p:sp>
    </p:spTree>
    <p:extLst>
      <p:ext uri="{BB962C8B-B14F-4D97-AF65-F5344CB8AC3E}">
        <p14:creationId xmlns:p14="http://schemas.microsoft.com/office/powerpoint/2010/main" val="33899301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a:p>
        </p:txBody>
      </p:sp>
      <p:sp>
        <p:nvSpPr>
          <p:cNvPr id="6"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a:t>28pt Intel Clear Headline</a:t>
            </a:r>
          </a:p>
        </p:txBody>
      </p:sp>
      <p:sp>
        <p:nvSpPr>
          <p:cNvPr id="7" name="Rectangle 6"/>
          <p:cNvSpPr/>
          <p:nvPr userDrawn="1"/>
        </p:nvSpPr>
        <p:spPr>
          <a:xfrm>
            <a:off x="2441840" y="6490057"/>
            <a:ext cx="7356296" cy="185372"/>
          </a:xfrm>
          <a:prstGeom prst="rect">
            <a:avLst/>
          </a:prstGeom>
        </p:spPr>
        <p:txBody>
          <a:bodyPr wrap="square" lIns="0" tIns="0" rIns="0" bIns="0">
            <a:spAutoFit/>
          </a:bodyPr>
          <a:lstStyle/>
          <a:p>
            <a:pPr algn="ctr"/>
            <a:r>
              <a:rPr lang="en-US" sz="1333">
                <a:solidFill>
                  <a:schemeClr val="bg1"/>
                </a:solidFill>
                <a:cs typeface="Neo Sans Intel"/>
              </a:rPr>
              <a:t>Intel Confidential – For Use Under NDA Only</a:t>
            </a:r>
          </a:p>
        </p:txBody>
      </p:sp>
    </p:spTree>
    <p:extLst>
      <p:ext uri="{BB962C8B-B14F-4D97-AF65-F5344CB8AC3E}">
        <p14:creationId xmlns:p14="http://schemas.microsoft.com/office/powerpoint/2010/main" val="255433208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sdfsdfdsfsdfsdfsdfsdfsdfsdfdsfdsfdsf</a:t>
            </a:r>
          </a:p>
        </p:txBody>
      </p:sp>
      <p:sp>
        <p:nvSpPr>
          <p:cNvPr id="4" name="Slide Number Placeholder 3"/>
          <p:cNvSpPr>
            <a:spLocks noGrp="1"/>
          </p:cNvSpPr>
          <p:nvPr>
            <p:ph type="sldNum" sz="quarter" idx="12"/>
          </p:nvPr>
        </p:nvSpPr>
        <p:spPr/>
        <p:txBody>
          <a:bodyPr/>
          <a:lstStyle/>
          <a:p>
            <a:fld id="{EE2556C5-CE8C-6547-B838-EA80C61A4AF7}" type="slidenum">
              <a:rPr lang="en-US" smtClean="0"/>
              <a:pPr/>
              <a:t>‹#›</a:t>
            </a:fld>
            <a:endParaRPr lang="en-US"/>
          </a:p>
        </p:txBody>
      </p:sp>
    </p:spTree>
    <p:extLst>
      <p:ext uri="{BB962C8B-B14F-4D97-AF65-F5344CB8AC3E}">
        <p14:creationId xmlns:p14="http://schemas.microsoft.com/office/powerpoint/2010/main" val="222379159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4" name="Picture 2" descr="\\.psf\Home\Desktop\Intel.png"/>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636577" y="2500173"/>
            <a:ext cx="2811727" cy="1853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159252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userDrawn="1"/>
        </p:nvSpPr>
        <p:spPr>
          <a:xfrm>
            <a:off x="0" y="0"/>
            <a:ext cx="12192000" cy="6358467"/>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solidFill>
                <a:srgbClr val="0071C5"/>
              </a:solidFill>
            </a:endParaRPr>
          </a:p>
        </p:txBody>
      </p:sp>
      <p:pic>
        <p:nvPicPr>
          <p:cNvPr id="7" name="Picture 2" descr="\\.psf\Home\Desktop\Intel.png"/>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4636577" y="2500173"/>
            <a:ext cx="2811727" cy="1853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866488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blank" preserve="1">
  <p:cSld name="1_Back Cover Radial Gradi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Rectangle 5"/>
          <p:cNvSpPr/>
          <p:nvPr userDrawn="1"/>
        </p:nvSpPr>
        <p:spPr>
          <a:xfrm>
            <a:off x="605368" y="6554395"/>
            <a:ext cx="1126912" cy="111249"/>
          </a:xfrm>
          <a:prstGeom prst="rect">
            <a:avLst/>
          </a:prstGeom>
        </p:spPr>
        <p:txBody>
          <a:bodyPr wrap="none" lIns="0" tIns="0" rIns="0" bIns="0">
            <a:spAutoFit/>
          </a:bodyPr>
          <a:lstStyle/>
          <a:p>
            <a:pPr algn="l" rtl="0"/>
            <a:r>
              <a:rPr lang="en-US" sz="800" b="0" i="0" u="none" strike="noStrike" kern="1200" baseline="0">
                <a:solidFill>
                  <a:schemeClr val="bg1"/>
                </a:solidFill>
                <a:latin typeface="+mn-lt"/>
                <a:ea typeface="+mn-ea"/>
                <a:cs typeface="Intel Clear"/>
              </a:rPr>
              <a:t>Client Computing Group</a:t>
            </a:r>
          </a:p>
        </p:txBody>
      </p:sp>
      <p:pic>
        <p:nvPicPr>
          <p:cNvPr id="7" name="Picture 6" descr="int_experience_wht_rgb_3000.png"/>
          <p:cNvPicPr>
            <a:picLocks noChangeAspect="1"/>
          </p:cNvPicPr>
          <p:nvPr userDrawn="1"/>
        </p:nvPicPr>
        <p:blipFill>
          <a:blip r:embed="rId3" cstate="email">
            <a:alphaModFix/>
            <a:extLst>
              <a:ext uri="{28A0092B-C50C-407E-A947-70E740481C1C}">
                <a14:useLocalDpi xmlns:a14="http://schemas.microsoft.com/office/drawing/2010/main"/>
              </a:ext>
            </a:extLst>
          </a:blip>
          <a:stretch>
            <a:fillRect/>
          </a:stretch>
        </p:blipFill>
        <p:spPr>
          <a:xfrm>
            <a:off x="4653643" y="2257769"/>
            <a:ext cx="2780507" cy="2818505"/>
          </a:xfrm>
          <a:prstGeom prst="rect">
            <a:avLst/>
          </a:prstGeom>
        </p:spPr>
      </p:pic>
    </p:spTree>
    <p:extLst>
      <p:ext uri="{BB962C8B-B14F-4D97-AF65-F5344CB8AC3E}">
        <p14:creationId xmlns:p14="http://schemas.microsoft.com/office/powerpoint/2010/main" val="112548086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a:p>
        </p:txBody>
      </p:sp>
      <p:sp>
        <p:nvSpPr>
          <p:cNvPr id="7" name="Title 6"/>
          <p:cNvSpPr>
            <a:spLocks noGrp="1"/>
          </p:cNvSpPr>
          <p:nvPr>
            <p:ph type="title" hasCustomPrompt="1"/>
          </p:nvPr>
        </p:nvSpPr>
        <p:spPr>
          <a:xfrm>
            <a:off x="607484" y="411797"/>
            <a:ext cx="10972800" cy="743235"/>
          </a:xfrm>
        </p:spPr>
        <p:txBody>
          <a:bodyPr/>
          <a:lstStyle>
            <a:lvl1pPr>
              <a:defRPr b="0" i="0" baseline="0">
                <a:solidFill>
                  <a:schemeClr val="tx2"/>
                </a:solidFill>
                <a:latin typeface="Intel Clear"/>
                <a:cs typeface="Intel Clear"/>
              </a:defRPr>
            </a:lvl1pPr>
          </a:lstStyle>
          <a:p>
            <a:r>
              <a:rPr lang="en-US"/>
              <a:t>28pt Intel Clear Headline</a:t>
            </a:r>
          </a:p>
        </p:txBody>
      </p:sp>
      <p:sp>
        <p:nvSpPr>
          <p:cNvPr id="9" name="Content Placeholder 8"/>
          <p:cNvSpPr>
            <a:spLocks noGrp="1"/>
          </p:cNvSpPr>
          <p:nvPr>
            <p:ph sz="quarter" idx="13" hasCustomPrompt="1"/>
          </p:nvPr>
        </p:nvSpPr>
        <p:spPr>
          <a:xfrm>
            <a:off x="607485" y="1501543"/>
            <a:ext cx="10970683" cy="4260784"/>
          </a:xfrm>
        </p:spPr>
        <p:txBody>
          <a:bodyPr/>
          <a:lstStyle>
            <a:lvl1pPr>
              <a:defRPr>
                <a:solidFill>
                  <a:srgbClr val="0071C5"/>
                </a:solidFill>
              </a:defRPr>
            </a:lvl1pPr>
            <a:lvl2pPr>
              <a:defRPr sz="2400">
                <a:solidFill>
                  <a:schemeClr val="tx2"/>
                </a:solidFill>
              </a:defRPr>
            </a:lvl2pPr>
            <a:lvl3pPr>
              <a:defRPr sz="2400">
                <a:solidFill>
                  <a:schemeClr val="tx2"/>
                </a:solidFill>
              </a:defRPr>
            </a:lvl3pPr>
            <a:lvl4pPr>
              <a:defRPr sz="2133">
                <a:solidFill>
                  <a:schemeClr val="tx2"/>
                </a:solidFill>
              </a:defRPr>
            </a:lvl4pPr>
            <a:lvl5pPr>
              <a:defRPr>
                <a:solidFill>
                  <a:schemeClr val="tx2"/>
                </a:solidFill>
              </a:defRPr>
            </a:lvl5pPr>
          </a:lstStyle>
          <a:p>
            <a:pPr lvl="0"/>
            <a:r>
              <a:rPr lang="en-US"/>
              <a:t>18pt Intel Clear body text</a:t>
            </a:r>
          </a:p>
          <a:p>
            <a:pPr lvl="1"/>
            <a:r>
              <a:rPr lang="en-US"/>
              <a:t>18pt Intel Clear bullet one</a:t>
            </a:r>
          </a:p>
          <a:p>
            <a:pPr lvl="2"/>
            <a:r>
              <a:rPr lang="en-US"/>
              <a:t>18pt Intel Clear sub-bullet</a:t>
            </a:r>
          </a:p>
          <a:p>
            <a:pPr lvl="3"/>
            <a:r>
              <a:rPr lang="en-US"/>
              <a:t>16pt Intel Clear fourth level</a:t>
            </a:r>
          </a:p>
          <a:p>
            <a:pPr lvl="4"/>
            <a:r>
              <a:rPr lang="en-US" err="1"/>
              <a:t>14pt</a:t>
            </a:r>
            <a:r>
              <a:rPr lang="en-US"/>
              <a:t> Intel Clear fifth level</a:t>
            </a:r>
          </a:p>
        </p:txBody>
      </p:sp>
      <p:sp>
        <p:nvSpPr>
          <p:cNvPr id="2" name="Footer Placeholder 1"/>
          <p:cNvSpPr>
            <a:spLocks noGrp="1"/>
          </p:cNvSpPr>
          <p:nvPr>
            <p:ph type="ftr" sz="quarter" idx="14"/>
          </p:nvPr>
        </p:nvSpPr>
        <p:spPr>
          <a:xfrm>
            <a:off x="169333" y="6432545"/>
            <a:ext cx="4114800" cy="366183"/>
          </a:xfrm>
          <a:prstGeom prst="rect">
            <a:avLst/>
          </a:prstGeom>
        </p:spPr>
        <p:txBody>
          <a:bodyPr/>
          <a:lstStyle/>
          <a:p>
            <a:r>
              <a:rPr lang="en-US" sz="933"/>
              <a:t>sdfsdfdsfsdfsdfsdfsdfsdfsdfdsfdsfdsf</a:t>
            </a:r>
          </a:p>
        </p:txBody>
      </p:sp>
    </p:spTree>
    <p:extLst>
      <p:ext uri="{BB962C8B-B14F-4D97-AF65-F5344CB8AC3E}">
        <p14:creationId xmlns:p14="http://schemas.microsoft.com/office/powerpoint/2010/main" val="410750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76426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611983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2048771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1569725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069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70631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34353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7581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r>
              <a:rPr lang="en-US"/>
              <a:t>Click icon to add picture</a:t>
            </a:r>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r>
              <a:rPr lang="en-US"/>
              <a:t>Click icon to add picture</a:t>
            </a:r>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127865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r>
              <a:rPr lang="en-US"/>
              <a:t>Click icon to add picture</a:t>
            </a:r>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415242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r>
              <a:rPr lang="en-US"/>
              <a:t>Click icon to add picture</a:t>
            </a:r>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3440112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r>
              <a:rPr lang="en-US"/>
              <a:t>Click to edit Master text styles</a:t>
            </a:r>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722304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r>
              <a:rPr lang="en-US"/>
              <a:t>Click to edit Master text styles</a:t>
            </a:r>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592103" cy="231410"/>
          </a:xfrm>
          <a:prstGeom prst="rect">
            <a:avLst/>
          </a:prstGeom>
        </p:spPr>
        <p:txBody>
          <a:bodyPr wrap="none">
            <a:spAutoFit/>
          </a:bodyPr>
          <a:lstStyle/>
          <a:p>
            <a:pPr algn="l"/>
            <a:r>
              <a:rPr lang="en-US" sz="1000">
                <a:solidFill>
                  <a:schemeClr val="bg1"/>
                </a:solidFill>
              </a:rPr>
              <a:t>Client Computing Group</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785171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21103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Rectangle 16">
            <a:extLst>
              <a:ext uri="{FF2B5EF4-FFF2-40B4-BE49-F238E27FC236}">
                <a16:creationId xmlns:a16="http://schemas.microsoft.com/office/drawing/2014/main" id="{4CD419CD-9F98-4C3B-9C69-9C3E89DAFCF1}"/>
              </a:ext>
            </a:extLst>
          </p:cNvPr>
          <p:cNvSpPr/>
          <p:nvPr userDrawn="1"/>
        </p:nvSpPr>
        <p:spPr>
          <a:xfrm>
            <a:off x="483010" y="6562504"/>
            <a:ext cx="1592103" cy="231410"/>
          </a:xfrm>
          <a:prstGeom prst="rect">
            <a:avLst/>
          </a:prstGeom>
        </p:spPr>
        <p:txBody>
          <a:bodyPr wrap="none">
            <a:spAutoFit/>
          </a:bodyPr>
          <a:lstStyle/>
          <a:p>
            <a:pPr algn="l"/>
            <a:r>
              <a:rPr lang="en-US" sz="1000">
                <a:solidFill>
                  <a:schemeClr val="bg1"/>
                </a:solidFill>
              </a:rPr>
              <a:t>Client Computing Group</a:t>
            </a:r>
          </a:p>
        </p:txBody>
      </p:sp>
    </p:spTree>
    <p:extLst>
      <p:ext uri="{BB962C8B-B14F-4D97-AF65-F5344CB8AC3E}">
        <p14:creationId xmlns:p14="http://schemas.microsoft.com/office/powerpoint/2010/main" val="1632795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592103" cy="231410"/>
          </a:xfrm>
          <a:prstGeom prst="rect">
            <a:avLst/>
          </a:prstGeom>
        </p:spPr>
        <p:txBody>
          <a:bodyPr wrap="none">
            <a:spAutoFit/>
          </a:bodyPr>
          <a:lstStyle/>
          <a:p>
            <a:pPr algn="l"/>
            <a:r>
              <a:rPr lang="en-US" sz="1000">
                <a:solidFill>
                  <a:schemeClr val="bg1"/>
                </a:solidFill>
              </a:rPr>
              <a:t>Client Computing Group</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729676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592103" cy="231410"/>
          </a:xfrm>
          <a:prstGeom prst="rect">
            <a:avLst/>
          </a:prstGeom>
        </p:spPr>
        <p:txBody>
          <a:bodyPr wrap="none">
            <a:spAutoFit/>
          </a:bodyPr>
          <a:lstStyle/>
          <a:p>
            <a:pPr algn="l"/>
            <a:r>
              <a:rPr lang="en-US" sz="1000">
                <a:solidFill>
                  <a:schemeClr val="bg1"/>
                </a:solidFill>
              </a:rPr>
              <a:t>Client Computing Group</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824845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592103" cy="231410"/>
          </a:xfrm>
          <a:prstGeom prst="rect">
            <a:avLst/>
          </a:prstGeom>
        </p:spPr>
        <p:txBody>
          <a:bodyPr wrap="none">
            <a:spAutoFit/>
          </a:bodyPr>
          <a:lstStyle/>
          <a:p>
            <a:pPr algn="l"/>
            <a:r>
              <a:rPr lang="en-US" sz="1000">
                <a:solidFill>
                  <a:schemeClr val="bg1"/>
                </a:solidFill>
              </a:rPr>
              <a:t>Client Computing Group</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4189821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AFE06414-DD49-45C9-A74C-7A8EDBEBC4FF}"/>
              </a:ext>
            </a:extLst>
          </p:cNvPr>
          <p:cNvSpPr/>
          <p:nvPr userDrawn="1"/>
        </p:nvSpPr>
        <p:spPr>
          <a:xfrm>
            <a:off x="483010" y="6562504"/>
            <a:ext cx="1592103" cy="231410"/>
          </a:xfrm>
          <a:prstGeom prst="rect">
            <a:avLst/>
          </a:prstGeom>
        </p:spPr>
        <p:txBody>
          <a:bodyPr wrap="none">
            <a:spAutoFit/>
          </a:bodyPr>
          <a:lstStyle/>
          <a:p>
            <a:pPr algn="l"/>
            <a:r>
              <a:rPr lang="en-US" sz="1000">
                <a:solidFill>
                  <a:schemeClr val="bg1"/>
                </a:solidFill>
              </a:rPr>
              <a:t>Client Computing Group</a:t>
            </a:r>
          </a:p>
        </p:txBody>
      </p:sp>
    </p:spTree>
    <p:extLst>
      <p:ext uri="{BB962C8B-B14F-4D97-AF65-F5344CB8AC3E}">
        <p14:creationId xmlns:p14="http://schemas.microsoft.com/office/powerpoint/2010/main" val="1964966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1357189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592103" cy="231410"/>
          </a:xfrm>
          <a:prstGeom prst="rect">
            <a:avLst/>
          </a:prstGeom>
        </p:spPr>
        <p:txBody>
          <a:bodyPr wrap="none">
            <a:spAutoFit/>
          </a:bodyPr>
          <a:lstStyle/>
          <a:p>
            <a:pPr algn="l"/>
            <a:r>
              <a:rPr lang="en-US" sz="1000">
                <a:solidFill>
                  <a:schemeClr val="bg1"/>
                </a:solidFill>
              </a:rPr>
              <a:t>Client Computing Group</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405472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592103" cy="231410"/>
          </a:xfrm>
          <a:prstGeom prst="rect">
            <a:avLst/>
          </a:prstGeom>
        </p:spPr>
        <p:txBody>
          <a:bodyPr wrap="none">
            <a:spAutoFit/>
          </a:bodyPr>
          <a:lstStyle/>
          <a:p>
            <a:pPr algn="l"/>
            <a:r>
              <a:rPr lang="en-US" sz="1000">
                <a:solidFill>
                  <a:schemeClr val="bg1"/>
                </a:solidFill>
              </a:rPr>
              <a:t>Client Computing Group</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388456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926055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
        <p:nvSpPr>
          <p:cNvPr id="11" name="Rectangle 10">
            <a:extLst>
              <a:ext uri="{FF2B5EF4-FFF2-40B4-BE49-F238E27FC236}">
                <a16:creationId xmlns:a16="http://schemas.microsoft.com/office/drawing/2014/main" id="{AFD91CB0-AB74-4971-A518-8649A1B5C807}"/>
              </a:ext>
            </a:extLst>
          </p:cNvPr>
          <p:cNvSpPr/>
          <p:nvPr userDrawn="1"/>
        </p:nvSpPr>
        <p:spPr>
          <a:xfrm>
            <a:off x="483010" y="6562504"/>
            <a:ext cx="1592103" cy="231410"/>
          </a:xfrm>
          <a:prstGeom prst="rect">
            <a:avLst/>
          </a:prstGeom>
        </p:spPr>
        <p:txBody>
          <a:bodyPr wrap="none">
            <a:spAutoFit/>
          </a:bodyPr>
          <a:lstStyle/>
          <a:p>
            <a:pPr algn="l"/>
            <a:r>
              <a:rPr lang="en-US" sz="1000">
                <a:solidFill>
                  <a:schemeClr val="bg1"/>
                </a:solidFill>
              </a:rPr>
              <a:t>Client Computing Group</a:t>
            </a:r>
          </a:p>
        </p:txBody>
      </p:sp>
    </p:spTree>
    <p:extLst>
      <p:ext uri="{BB962C8B-B14F-4D97-AF65-F5344CB8AC3E}">
        <p14:creationId xmlns:p14="http://schemas.microsoft.com/office/powerpoint/2010/main" val="1389072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592103" cy="231410"/>
          </a:xfrm>
          <a:prstGeom prst="rect">
            <a:avLst/>
          </a:prstGeom>
        </p:spPr>
        <p:txBody>
          <a:bodyPr wrap="none">
            <a:spAutoFit/>
          </a:bodyPr>
          <a:lstStyle/>
          <a:p>
            <a:pPr algn="l"/>
            <a:r>
              <a:rPr lang="en-US" sz="1000">
                <a:solidFill>
                  <a:schemeClr val="bg1"/>
                </a:solidFill>
              </a:rPr>
              <a:t>Client Computing Group</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136596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034890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Big Bullet Title &amp;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44449"/>
            <a:ext cx="10972800" cy="988747"/>
          </a:xfrm>
        </p:spPr>
        <p:txBody>
          <a:bodyPr>
            <a:normAutofit/>
          </a:bodyPr>
          <a:lstStyle>
            <a:lvl1pPr>
              <a:defRPr sz="3733" baseline="0"/>
            </a:lvl1pPr>
          </a:lstStyle>
          <a:p>
            <a:r>
              <a:rPr lang="en-US"/>
              <a:t>28pt Light headline</a:t>
            </a:r>
          </a:p>
        </p:txBody>
      </p:sp>
      <p:sp>
        <p:nvSpPr>
          <p:cNvPr id="3" name="Content Placeholder 2"/>
          <p:cNvSpPr>
            <a:spLocks noGrp="1"/>
          </p:cNvSpPr>
          <p:nvPr>
            <p:ph idx="1" hasCustomPrompt="1"/>
          </p:nvPr>
        </p:nvSpPr>
        <p:spPr>
          <a:xfrm>
            <a:off x="609600" y="1600203"/>
            <a:ext cx="10972800" cy="4625132"/>
          </a:xfrm>
        </p:spPr>
        <p:txBody>
          <a:bodyPr/>
          <a:lstStyle>
            <a:lvl1pPr>
              <a:defRPr sz="2400"/>
            </a:lvl1pPr>
            <a:lvl2pPr>
              <a:defRPr sz="2400"/>
            </a:lvl2pPr>
            <a:lvl3pPr>
              <a:defRPr sz="2400"/>
            </a:lvl3pPr>
          </a:lstStyle>
          <a:p>
            <a:pPr lvl="0"/>
            <a:r>
              <a:rPr lang="en-US"/>
              <a:t>18pt Medium Sub Line</a:t>
            </a:r>
          </a:p>
          <a:p>
            <a:pPr lvl="1"/>
            <a:r>
              <a:rPr lang="en-US"/>
              <a:t>18pt Regular Big Bullet One</a:t>
            </a:r>
          </a:p>
          <a:p>
            <a:pPr lvl="2"/>
            <a:r>
              <a:rPr lang="en-US"/>
              <a:t>Sub-bullet</a:t>
            </a:r>
          </a:p>
          <a:p>
            <a:pPr lvl="3"/>
            <a:r>
              <a:rPr lang="en-US"/>
              <a:t>Fourth level</a:t>
            </a:r>
          </a:p>
          <a:p>
            <a:pPr lvl="4"/>
            <a:r>
              <a:rPr lang="en-US"/>
              <a:t>Fifth level</a:t>
            </a:r>
          </a:p>
        </p:txBody>
      </p:sp>
    </p:spTree>
    <p:extLst>
      <p:ext uri="{BB962C8B-B14F-4D97-AF65-F5344CB8AC3E}">
        <p14:creationId xmlns:p14="http://schemas.microsoft.com/office/powerpoint/2010/main" val="285643723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853468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3266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739218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463859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2037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481599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435410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6637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r>
              <a:rPr lang="en-US"/>
              <a:t>Click icon to add picture</a:t>
            </a:r>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r>
              <a:rPr lang="en-US"/>
              <a:t>Click icon to add picture</a:t>
            </a:r>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782601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r>
              <a:rPr lang="en-US"/>
              <a:t>Click icon to add picture</a:t>
            </a:r>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4292500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r>
              <a:rPr lang="en-US"/>
              <a:t>Click icon to add picture</a:t>
            </a:r>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2229870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r>
              <a:rPr lang="en-US"/>
              <a:t>Click to edit Master text styles</a:t>
            </a:r>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27542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r>
              <a:rPr lang="en-US"/>
              <a:t>Click to edit Master text styles</a:t>
            </a:r>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058604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3966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565087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5647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424801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344190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16845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1957598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579757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689712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13674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F6E1F1A6-2FDF-4676-B713-F9746DD3A821}"/>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596278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60746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737159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tx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tx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955314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tx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tx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129489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Tree>
    <p:extLst>
      <p:ext uri="{BB962C8B-B14F-4D97-AF65-F5344CB8AC3E}">
        <p14:creationId xmlns:p14="http://schemas.microsoft.com/office/powerpoint/2010/main" val="1685617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6545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840811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4181594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842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1"/>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1"/>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r>
              <a:rPr lang="en-US"/>
              <a:t>Click icon to add picture</a:t>
            </a:r>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r>
              <a:rPr lang="en-US"/>
              <a:t>Click icon to add picture</a:t>
            </a:r>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0139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r>
              <a:rPr lang="en-US"/>
              <a:t>Click icon to add picture</a:t>
            </a:r>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734653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r>
              <a:rPr lang="en-US"/>
              <a:t>Click icon to add picture</a:t>
            </a:r>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Full page Image, Delete Title if Necessary</a:t>
            </a:r>
          </a:p>
        </p:txBody>
      </p:sp>
    </p:spTree>
    <p:extLst>
      <p:ext uri="{BB962C8B-B14F-4D97-AF65-F5344CB8AC3E}">
        <p14:creationId xmlns:p14="http://schemas.microsoft.com/office/powerpoint/2010/main" val="2385950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tx1"/>
                </a:solidFill>
              </a:defRPr>
            </a:lvl1pPr>
          </a:lstStyle>
          <a:p>
            <a:pPr lvl="0"/>
            <a:r>
              <a:rPr lang="en-US"/>
              <a:t>Click to edit Master text styles</a:t>
            </a:r>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77451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tx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tx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tx1"/>
                </a:solidFill>
              </a:defRPr>
            </a:lvl1pPr>
          </a:lstStyle>
          <a:p>
            <a:pPr lvl="0"/>
            <a:r>
              <a:rPr lang="en-US"/>
              <a:t>Click to edit Master text styles</a:t>
            </a:r>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tx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57652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tx1"/>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4130037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tx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tx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84408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tx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tx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tx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4286030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bg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tx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tx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lstStyle>
            <a:lvl1pPr marL="0" indent="0">
              <a:buNone/>
              <a:defRPr>
                <a:solidFill>
                  <a:schemeClr val="tx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5762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bg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tx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tx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lstStyle>
            <a:lvl1pPr marL="0" indent="0">
              <a:buNone/>
              <a:defRPr>
                <a:solidFill>
                  <a:schemeClr val="tx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74504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tx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tx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lstStyle>
            <a:lvl1pPr marL="0" indent="0">
              <a:buNone/>
              <a:defRPr>
                <a:solidFill>
                  <a:schemeClr val="tx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155809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accent1"/>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tx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tx1"/>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lstStyle>
            <a:lvl1pPr marL="0" indent="0">
              <a:buNone/>
              <a:defRPr>
                <a:solidFill>
                  <a:schemeClr val="tx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166888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accent2"/>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lstStyle>
            <a:lvl1pPr marL="0" indent="0">
              <a:buNone/>
              <a:defRPr>
                <a:solidFill>
                  <a:schemeClr val="tx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tx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tx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tx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270944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tx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lstStyle>
            <a:lvl1pPr marL="0" indent="0">
              <a:buNone/>
              <a:defRPr>
                <a:solidFill>
                  <a:schemeClr val="tx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tx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tx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tx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44632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Only 2">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40pt Intel Clear Light Text Goes Here</a:t>
            </a:r>
          </a:p>
        </p:txBody>
      </p:sp>
      <p:sp>
        <p:nvSpPr>
          <p:cNvPr id="9" name="Rectangle 8">
            <a:extLst>
              <a:ext uri="{FF2B5EF4-FFF2-40B4-BE49-F238E27FC236}">
                <a16:creationId xmlns:a16="http://schemas.microsoft.com/office/drawing/2014/main" id="{1044D1EA-AB71-483D-A38D-B3B7B73FDE89}"/>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6BF3B183-64CC-4B66-856D-40373337AF18}"/>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867401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amp; Content 2">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40pt Intel Clear Light Text Goes Here</a:t>
            </a:r>
          </a:p>
        </p:txBody>
      </p:sp>
      <p:sp>
        <p:nvSpPr>
          <p:cNvPr id="5" name="Content Placeholder 4">
            <a:extLst>
              <a:ext uri="{FF2B5EF4-FFF2-40B4-BE49-F238E27FC236}">
                <a16:creationId xmlns:a16="http://schemas.microsoft.com/office/drawing/2014/main" id="{E882E257-2A76-E344-863C-0823669A239C}"/>
              </a:ext>
            </a:extLst>
          </p:cNvPr>
          <p:cNvSpPr>
            <a:spLocks noGrp="1"/>
          </p:cNvSpPr>
          <p:nvPr>
            <p:ph sz="quarter" idx="10"/>
          </p:nvPr>
        </p:nvSpPr>
        <p:spPr>
          <a:xfrm>
            <a:off x="571501" y="1524000"/>
            <a:ext cx="11010899"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D5EA1751-756A-4277-89A8-22853BBB6D43}"/>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C5E81FB-A40F-442D-9F46-93B86A7867F5}"/>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35679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Sub &amp; Content 2">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501" y="2139953"/>
            <a:ext cx="11010900" cy="4097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3">
            <a:extLst>
              <a:ext uri="{FF2B5EF4-FFF2-40B4-BE49-F238E27FC236}">
                <a16:creationId xmlns:a16="http://schemas.microsoft.com/office/drawing/2014/main" id="{2EBDBCA7-2C63-493A-A58C-D158E3304A60}"/>
              </a:ext>
            </a:extLst>
          </p:cNvPr>
          <p:cNvSpPr>
            <a:spLocks noGrp="1"/>
          </p:cNvSpPr>
          <p:nvPr>
            <p:ph type="body" sz="quarter" idx="29"/>
          </p:nvPr>
        </p:nvSpPr>
        <p:spPr>
          <a:xfrm>
            <a:off x="571500" y="1612901"/>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CB958B0C-7E1E-42D9-BA94-CF95319AC75D}"/>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9D0930BE-2EF7-4A27-B574-CC7F56E23EEF}"/>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921890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Sub &amp; 2 Content Columns 2">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13" name="Content Placeholder 2">
            <a:extLst>
              <a:ext uri="{FF2B5EF4-FFF2-40B4-BE49-F238E27FC236}">
                <a16:creationId xmlns:a16="http://schemas.microsoft.com/office/drawing/2014/main" id="{72F33857-7180-4ED3-9FC7-EB424BBBE9C3}"/>
              </a:ext>
            </a:extLst>
          </p:cNvPr>
          <p:cNvSpPr>
            <a:spLocks noGrp="1"/>
          </p:cNvSpPr>
          <p:nvPr>
            <p:ph sz="quarter" idx="27"/>
          </p:nvPr>
        </p:nvSpPr>
        <p:spPr>
          <a:xfrm>
            <a:off x="571500" y="2139952"/>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3FED0071-C45C-4C2F-B01D-42D95C2A5FB3}"/>
              </a:ext>
            </a:extLst>
          </p:cNvPr>
          <p:cNvSpPr>
            <a:spLocks noGrp="1"/>
          </p:cNvSpPr>
          <p:nvPr>
            <p:ph sz="quarter" idx="28"/>
          </p:nvPr>
        </p:nvSpPr>
        <p:spPr>
          <a:xfrm>
            <a:off x="6289113" y="2139952"/>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13C756FD-D367-4604-947F-678A59EDCA72}"/>
              </a:ext>
            </a:extLst>
          </p:cNvPr>
          <p:cNvSpPr>
            <a:spLocks noGrp="1"/>
          </p:cNvSpPr>
          <p:nvPr>
            <p:ph type="body" sz="quarter" idx="29"/>
          </p:nvPr>
        </p:nvSpPr>
        <p:spPr>
          <a:xfrm>
            <a:off x="571500" y="1612901"/>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
        <p:nvSpPr>
          <p:cNvPr id="11" name="Rectangle 10">
            <a:extLst>
              <a:ext uri="{FF2B5EF4-FFF2-40B4-BE49-F238E27FC236}">
                <a16:creationId xmlns:a16="http://schemas.microsoft.com/office/drawing/2014/main" id="{28AFAB4E-A299-44C8-AACE-69AB51C1E618}"/>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7D4F3A26-C068-4B72-A83B-34EFCA4E47A5}"/>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911341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amp; 2 Content Columns 2">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13" name="Content Placeholder 2">
            <a:extLst>
              <a:ext uri="{FF2B5EF4-FFF2-40B4-BE49-F238E27FC236}">
                <a16:creationId xmlns:a16="http://schemas.microsoft.com/office/drawing/2014/main" id="{72F33857-7180-4ED3-9FC7-EB424BBBE9C3}"/>
              </a:ext>
            </a:extLst>
          </p:cNvPr>
          <p:cNvSpPr>
            <a:spLocks noGrp="1"/>
          </p:cNvSpPr>
          <p:nvPr>
            <p:ph sz="quarter" idx="27"/>
          </p:nvPr>
        </p:nvSpPr>
        <p:spPr>
          <a:xfrm>
            <a:off x="571500" y="1671285"/>
            <a:ext cx="5288525" cy="4586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3FED0071-C45C-4C2F-B01D-42D95C2A5FB3}"/>
              </a:ext>
            </a:extLst>
          </p:cNvPr>
          <p:cNvSpPr>
            <a:spLocks noGrp="1"/>
          </p:cNvSpPr>
          <p:nvPr>
            <p:ph sz="quarter" idx="28"/>
          </p:nvPr>
        </p:nvSpPr>
        <p:spPr>
          <a:xfrm>
            <a:off x="6289113" y="1671285"/>
            <a:ext cx="5288525" cy="4586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E678EEDD-B39B-424B-A23C-C9AFBEFC8D27}"/>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7600D2CD-C9BB-4E5B-B736-64EC2EA21620}"/>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93923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2">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84737" y="578113"/>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15" name="Body Level One…">
            <a:extLst>
              <a:ext uri="{FF2B5EF4-FFF2-40B4-BE49-F238E27FC236}">
                <a16:creationId xmlns:a16="http://schemas.microsoft.com/office/drawing/2014/main" id="{DAF2E6DD-A697-4E26-BA6A-EF0449D7430B}"/>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1"/>
                </a:solidFill>
              </a:defRPr>
            </a:lvl1pPr>
          </a:lstStyle>
          <a:p>
            <a:r>
              <a:rPr lang="en-US"/>
              <a:t>Image Caption 16pt gray text</a:t>
            </a:r>
          </a:p>
        </p:txBody>
      </p:sp>
      <p:sp>
        <p:nvSpPr>
          <p:cNvPr id="16" name="Body Level One…">
            <a:extLst>
              <a:ext uri="{FF2B5EF4-FFF2-40B4-BE49-F238E27FC236}">
                <a16:creationId xmlns:a16="http://schemas.microsoft.com/office/drawing/2014/main" id="{028C5B46-7804-4459-9F82-F56352D0EE54}"/>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1"/>
                </a:solidFill>
              </a:defRPr>
            </a:lvl1pPr>
          </a:lstStyle>
          <a:p>
            <a:r>
              <a:rPr lang="en-US"/>
              <a:t>Image Caption 16pt gray text</a:t>
            </a:r>
          </a:p>
        </p:txBody>
      </p:sp>
      <p:sp>
        <p:nvSpPr>
          <p:cNvPr id="18" name="Picture Placeholder 4">
            <a:extLst>
              <a:ext uri="{FF2B5EF4-FFF2-40B4-BE49-F238E27FC236}">
                <a16:creationId xmlns:a16="http://schemas.microsoft.com/office/drawing/2014/main" id="{947F6B19-5E1B-43E2-BA93-7E68A56CB620}"/>
              </a:ext>
            </a:extLst>
          </p:cNvPr>
          <p:cNvSpPr>
            <a:spLocks noGrp="1"/>
          </p:cNvSpPr>
          <p:nvPr>
            <p:ph type="pic" sz="quarter" idx="30"/>
          </p:nvPr>
        </p:nvSpPr>
        <p:spPr>
          <a:xfrm>
            <a:off x="6609331" y="571500"/>
            <a:ext cx="4668837" cy="2381250"/>
          </a:xfrm>
        </p:spPr>
        <p:txBody>
          <a:bodyPr/>
          <a:lstStyle/>
          <a:p>
            <a:r>
              <a:rPr lang="en-US"/>
              <a:t>Click icon to add picture</a:t>
            </a:r>
          </a:p>
        </p:txBody>
      </p:sp>
      <p:sp>
        <p:nvSpPr>
          <p:cNvPr id="19" name="Picture Placeholder 4">
            <a:extLst>
              <a:ext uri="{FF2B5EF4-FFF2-40B4-BE49-F238E27FC236}">
                <a16:creationId xmlns:a16="http://schemas.microsoft.com/office/drawing/2014/main" id="{CDDC13B9-04CD-43E8-B565-A92ABD110AA2}"/>
              </a:ext>
            </a:extLst>
          </p:cNvPr>
          <p:cNvSpPr>
            <a:spLocks noGrp="1"/>
          </p:cNvSpPr>
          <p:nvPr>
            <p:ph type="pic" sz="quarter" idx="31"/>
          </p:nvPr>
        </p:nvSpPr>
        <p:spPr>
          <a:xfrm>
            <a:off x="6609331" y="3537061"/>
            <a:ext cx="4668837" cy="2381250"/>
          </a:xfrm>
        </p:spPr>
        <p:txBody>
          <a:bodyPr/>
          <a:lstStyle/>
          <a:p>
            <a:r>
              <a:rPr lang="en-US"/>
              <a:t>Click icon to add picture</a:t>
            </a:r>
          </a:p>
        </p:txBody>
      </p:sp>
      <p:sp>
        <p:nvSpPr>
          <p:cNvPr id="21" name="Content Placeholder 2">
            <a:extLst>
              <a:ext uri="{FF2B5EF4-FFF2-40B4-BE49-F238E27FC236}">
                <a16:creationId xmlns:a16="http://schemas.microsoft.com/office/drawing/2014/main" id="{6F999432-84A5-47D5-B81D-D131E93A939B}"/>
              </a:ext>
            </a:extLst>
          </p:cNvPr>
          <p:cNvSpPr>
            <a:spLocks noGrp="1"/>
          </p:cNvSpPr>
          <p:nvPr>
            <p:ph sz="quarter" idx="32"/>
          </p:nvPr>
        </p:nvSpPr>
        <p:spPr>
          <a:xfrm>
            <a:off x="571500" y="2139952"/>
            <a:ext cx="5760344"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
            <a:extLst>
              <a:ext uri="{FF2B5EF4-FFF2-40B4-BE49-F238E27FC236}">
                <a16:creationId xmlns:a16="http://schemas.microsoft.com/office/drawing/2014/main" id="{B65378F4-C669-453E-AB16-D61CB1EBDA73}"/>
              </a:ext>
            </a:extLst>
          </p:cNvPr>
          <p:cNvSpPr>
            <a:spLocks noGrp="1"/>
          </p:cNvSpPr>
          <p:nvPr>
            <p:ph type="body" sz="quarter" idx="29"/>
          </p:nvPr>
        </p:nvSpPr>
        <p:spPr>
          <a:xfrm>
            <a:off x="571501" y="1612901"/>
            <a:ext cx="5760344"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
        <p:nvSpPr>
          <p:cNvPr id="14" name="Rectangle 13">
            <a:extLst>
              <a:ext uri="{FF2B5EF4-FFF2-40B4-BE49-F238E27FC236}">
                <a16:creationId xmlns:a16="http://schemas.microsoft.com/office/drawing/2014/main" id="{DA888EEF-DC90-47D1-B68D-DAD1BA7BE428}"/>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Rectangle 16">
            <a:extLst>
              <a:ext uri="{FF2B5EF4-FFF2-40B4-BE49-F238E27FC236}">
                <a16:creationId xmlns:a16="http://schemas.microsoft.com/office/drawing/2014/main" id="{D0F12B19-CF53-47D7-9EA3-459DABB1406B}"/>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4154801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Sub, Content &amp; Picture 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403981"/>
            <a:ext cx="5129422" cy="6012186"/>
          </a:xfrm>
        </p:spPr>
        <p:txBody>
          <a:bodyPr/>
          <a:lstStyle/>
          <a:p>
            <a:r>
              <a:rPr lang="en-US"/>
              <a:t>Click icon to add picture</a:t>
            </a:r>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84737" y="578113"/>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14" name="Content Placeholder 2">
            <a:extLst>
              <a:ext uri="{FF2B5EF4-FFF2-40B4-BE49-F238E27FC236}">
                <a16:creationId xmlns:a16="http://schemas.microsoft.com/office/drawing/2014/main" id="{7AB9BADD-04D4-4686-970E-FB0049CC09CC}"/>
              </a:ext>
            </a:extLst>
          </p:cNvPr>
          <p:cNvSpPr>
            <a:spLocks noGrp="1"/>
          </p:cNvSpPr>
          <p:nvPr>
            <p:ph sz="quarter" idx="27"/>
          </p:nvPr>
        </p:nvSpPr>
        <p:spPr>
          <a:xfrm>
            <a:off x="571500" y="2139952"/>
            <a:ext cx="5760344"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a:extLst>
              <a:ext uri="{FF2B5EF4-FFF2-40B4-BE49-F238E27FC236}">
                <a16:creationId xmlns:a16="http://schemas.microsoft.com/office/drawing/2014/main" id="{3DA4378E-36CA-41C6-8E85-727E1F91A670}"/>
              </a:ext>
            </a:extLst>
          </p:cNvPr>
          <p:cNvSpPr>
            <a:spLocks noGrp="1"/>
          </p:cNvSpPr>
          <p:nvPr>
            <p:ph type="body" sz="quarter" idx="29"/>
          </p:nvPr>
        </p:nvSpPr>
        <p:spPr>
          <a:xfrm>
            <a:off x="571500" y="1612901"/>
            <a:ext cx="576034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
        <p:nvSpPr>
          <p:cNvPr id="11" name="Rectangle 10">
            <a:extLst>
              <a:ext uri="{FF2B5EF4-FFF2-40B4-BE49-F238E27FC236}">
                <a16:creationId xmlns:a16="http://schemas.microsoft.com/office/drawing/2014/main" id="{FE14A5EA-7602-4C8C-B95C-5306CD887FFF}"/>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CD435B75-DFD3-4791-ACEA-AF630FFAB9AF}"/>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71975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Content &amp; 1 Horizontal Picture">
    <p:spTree>
      <p:nvGrpSpPr>
        <p:cNvPr id="1" name=""/>
        <p:cNvGrpSpPr/>
        <p:nvPr/>
      </p:nvGrpSpPr>
      <p:grpSpPr>
        <a:xfrm>
          <a:off x="0" y="0"/>
          <a:ext cx="0" cy="0"/>
          <a:chOff x="0" y="0"/>
          <a:chExt cx="0" cy="0"/>
        </a:xfrm>
      </p:grpSpPr>
      <p:sp>
        <p:nvSpPr>
          <p:cNvPr id="30" name="Title Text">
            <a:extLst>
              <a:ext uri="{FF2B5EF4-FFF2-40B4-BE49-F238E27FC236}">
                <a16:creationId xmlns:a16="http://schemas.microsoft.com/office/drawing/2014/main" id="{9F7D84C5-5DAC-2A42-8A41-9D307F3BF637}"/>
              </a:ext>
            </a:extLst>
          </p:cNvPr>
          <p:cNvSpPr txBox="1">
            <a:spLocks noGrp="1"/>
          </p:cNvSpPr>
          <p:nvPr>
            <p:ph type="title" hasCustomPrompt="1"/>
          </p:nvPr>
        </p:nvSpPr>
        <p:spPr>
          <a:xfrm>
            <a:off x="571500" y="571500"/>
            <a:ext cx="11010900"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40pt Intel Clear Light Text Goes Here</a:t>
            </a:r>
          </a:p>
        </p:txBody>
      </p:sp>
      <p:sp>
        <p:nvSpPr>
          <p:cNvPr id="3" name="Picture Placeholder 2">
            <a:extLst>
              <a:ext uri="{FF2B5EF4-FFF2-40B4-BE49-F238E27FC236}">
                <a16:creationId xmlns:a16="http://schemas.microsoft.com/office/drawing/2014/main" id="{088044E1-ECF5-4A18-811C-E489992140A2}"/>
              </a:ext>
            </a:extLst>
          </p:cNvPr>
          <p:cNvSpPr>
            <a:spLocks noGrp="1"/>
          </p:cNvSpPr>
          <p:nvPr>
            <p:ph type="pic" sz="quarter" idx="10"/>
          </p:nvPr>
        </p:nvSpPr>
        <p:spPr>
          <a:xfrm>
            <a:off x="396152" y="3513864"/>
            <a:ext cx="11347450" cy="2890837"/>
          </a:xfrm>
        </p:spPr>
        <p:txBody>
          <a:bodyPr/>
          <a:lstStyle/>
          <a:p>
            <a:r>
              <a:rPr lang="en-US"/>
              <a:t>Click icon to add picture</a:t>
            </a:r>
          </a:p>
        </p:txBody>
      </p:sp>
      <p:sp>
        <p:nvSpPr>
          <p:cNvPr id="5" name="Content Placeholder 4">
            <a:extLst>
              <a:ext uri="{FF2B5EF4-FFF2-40B4-BE49-F238E27FC236}">
                <a16:creationId xmlns:a16="http://schemas.microsoft.com/office/drawing/2014/main" id="{08289E3F-4BC9-4A42-9F40-7227194C57DB}"/>
              </a:ext>
            </a:extLst>
          </p:cNvPr>
          <p:cNvSpPr>
            <a:spLocks noGrp="1"/>
          </p:cNvSpPr>
          <p:nvPr>
            <p:ph sz="quarter" idx="11"/>
          </p:nvPr>
        </p:nvSpPr>
        <p:spPr>
          <a:xfrm>
            <a:off x="571500" y="1556672"/>
            <a:ext cx="11010900" cy="1788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9A88EB66-8674-4A4F-B55A-79488DD6B4DC}"/>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4FB9E7C7-FA12-4331-A70E-193D07092A46}"/>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851198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amp; Full Page Picture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450550" y="450549"/>
            <a:ext cx="11305062" cy="5956776"/>
          </a:xfrm>
          <a:noFill/>
        </p:spPr>
        <p:txBody>
          <a:bodyPr/>
          <a:lstStyle/>
          <a:p>
            <a:r>
              <a:rPr lang="en-US"/>
              <a:t>Click icon to add picture</a:t>
            </a:r>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Full page Image, Delete Title if Necessary</a:t>
            </a:r>
          </a:p>
        </p:txBody>
      </p:sp>
      <p:sp>
        <p:nvSpPr>
          <p:cNvPr id="9" name="Rectangle 8">
            <a:extLst>
              <a:ext uri="{FF2B5EF4-FFF2-40B4-BE49-F238E27FC236}">
                <a16:creationId xmlns:a16="http://schemas.microsoft.com/office/drawing/2014/main" id="{54EAB082-32C5-47FD-9ECB-602F4FA1556E}"/>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Rectangle 9">
            <a:extLst>
              <a:ext uri="{FF2B5EF4-FFF2-40B4-BE49-F238E27FC236}">
                <a16:creationId xmlns:a16="http://schemas.microsoft.com/office/drawing/2014/main" id="{C28E4005-6DA6-4443-A120-563FA414CBD8}"/>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548626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4_Chart Exampl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tx1"/>
                </a:solidFill>
              </a:defRPr>
            </a:lvl1pPr>
          </a:lstStyle>
          <a:p>
            <a:pPr lvl="0"/>
            <a:r>
              <a:rPr lang="en-US"/>
              <a:t>Click to edit Master text styles</a:t>
            </a:r>
          </a:p>
        </p:txBody>
      </p:sp>
      <p:sp>
        <p:nvSpPr>
          <p:cNvPr id="9" name="Text Placeholder 3">
            <a:extLst>
              <a:ext uri="{FF2B5EF4-FFF2-40B4-BE49-F238E27FC236}">
                <a16:creationId xmlns:a16="http://schemas.microsoft.com/office/drawing/2014/main" id="{A7C9FC2E-0D67-4420-A61E-1D363937D03F}"/>
              </a:ext>
            </a:extLst>
          </p:cNvPr>
          <p:cNvSpPr>
            <a:spLocks noGrp="1"/>
          </p:cNvSpPr>
          <p:nvPr>
            <p:ph type="body" sz="quarter" idx="29"/>
          </p:nvPr>
        </p:nvSpPr>
        <p:spPr>
          <a:xfrm>
            <a:off x="571500" y="5461818"/>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404694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tx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4091950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bg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userDrawn="1"/>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866" name="Text"/>
          <p:cNvSpPr txBox="1"/>
          <p:nvPr userDrawn="1"/>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9" name="Rectangle 8">
            <a:extLst>
              <a:ext uri="{FF2B5EF4-FFF2-40B4-BE49-F238E27FC236}">
                <a16:creationId xmlns:a16="http://schemas.microsoft.com/office/drawing/2014/main" id="{F6E1F1A6-2FDF-4676-B713-F9746DD3A821}"/>
              </a:ext>
            </a:extLst>
          </p:cNvPr>
          <p:cNvSpPr/>
          <p:nvPr userDrawn="1"/>
        </p:nvSpPr>
        <p:spPr>
          <a:xfrm>
            <a:off x="483010" y="6562504"/>
            <a:ext cx="1766830" cy="231410"/>
          </a:xfrm>
          <a:prstGeom prst="rect">
            <a:avLst/>
          </a:prstGeom>
        </p:spPr>
        <p:txBody>
          <a:bodyPr wrap="none">
            <a:spAutoFit/>
          </a:bodyPr>
          <a:lstStyle/>
          <a:p>
            <a:pPr algn="l"/>
            <a:r>
              <a:rPr lang="en-US" sz="1000">
                <a:solidFill>
                  <a:schemeClr val="tx1"/>
                </a:solidFill>
              </a:rPr>
              <a:t>Department or Event Name</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tx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81260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tx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tx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2797680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4149740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90182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3" name="Title 11">
            <a:extLst>
              <a:ext uri="{FF2B5EF4-FFF2-40B4-BE49-F238E27FC236}">
                <a16:creationId xmlns:a16="http://schemas.microsoft.com/office/drawing/2014/main" id="{F9A5AEDE-22E1-59A0-F184-FE2174491ED8}"/>
              </a:ext>
            </a:extLst>
          </p:cNvPr>
          <p:cNvSpPr txBox="1">
            <a:spLocks/>
          </p:cNvSpPr>
          <p:nvPr/>
        </p:nvSpPr>
        <p:spPr>
          <a:xfrm>
            <a:off x="381000" y="276840"/>
            <a:ext cx="10972800" cy="108952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a:ln>
                  <a:noFill/>
                </a:ln>
                <a:solidFill>
                  <a:srgbClr val="000000"/>
                </a:solidFill>
                <a:effectLst/>
                <a:uLnTx/>
                <a:uFillTx/>
                <a:latin typeface="IntelOne Display Light"/>
              </a:rPr>
              <a:t>Title</a:t>
            </a:r>
            <a:br>
              <a:rPr kumimoji="0" lang="en-US" sz="3600" b="0" i="0" u="none" strike="noStrike" kern="1200" cap="none" spc="0" normalizeH="0" baseline="0" noProof="0">
                <a:ln>
                  <a:noFill/>
                </a:ln>
                <a:solidFill>
                  <a:srgbClr val="000000"/>
                </a:solidFill>
                <a:effectLst/>
                <a:uLnTx/>
                <a:uFillTx/>
                <a:latin typeface="IntelOne Display Light"/>
              </a:rPr>
            </a:br>
            <a:br>
              <a:rPr kumimoji="0" lang="en-US" sz="2000" b="0" i="0" u="none" strike="noStrike" kern="1200" cap="none" spc="0" normalizeH="0" baseline="0" noProof="0">
                <a:ln>
                  <a:noFill/>
                </a:ln>
                <a:solidFill>
                  <a:srgbClr val="0068B5"/>
                </a:solidFill>
                <a:effectLst/>
                <a:uLnTx/>
                <a:uFillTx/>
                <a:latin typeface="IntelOne Display Light" panose="020B0403020203020204" pitchFamily="34" charset="0"/>
                <a:cs typeface="Arial"/>
              </a:rPr>
            </a:br>
            <a:endParaRPr kumimoji="0" lang="en-US" sz="2000" b="0" i="0" u="none" strike="noStrike" kern="1200" cap="none" spc="0" normalizeH="0" baseline="0" noProof="0">
              <a:ln>
                <a:noFill/>
              </a:ln>
              <a:solidFill>
                <a:srgbClr val="0068B5"/>
              </a:solidFill>
              <a:effectLst/>
              <a:uLnTx/>
              <a:uFillTx/>
              <a:latin typeface="IntelOne Display Light" panose="020B0403020203020204" pitchFamily="34" charset="0"/>
              <a:ea typeface="+mn-ea"/>
              <a:cs typeface="Arial"/>
            </a:endParaRPr>
          </a:p>
        </p:txBody>
      </p:sp>
    </p:spTree>
    <p:extLst>
      <p:ext uri="{BB962C8B-B14F-4D97-AF65-F5344CB8AC3E}">
        <p14:creationId xmlns:p14="http://schemas.microsoft.com/office/powerpoint/2010/main" val="341623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884475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5896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20128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55565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2879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r>
              <a:rPr lang="en-US"/>
              <a:t>Click icon to add picture</a:t>
            </a:r>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r>
              <a:rPr lang="en-US"/>
              <a:t>Click icon to add picture</a:t>
            </a:r>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4287572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r>
              <a:rPr lang="en-US"/>
              <a:t>Click icon to add picture</a:t>
            </a:r>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131549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r>
              <a:rPr lang="en-US"/>
              <a:t>Click icon to add picture</a:t>
            </a:r>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1777279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r>
              <a:rPr lang="en-US"/>
              <a:t>Click to edit Master text styles</a:t>
            </a:r>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885094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10910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p:cSld name="Title Slide White">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E1B587A-481D-4354-9508-D5D8FF887B06}"/>
              </a:ext>
              <a:ext uri="{C183D7F6-B498-43B3-948B-1728B52AA6E4}">
                <adec:decorative xmlns:adec="http://schemas.microsoft.com/office/drawing/2017/decorative" val="1"/>
              </a:ext>
            </a:extLst>
          </p:cNvPr>
          <p:cNvGrpSpPr/>
          <p:nvPr/>
        </p:nvGrpSpPr>
        <p:grpSpPr>
          <a:xfrm>
            <a:off x="573803" y="0"/>
            <a:ext cx="4325371" cy="6377476"/>
            <a:chOff x="573803" y="0"/>
            <a:chExt cx="4325371" cy="6377476"/>
          </a:xfrm>
        </p:grpSpPr>
        <p:sp>
          <p:nvSpPr>
            <p:cNvPr id="12" name="Rectangle 11">
              <a:extLst>
                <a:ext uri="{FF2B5EF4-FFF2-40B4-BE49-F238E27FC236}">
                  <a16:creationId xmlns:a16="http://schemas.microsoft.com/office/drawing/2014/main" id="{1CFE29C8-410C-4059-919F-670CE49EA18F}"/>
                </a:ext>
              </a:extLst>
            </p:cNvPr>
            <p:cNvSpPr/>
            <p:nvPr userDrawn="1"/>
          </p:nvSpPr>
          <p:spPr>
            <a:xfrm>
              <a:off x="1468406" y="0"/>
              <a:ext cx="3430768" cy="539087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1ADCBE42-BEC7-4DF9-A16F-7E76C7D448E8}"/>
                </a:ext>
              </a:extLst>
            </p:cNvPr>
            <p:cNvSpPr/>
            <p:nvPr userDrawn="1"/>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5" name="Rectangle 14">
              <a:extLst>
                <a:ext uri="{FF2B5EF4-FFF2-40B4-BE49-F238E27FC236}">
                  <a16:creationId xmlns:a16="http://schemas.microsoft.com/office/drawing/2014/main" id="{AAA47B74-98DC-499D-981D-583A2DD69E50}"/>
                </a:ext>
              </a:extLst>
            </p:cNvPr>
            <p:cNvSpPr/>
            <p:nvPr userDrawn="1"/>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6" name="Rectangle 15">
              <a:extLst>
                <a:ext uri="{FF2B5EF4-FFF2-40B4-BE49-F238E27FC236}">
                  <a16:creationId xmlns:a16="http://schemas.microsoft.com/office/drawing/2014/main" id="{33D68EB8-A34F-47E3-8B7F-5FF260D65B7C}"/>
                </a:ext>
              </a:extLst>
            </p:cNvPr>
            <p:cNvSpPr/>
            <p:nvPr userDrawn="1"/>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17" name="Graphic 16">
              <a:extLst>
                <a:ext uri="{FF2B5EF4-FFF2-40B4-BE49-F238E27FC236}">
                  <a16:creationId xmlns:a16="http://schemas.microsoft.com/office/drawing/2014/main" id="{07897D68-7CB8-406F-9146-F00DE71319E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grpSp>
      <p:grpSp>
        <p:nvGrpSpPr>
          <p:cNvPr id="4" name="Group 3">
            <a:extLst>
              <a:ext uri="{FF2B5EF4-FFF2-40B4-BE49-F238E27FC236}">
                <a16:creationId xmlns:a16="http://schemas.microsoft.com/office/drawing/2014/main" id="{66D8E5A8-9477-47F6-9CA7-9A7DC46705CE}"/>
              </a:ext>
              <a:ext uri="{C183D7F6-B498-43B3-948B-1728B52AA6E4}">
                <adec:decorative xmlns:adec="http://schemas.microsoft.com/office/drawing/2017/decorative" val="1"/>
              </a:ext>
            </a:extLst>
          </p:cNvPr>
          <p:cNvGrpSpPr/>
          <p:nvPr/>
        </p:nvGrpSpPr>
        <p:grpSpPr>
          <a:xfrm>
            <a:off x="573803" y="0"/>
            <a:ext cx="4325371" cy="6377476"/>
            <a:chOff x="573803" y="0"/>
            <a:chExt cx="4325371" cy="6377476"/>
          </a:xfrm>
        </p:grpSpPr>
        <p:sp>
          <p:nvSpPr>
            <p:cNvPr id="7" name="Rectangle 6">
              <a:extLst>
                <a:ext uri="{FF2B5EF4-FFF2-40B4-BE49-F238E27FC236}">
                  <a16:creationId xmlns:a16="http://schemas.microsoft.com/office/drawing/2014/main" id="{EF200040-B841-47B7-8555-E0299CDC24FA}"/>
                </a:ext>
              </a:extLst>
            </p:cNvPr>
            <p:cNvSpPr/>
            <p:nvPr/>
          </p:nvSpPr>
          <p:spPr>
            <a:xfrm>
              <a:off x="1468406" y="0"/>
              <a:ext cx="3430768" cy="539087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8" name="Rectangle 17">
              <a:extLst>
                <a:ext uri="{FF2B5EF4-FFF2-40B4-BE49-F238E27FC236}">
                  <a16:creationId xmlns:a16="http://schemas.microsoft.com/office/drawing/2014/main" id="{A24C56C1-BF0A-4234-81F8-D2B769834C58}"/>
                </a:ext>
              </a:extLst>
            </p:cNvPr>
            <p:cNvSpPr/>
            <p:nvPr/>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657C8AC4-A26E-48AF-9B2F-93A0F02E758D}"/>
                </a:ext>
              </a:extLst>
            </p:cNvPr>
            <p:cNvSpPr/>
            <p:nvPr/>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0" name="Rectangle 19">
              <a:extLst>
                <a:ext uri="{FF2B5EF4-FFF2-40B4-BE49-F238E27FC236}">
                  <a16:creationId xmlns:a16="http://schemas.microsoft.com/office/drawing/2014/main" id="{6D5060BD-E2D2-44BB-ADFB-2B20CEB8775D}"/>
                </a:ext>
              </a:extLst>
            </p:cNvPr>
            <p:cNvSpPr/>
            <p:nvPr/>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21" name="Graphic 20">
              <a:extLst>
                <a:ext uri="{FF2B5EF4-FFF2-40B4-BE49-F238E27FC236}">
                  <a16:creationId xmlns:a16="http://schemas.microsoft.com/office/drawing/2014/main" id="{5A184651-D34A-4937-8369-48ADD8E89C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hasCustomPrompt="1"/>
          </p:nvPr>
        </p:nvSpPr>
        <p:spPr>
          <a:xfrm>
            <a:off x="1543438" y="944163"/>
            <a:ext cx="9810362" cy="627700"/>
          </a:xfrm>
        </p:spPr>
        <p:txBody>
          <a:bodyPr anchor="b" anchorCtr="0">
            <a:normAutofit/>
          </a:bodyPr>
          <a:lstStyle>
            <a:lvl1pPr marL="0" indent="0">
              <a:buFontTx/>
              <a:buNone/>
              <a:defRPr sz="1600">
                <a:solidFill>
                  <a:schemeClr val="accent1"/>
                </a:solidFill>
                <a:latin typeface="IntelOne Text" panose="020B0503020203020204" pitchFamily="34" charset="77"/>
              </a:defRPr>
            </a:lvl1pPr>
          </a:lstStyle>
          <a:p>
            <a:pPr lvl="0"/>
            <a:r>
              <a:rPr lang="en-US"/>
              <a:t>Click to edit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hasCustomPrompt="1"/>
          </p:nvPr>
        </p:nvSpPr>
        <p:spPr>
          <a:xfrm>
            <a:off x="1542536" y="1635111"/>
            <a:ext cx="9789007" cy="1874852"/>
          </a:xfrm>
        </p:spPr>
        <p:txBody>
          <a:bodyPr anchor="b"/>
          <a:lstStyle>
            <a:lvl1pPr algn="l">
              <a:defRPr sz="6000">
                <a:solidFill>
                  <a:schemeClr val="tx1"/>
                </a:solidFill>
              </a:defRPr>
            </a:lvl1pPr>
          </a:lstStyle>
          <a:p>
            <a:r>
              <a:rPr lang="en-US"/>
              <a:t>Click to edit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hasCustomPrompt="1"/>
          </p:nvPr>
        </p:nvSpPr>
        <p:spPr>
          <a:xfrm>
            <a:off x="1542536" y="3602038"/>
            <a:ext cx="9789007" cy="1655762"/>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Tree>
    <p:extLst>
      <p:ext uri="{BB962C8B-B14F-4D97-AF65-F5344CB8AC3E}">
        <p14:creationId xmlns:p14="http://schemas.microsoft.com/office/powerpoint/2010/main" val="2230473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1"/>
            <a:ext cx="3430768" cy="5393161"/>
          </a:xfrm>
          <a:prstGeom prst="rect">
            <a:avLst/>
          </a:prstGeom>
          <a:solidFill>
            <a:schemeClr val="accent1"/>
          </a:solidFill>
          <a:ln w="12700">
            <a:miter lim="400000"/>
          </a:ln>
        </p:spPr>
        <p:txBody>
          <a:bodyPr lIns="0" tIns="0" rIns="0" bIns="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8" y="5390897"/>
            <a:ext cx="607299" cy="607299"/>
          </a:xfrm>
          <a:prstGeom prst="rect">
            <a:avLst/>
          </a:prstGeom>
          <a:solidFill>
            <a:schemeClr val="accent1"/>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8"/>
            <a:ext cx="286655" cy="282073"/>
          </a:xfrm>
          <a:prstGeom prst="rect">
            <a:avLst/>
          </a:prstGeom>
          <a:solidFill>
            <a:srgbClr val="00C7FD"/>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8" y="4952475"/>
            <a:ext cx="157461" cy="157461"/>
          </a:xfrm>
          <a:prstGeom prst="rect">
            <a:avLst/>
          </a:prstGeom>
          <a:solidFill>
            <a:schemeClr val="accent1"/>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7" y="3585280"/>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9"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p:nvGrpSpPr>
        <p:grpSpPr>
          <a:xfrm>
            <a:off x="1468405" y="5995721"/>
            <a:ext cx="1059755"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499987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1"/>
            <a:ext cx="3430768" cy="5393161"/>
          </a:xfrm>
          <a:prstGeom prst="rect">
            <a:avLst/>
          </a:prstGeom>
          <a:solidFill>
            <a:schemeClr val="accent1"/>
          </a:solidFill>
          <a:ln w="12700">
            <a:miter lim="400000"/>
          </a:ln>
        </p:spPr>
        <p:txBody>
          <a:bodyPr lIns="0" tIns="0" rIns="0" bIns="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7" y="3585280"/>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9"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p:nvSpPr>
        <p:spPr>
          <a:xfrm>
            <a:off x="861108" y="5390897"/>
            <a:ext cx="607299" cy="607299"/>
          </a:xfrm>
          <a:prstGeom prst="rect">
            <a:avLst/>
          </a:prstGeom>
          <a:solidFill>
            <a:schemeClr val="accent4"/>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p:nvSpPr>
        <p:spPr>
          <a:xfrm>
            <a:off x="576067" y="5108798"/>
            <a:ext cx="286655" cy="282073"/>
          </a:xfrm>
          <a:prstGeom prst="rect">
            <a:avLst/>
          </a:prstGeom>
          <a:solidFill>
            <a:schemeClr val="accent3"/>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p:nvSpPr>
        <p:spPr>
          <a:xfrm>
            <a:off x="861108" y="4952475"/>
            <a:ext cx="157461" cy="157461"/>
          </a:xfrm>
          <a:prstGeom prst="rect">
            <a:avLst/>
          </a:prstGeom>
          <a:solidFill>
            <a:schemeClr val="accent4"/>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p:nvGrpSpPr>
        <p:grpSpPr>
          <a:xfrm>
            <a:off x="1468405" y="5995721"/>
            <a:ext cx="1059755"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sz="1800"/>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sz="1800"/>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sz="1800"/>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4185251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p:cSld name="Title White">
    <p:spTree>
      <p:nvGrpSpPr>
        <p:cNvPr id="1" name=""/>
        <p:cNvGrpSpPr/>
        <p:nvPr/>
      </p:nvGrpSpPr>
      <p:grpSpPr>
        <a:xfrm>
          <a:off x="0" y="0"/>
          <a:ext cx="0" cy="0"/>
          <a:chOff x="0" y="0"/>
          <a:chExt cx="0" cy="0"/>
        </a:xfrm>
      </p:grpSpPr>
      <p:sp>
        <p:nvSpPr>
          <p:cNvPr id="137" name="Rectangle"/>
          <p:cNvSpPr/>
          <p:nvPr/>
        </p:nvSpPr>
        <p:spPr>
          <a:xfrm>
            <a:off x="1466513" y="-28455"/>
            <a:ext cx="3430768" cy="5421617"/>
          </a:xfrm>
          <a:prstGeom prst="rect">
            <a:avLst/>
          </a:prstGeom>
          <a:solidFill>
            <a:srgbClr val="E7E7E7">
              <a:alpha val="39000"/>
            </a:srgbClr>
          </a:solidFill>
          <a:ln w="12700">
            <a:miter lim="400000"/>
          </a:ln>
        </p:spPr>
        <p:txBody>
          <a:bodyPr lIns="0" tIns="0" rIns="0" bIns="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7" y="3585280"/>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rgbClr val="002060"/>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9"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p:nvSpPr>
        <p:spPr>
          <a:xfrm>
            <a:off x="861108" y="5390897"/>
            <a:ext cx="607299" cy="607299"/>
          </a:xfrm>
          <a:prstGeom prst="rect">
            <a:avLst/>
          </a:prstGeom>
          <a:solidFill>
            <a:srgbClr val="2872C5"/>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p:nvSpPr>
        <p:spPr>
          <a:xfrm>
            <a:off x="576067" y="5108798"/>
            <a:ext cx="286655" cy="282073"/>
          </a:xfrm>
          <a:prstGeom prst="rect">
            <a:avLst/>
          </a:prstGeom>
          <a:solidFill>
            <a:srgbClr val="00C7FD"/>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p:nvSpPr>
        <p:spPr>
          <a:xfrm>
            <a:off x="861108" y="4952475"/>
            <a:ext cx="157461" cy="157461"/>
          </a:xfrm>
          <a:prstGeom prst="rect">
            <a:avLst/>
          </a:prstGeom>
          <a:solidFill>
            <a:srgbClr val="2872C5"/>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66514" y="5992753"/>
            <a:ext cx="1031759" cy="384723"/>
          </a:xfrm>
          <a:prstGeom prst="rect">
            <a:avLst/>
          </a:prstGeom>
        </p:spPr>
      </p:pic>
    </p:spTree>
    <p:extLst>
      <p:ext uri="{BB962C8B-B14F-4D97-AF65-F5344CB8AC3E}">
        <p14:creationId xmlns:p14="http://schemas.microsoft.com/office/powerpoint/2010/main" val="3563656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1" y="571501"/>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002060"/>
                </a:solidFill>
              </a:defRPr>
            </a:lvl1pPr>
          </a:lstStyle>
          <a:p>
            <a:r>
              <a:rPr lang="en-US"/>
              <a:t>40pt Intel Clear Light Text Goes Here</a:t>
            </a:r>
          </a:p>
        </p:txBody>
      </p:sp>
    </p:spTree>
    <p:extLst>
      <p:ext uri="{BB962C8B-B14F-4D97-AF65-F5344CB8AC3E}">
        <p14:creationId xmlns:p14="http://schemas.microsoft.com/office/powerpoint/2010/main" val="133296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1" y="571501"/>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002060"/>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1" y="1673455"/>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4707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1" y="571501"/>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002060"/>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1"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1" y="1612902"/>
            <a:ext cx="11022013" cy="438151"/>
          </a:xfrm>
        </p:spPr>
        <p:txBody>
          <a:bodyPr>
            <a:noAutofit/>
          </a:bodyPr>
          <a:lstStyle>
            <a:lvl1pPr marL="0" indent="0">
              <a:buNone/>
              <a:defRPr sz="3200">
                <a:solidFill>
                  <a:schemeClr val="accent1"/>
                </a:solidFill>
                <a:latin typeface="+mn-lt"/>
              </a:defRPr>
            </a:lvl1pPr>
            <a:lvl2pPr marL="228594" indent="0">
              <a:buNone/>
              <a:defRPr/>
            </a:lvl2pPr>
          </a:lstStyle>
          <a:p>
            <a:pPr lvl="0"/>
            <a:r>
              <a:rPr lang="en-US"/>
              <a:t>Click to edit Master text styles</a:t>
            </a:r>
          </a:p>
        </p:txBody>
      </p:sp>
    </p:spTree>
    <p:extLst>
      <p:ext uri="{BB962C8B-B14F-4D97-AF65-F5344CB8AC3E}">
        <p14:creationId xmlns:p14="http://schemas.microsoft.com/office/powerpoint/2010/main" val="188914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2"/>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4"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2"/>
            <a:ext cx="11022013" cy="438151"/>
          </a:xfrm>
        </p:spPr>
        <p:txBody>
          <a:bodyPr>
            <a:noAutofit/>
          </a:bodyPr>
          <a:lstStyle>
            <a:lvl1pPr marL="0" indent="0">
              <a:buNone/>
              <a:defRPr sz="3200">
                <a:solidFill>
                  <a:schemeClr val="accent1"/>
                </a:solidFill>
                <a:latin typeface="+mn-lt"/>
              </a:defRPr>
            </a:lvl1pPr>
            <a:lvl2pPr marL="228594" indent="0">
              <a:buNone/>
              <a:defRPr/>
            </a:lvl2pPr>
          </a:lstStyle>
          <a:p>
            <a:pPr lvl="0"/>
            <a:r>
              <a:rPr lang="en-US"/>
              <a:t>Click to edit Master text styles</a:t>
            </a:r>
          </a:p>
        </p:txBody>
      </p:sp>
    </p:spTree>
    <p:extLst>
      <p:ext uri="{BB962C8B-B14F-4D97-AF65-F5344CB8AC3E}">
        <p14:creationId xmlns:p14="http://schemas.microsoft.com/office/powerpoint/2010/main" val="123983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2"/>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002060"/>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4" y="1673402"/>
            <a:ext cx="5288525" cy="4584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6788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1" y="567227"/>
            <a:ext cx="57557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002060"/>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2" y="2978829"/>
            <a:ext cx="4668837" cy="3453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585" eaLnBrk="1" fontAlgn="auto" latinLnBrk="0" hangingPunct="1">
              <a:lnSpc>
                <a:spcPts val="2451"/>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2" y="5929173"/>
            <a:ext cx="4668837" cy="3453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585" eaLnBrk="1" fontAlgn="auto" latinLnBrk="0" hangingPunct="1">
              <a:lnSpc>
                <a:spcPts val="2451"/>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2" y="571500"/>
            <a:ext cx="4668837" cy="2381251"/>
          </a:xfrm>
        </p:spPr>
        <p:txBody>
          <a:bodyPr/>
          <a:lstStyle>
            <a:lvl1pPr>
              <a:defRPr>
                <a:solidFill>
                  <a:srgbClr val="002060"/>
                </a:solidFill>
              </a:defRPr>
            </a:lvl1pPr>
          </a:lstStyle>
          <a:p>
            <a:r>
              <a:rPr lang="en-US"/>
              <a:t>Click icon to add picture</a:t>
            </a:r>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2" y="3537061"/>
            <a:ext cx="4668837" cy="2381251"/>
          </a:xfrm>
        </p:spPr>
        <p:txBody>
          <a:bodyPr/>
          <a:lstStyle/>
          <a:p>
            <a:r>
              <a:rPr lang="en-US"/>
              <a:t>Click icon to add picture</a:t>
            </a:r>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2"/>
            <a:ext cx="5768944" cy="438151"/>
          </a:xfrm>
        </p:spPr>
        <p:txBody>
          <a:bodyPr>
            <a:noAutofit/>
          </a:bodyPr>
          <a:lstStyle>
            <a:lvl1pPr marL="0" indent="0">
              <a:buNone/>
              <a:defRPr sz="3200">
                <a:solidFill>
                  <a:schemeClr val="accent1"/>
                </a:solidFill>
                <a:latin typeface="+mn-lt"/>
              </a:defRPr>
            </a:lvl1pPr>
            <a:lvl2pPr marL="228594" indent="0">
              <a:buNone/>
              <a:defRPr/>
            </a:lvl2pPr>
          </a:lstStyle>
          <a:p>
            <a:pPr lvl="0"/>
            <a:r>
              <a:rPr lang="en-US"/>
              <a:t>Click to edit Master text styles</a:t>
            </a:r>
          </a:p>
        </p:txBody>
      </p:sp>
    </p:spTree>
    <p:extLst>
      <p:ext uri="{BB962C8B-B14F-4D97-AF65-F5344CB8AC3E}">
        <p14:creationId xmlns:p14="http://schemas.microsoft.com/office/powerpoint/2010/main" val="3358716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2"/>
            <a:ext cx="5129423" cy="6416167"/>
          </a:xfrm>
        </p:spPr>
        <p:txBody>
          <a:bodyPr/>
          <a:lstStyle/>
          <a:p>
            <a:r>
              <a:rPr lang="en-US"/>
              <a:t>Click icon to add picture</a:t>
            </a:r>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1"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b="0">
                <a:solidFill>
                  <a:srgbClr val="002060"/>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2"/>
            <a:ext cx="5768944" cy="438151"/>
          </a:xfrm>
        </p:spPr>
        <p:txBody>
          <a:bodyPr>
            <a:noAutofit/>
          </a:bodyPr>
          <a:lstStyle>
            <a:lvl1pPr marL="0" indent="0">
              <a:buNone/>
              <a:defRPr sz="3200">
                <a:solidFill>
                  <a:schemeClr val="accent1"/>
                </a:solidFill>
                <a:latin typeface="+mn-lt"/>
              </a:defRPr>
            </a:lvl1pPr>
            <a:lvl2pPr marL="228594" indent="0">
              <a:buNone/>
              <a:defRPr/>
            </a:lvl2pPr>
          </a:lstStyle>
          <a:p>
            <a:pPr lvl="0"/>
            <a:r>
              <a:rPr lang="en-US"/>
              <a:t>Click to edit Master text styles</a:t>
            </a:r>
          </a:p>
        </p:txBody>
      </p:sp>
    </p:spTree>
    <p:extLst>
      <p:ext uri="{BB962C8B-B14F-4D97-AF65-F5344CB8AC3E}">
        <p14:creationId xmlns:p14="http://schemas.microsoft.com/office/powerpoint/2010/main" val="1987428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5" y="0"/>
            <a:ext cx="11744325" cy="6401797"/>
          </a:xfrm>
          <a:noFill/>
        </p:spPr>
        <p:txBody>
          <a:bodyPr/>
          <a:lstStyle/>
          <a:p>
            <a:r>
              <a:rPr lang="en-US"/>
              <a:t>Click icon to add picture</a:t>
            </a:r>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1" y="571501"/>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2407797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2"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rgbClr val="002060"/>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1" y="1592529"/>
            <a:ext cx="11010900" cy="3727184"/>
          </a:xfrm>
        </p:spPr>
        <p:txBody>
          <a:bodyPr>
            <a:normAutofit/>
          </a:bodyPr>
          <a:lstStyle>
            <a:lvl1pPr marL="0" indent="0">
              <a:buNone/>
              <a:defRPr sz="6000">
                <a:solidFill>
                  <a:schemeClr val="accent1"/>
                </a:solidFill>
              </a:defRPr>
            </a:lvl1pPr>
          </a:lstStyle>
          <a:p>
            <a:pPr lvl="0"/>
            <a:r>
              <a:rPr lang="en-US"/>
              <a:t>Click to edit Master text styles</a:t>
            </a:r>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1"/>
          </a:xfrm>
        </p:spPr>
        <p:txBody>
          <a:bodyPr/>
          <a:lstStyle>
            <a:lvl1pPr marL="0" indent="0">
              <a:buNone/>
              <a:defRPr>
                <a:solidFill>
                  <a:schemeClr val="accent1"/>
                </a:solidFill>
                <a:latin typeface="+mn-lt"/>
              </a:defRPr>
            </a:lvl1pPr>
            <a:lvl2pPr marL="228594" indent="0">
              <a:buNone/>
              <a:defRPr/>
            </a:lvl2pPr>
          </a:lstStyle>
          <a:p>
            <a:pPr lvl="0"/>
            <a:r>
              <a:rPr lang="en-US"/>
              <a:t>Click to edit Master text styles</a:t>
            </a:r>
          </a:p>
        </p:txBody>
      </p:sp>
    </p:spTree>
    <p:extLst>
      <p:ext uri="{BB962C8B-B14F-4D97-AF65-F5344CB8AC3E}">
        <p14:creationId xmlns:p14="http://schemas.microsoft.com/office/powerpoint/2010/main" val="1290040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p:nvSpPr>
        <p:spPr>
          <a:xfrm>
            <a:off x="1" y="6335211"/>
            <a:ext cx="11736987" cy="595035"/>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p:nvSpPr>
        <p:spPr>
          <a:xfrm>
            <a:off x="11741698" y="6407186"/>
            <a:ext cx="450068" cy="450068"/>
          </a:xfrm>
          <a:prstGeom prst="rect">
            <a:avLst/>
          </a:prstGeom>
          <a:solidFill>
            <a:schemeClr val="accent1">
              <a:alpha val="50000"/>
            </a:schemeClr>
          </a:solidFill>
          <a:ln w="12700">
            <a:miter lim="400000"/>
          </a:ln>
        </p:spPr>
        <p:txBody>
          <a:bodyPr lIns="0" tIns="0" rIns="0" bIns="0" anchor="ctr"/>
          <a:lstStyle/>
          <a:p>
            <a:pPr defTabSz="41274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p:nvSpPr>
        <p:spPr>
          <a:xfrm>
            <a:off x="11881865" y="6268222"/>
            <a:ext cx="207819" cy="4641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90000"/>
              </a:lnSpc>
              <a:spcBef>
                <a:spcPts val="2251"/>
              </a:spcBef>
              <a:spcAft>
                <a:spcPts val="0"/>
              </a:spcAft>
              <a:buClrTx/>
              <a:buSzTx/>
              <a:buFontTx/>
              <a:buNone/>
              <a:tabLst/>
            </a:pPr>
            <a:fld id="{302FE90D-A879-0D42-B0CA-7E5C0D197FB5}" type="slidenum">
              <a:rPr kumimoji="0" lang="en-US" sz="851"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39" rtl="0" fontAlgn="auto" latinLnBrk="0" hangingPunct="0">
                <a:lnSpc>
                  <a:spcPct val="90000"/>
                </a:lnSpc>
                <a:spcBef>
                  <a:spcPts val="2251"/>
                </a:spcBef>
                <a:spcAft>
                  <a:spcPts val="0"/>
                </a:spcAft>
                <a:buClrTx/>
                <a:buSzTx/>
                <a:buFontTx/>
                <a:buNone/>
                <a:tabLst/>
              </a:pPr>
              <a:t>‹#›</a:t>
            </a:fld>
            <a:endParaRPr kumimoji="0" lang="en-US" sz="851"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2"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1" y="1599817"/>
            <a:ext cx="11010900" cy="3719897"/>
          </a:xfrm>
        </p:spPr>
        <p:txBody>
          <a:bodyPr>
            <a:normAutofit/>
          </a:bodyPr>
          <a:lstStyle>
            <a:lvl1pPr marL="0" indent="0">
              <a:buNone/>
              <a:defRPr sz="6000">
                <a:solidFill>
                  <a:schemeClr val="bg1"/>
                </a:solidFill>
              </a:defRPr>
            </a:lvl1pPr>
          </a:lstStyle>
          <a:p>
            <a:pPr lvl="0"/>
            <a:r>
              <a:rPr lang="en-US"/>
              <a:t>Click to edit Master text styles</a:t>
            </a:r>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p:nvPicPr>
        <p:blipFill>
          <a:blip r:embed="rId2"/>
          <a:stretch>
            <a:fillRect/>
          </a:stretch>
        </p:blipFill>
        <p:spPr>
          <a:xfrm>
            <a:off x="11151433" y="6543019"/>
            <a:ext cx="491251"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p:nvSpPr>
        <p:spPr>
          <a:xfrm>
            <a:off x="5503531" y="6562505"/>
            <a:ext cx="1184940" cy="246221"/>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p:nvSpPr>
        <p:spPr>
          <a:xfrm>
            <a:off x="483011" y="6562505"/>
            <a:ext cx="1766830" cy="246221"/>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1"/>
          </a:xfrm>
        </p:spPr>
        <p:txBody>
          <a:bodyPr/>
          <a:lstStyle>
            <a:lvl1pPr marL="0" indent="0">
              <a:buNone/>
              <a:defRPr>
                <a:solidFill>
                  <a:schemeClr val="bg1"/>
                </a:solidFill>
                <a:latin typeface="+mn-lt"/>
              </a:defRPr>
            </a:lvl1pPr>
            <a:lvl2pPr marL="228594"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p:nvSpPr>
        <p:spPr>
          <a:xfrm rot="5400000">
            <a:off x="8758537" y="2906213"/>
            <a:ext cx="6407451" cy="595035"/>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156721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1" y="2140786"/>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1"/>
          </a:xfrm>
        </p:spPr>
        <p:txBody>
          <a:bodyPr/>
          <a:lstStyle>
            <a:lvl1pPr marL="0" indent="0">
              <a:buNone/>
              <a:defRPr>
                <a:solidFill>
                  <a:schemeClr val="accent1"/>
                </a:solidFill>
                <a:latin typeface="+mn-lt"/>
              </a:defRPr>
            </a:lvl1pPr>
            <a:lvl2pPr marL="228594" indent="0">
              <a:buNone/>
              <a:defRPr/>
            </a:lvl2pPr>
          </a:lstStyle>
          <a:p>
            <a:pPr lvl="0"/>
            <a:r>
              <a:rPr lang="en-US"/>
              <a:t>Click to edit Master text styles</a:t>
            </a:r>
          </a:p>
        </p:txBody>
      </p:sp>
    </p:spTree>
    <p:extLst>
      <p:ext uri="{BB962C8B-B14F-4D97-AF65-F5344CB8AC3E}">
        <p14:creationId xmlns:p14="http://schemas.microsoft.com/office/powerpoint/2010/main" val="885649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p:nvSpPr>
        <p:spPr>
          <a:xfrm>
            <a:off x="1" y="6335211"/>
            <a:ext cx="11736987" cy="595035"/>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9"/>
            <a:ext cx="491251"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p:nvSpPr>
        <p:spPr>
          <a:xfrm>
            <a:off x="11881865" y="6268222"/>
            <a:ext cx="207819" cy="4641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90000"/>
              </a:lnSpc>
              <a:spcBef>
                <a:spcPts val="2251"/>
              </a:spcBef>
              <a:spcAft>
                <a:spcPts val="0"/>
              </a:spcAft>
              <a:buClrTx/>
              <a:buSzTx/>
              <a:buFontTx/>
              <a:buNone/>
              <a:tabLst/>
            </a:pPr>
            <a:fld id="{302FE90D-A879-0D42-B0CA-7E5C0D197FB5}" type="slidenum">
              <a:rPr kumimoji="0" lang="en-US" sz="851"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39" rtl="0" fontAlgn="auto" latinLnBrk="0" hangingPunct="0">
                <a:lnSpc>
                  <a:spcPct val="90000"/>
                </a:lnSpc>
                <a:spcBef>
                  <a:spcPts val="2251"/>
                </a:spcBef>
                <a:spcAft>
                  <a:spcPts val="0"/>
                </a:spcAft>
                <a:buClrTx/>
                <a:buSzTx/>
                <a:buFontTx/>
                <a:buNone/>
                <a:tabLst/>
              </a:pPr>
              <a:t>‹#›</a:t>
            </a:fld>
            <a:endParaRPr kumimoji="0" lang="en-US" sz="851"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p:nvSpPr>
        <p:spPr>
          <a:xfrm>
            <a:off x="5503531" y="6562505"/>
            <a:ext cx="1184940" cy="246221"/>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p:nvSpPr>
        <p:spPr>
          <a:xfrm>
            <a:off x="483011" y="6562505"/>
            <a:ext cx="1766830" cy="246221"/>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1" y="2140786"/>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1"/>
          </a:xfrm>
        </p:spPr>
        <p:txBody>
          <a:bodyPr/>
          <a:lstStyle>
            <a:lvl1pPr marL="0" indent="0">
              <a:buNone/>
              <a:defRPr>
                <a:solidFill>
                  <a:schemeClr val="bg1"/>
                </a:solidFill>
                <a:latin typeface="+mn-lt"/>
              </a:defRPr>
            </a:lvl1pPr>
            <a:lvl2pPr marL="228594"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p:nvSpPr>
        <p:spPr>
          <a:xfrm rot="5400000">
            <a:off x="8758537" y="2906213"/>
            <a:ext cx="6407451" cy="595035"/>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72601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p:nvSpPr>
        <p:spPr>
          <a:xfrm>
            <a:off x="1" y="6335211"/>
            <a:ext cx="11736987" cy="595035"/>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p:nvSpPr>
        <p:spPr>
          <a:xfrm rot="5400000">
            <a:off x="8758537" y="2906213"/>
            <a:ext cx="6407451" cy="595035"/>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9"/>
            <a:ext cx="491251" cy="190501"/>
          </a:xfrm>
          <a:prstGeom prst="rect">
            <a:avLst/>
          </a:prstGeom>
          <a:ln w="12700">
            <a:miter lim="400000"/>
          </a:ln>
        </p:spPr>
      </p:pic>
      <p:sp>
        <p:nvSpPr>
          <p:cNvPr id="866" name="Text"/>
          <p:cNvSpPr txBox="1"/>
          <p:nvPr/>
        </p:nvSpPr>
        <p:spPr>
          <a:xfrm>
            <a:off x="11942957" y="6538004"/>
            <a:ext cx="51361" cy="189796"/>
          </a:xfrm>
          <a:prstGeom prst="rect">
            <a:avLst/>
          </a:prstGeom>
          <a:ln w="12700">
            <a:miter lim="400000"/>
          </a:ln>
        </p:spPr>
        <p:txBody>
          <a:bodyPr wrap="none" lIns="25400" tIns="25400" rIns="25400" bIns="25400" anchor="b">
            <a:spAutoFit/>
          </a:bodyPr>
          <a:lstStyle/>
          <a:p>
            <a:pPr algn="ctr" defTabSz="292093">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p:nvSpPr>
        <p:spPr>
          <a:xfrm>
            <a:off x="11881865" y="6268222"/>
            <a:ext cx="207819" cy="4641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90000"/>
              </a:lnSpc>
              <a:spcBef>
                <a:spcPts val="2251"/>
              </a:spcBef>
              <a:spcAft>
                <a:spcPts val="0"/>
              </a:spcAft>
              <a:buClrTx/>
              <a:buSzTx/>
              <a:buFontTx/>
              <a:buNone/>
              <a:tabLst/>
            </a:pPr>
            <a:fld id="{302FE90D-A879-0D42-B0CA-7E5C0D197FB5}" type="slidenum">
              <a:rPr kumimoji="0" lang="en-US" sz="851"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39" rtl="0" fontAlgn="auto" latinLnBrk="0" hangingPunct="0">
                <a:lnSpc>
                  <a:spcPct val="90000"/>
                </a:lnSpc>
                <a:spcBef>
                  <a:spcPts val="2251"/>
                </a:spcBef>
                <a:spcAft>
                  <a:spcPts val="0"/>
                </a:spcAft>
                <a:buClrTx/>
                <a:buSzTx/>
                <a:buFontTx/>
                <a:buNone/>
                <a:tabLst/>
              </a:pPr>
              <a:t>‹#›</a:t>
            </a:fld>
            <a:endParaRPr kumimoji="0" lang="en-US" sz="851"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p:nvSpPr>
        <p:spPr>
          <a:xfrm>
            <a:off x="5503531" y="6562505"/>
            <a:ext cx="1184940" cy="246221"/>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p:nvSpPr>
        <p:spPr>
          <a:xfrm>
            <a:off x="483011" y="6562505"/>
            <a:ext cx="1766830" cy="246221"/>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1" y="2140786"/>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1"/>
            <a:ext cx="11022013" cy="438151"/>
          </a:xfrm>
        </p:spPr>
        <p:txBody>
          <a:bodyPr/>
          <a:lstStyle>
            <a:lvl1pPr marL="0" indent="0">
              <a:buNone/>
              <a:defRPr>
                <a:solidFill>
                  <a:schemeClr val="bg1"/>
                </a:solidFill>
                <a:latin typeface="+mn-lt"/>
              </a:defRPr>
            </a:lvl1pPr>
            <a:lvl2pPr marL="228594" indent="0">
              <a:buNone/>
              <a:defRPr/>
            </a:lvl2pPr>
          </a:lstStyle>
          <a:p>
            <a:pPr lvl="0"/>
            <a:r>
              <a:rPr lang="en-US"/>
              <a:t>Click to edit Master text styles</a:t>
            </a:r>
          </a:p>
        </p:txBody>
      </p:sp>
    </p:spTree>
    <p:extLst>
      <p:ext uri="{BB962C8B-B14F-4D97-AF65-F5344CB8AC3E}">
        <p14:creationId xmlns:p14="http://schemas.microsoft.com/office/powerpoint/2010/main" val="2871483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p:nvSpPr>
        <p:spPr>
          <a:xfrm>
            <a:off x="11741698" y="6405281"/>
            <a:ext cx="450068" cy="450068"/>
          </a:xfrm>
          <a:prstGeom prst="rect">
            <a:avLst/>
          </a:prstGeom>
          <a:solidFill>
            <a:schemeClr val="accent1"/>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9" cy="318639"/>
          </a:xfrm>
          <a:prstGeom prst="rect">
            <a:avLst/>
          </a:prstGeom>
          <a:solidFill>
            <a:srgbClr val="00C7FD"/>
          </a:solidFill>
          <a:ln w="12700">
            <a:miter lim="400000"/>
          </a:ln>
        </p:spPr>
        <p:txBody>
          <a:bodyPr lIns="25400" tIns="25400" rIns="25400" bIns="25400" anchor="ctr"/>
          <a:lstStyle/>
          <a:p>
            <a:pPr algn="ctr" defTabSz="41274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3" y="2122318"/>
            <a:ext cx="174319" cy="174319"/>
          </a:xfrm>
          <a:prstGeom prst="rect">
            <a:avLst/>
          </a:prstGeom>
          <a:solidFill>
            <a:srgbClr val="7BDEFF"/>
          </a:solidFill>
          <a:ln w="12700">
            <a:miter lim="400000"/>
          </a:ln>
        </p:spPr>
        <p:txBody>
          <a:bodyPr lIns="25400" tIns="25400" rIns="25400" bIns="2540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5" y="2023076"/>
            <a:ext cx="98724" cy="98723"/>
          </a:xfrm>
          <a:prstGeom prst="rect">
            <a:avLst/>
          </a:prstGeom>
          <a:solidFill>
            <a:srgbClr val="B4F0FF"/>
          </a:solidFill>
          <a:ln w="12700">
            <a:miter lim="400000"/>
          </a:ln>
        </p:spPr>
        <p:txBody>
          <a:bodyPr lIns="25400" tIns="25400" rIns="25400" bIns="2540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5" y="402559"/>
            <a:ext cx="5927511" cy="6003471"/>
          </a:xfrm>
          <a:prstGeom prst="rect">
            <a:avLst/>
          </a:prstGeom>
          <a:solidFill>
            <a:schemeClr val="accent1"/>
          </a:solidFill>
          <a:ln w="12700">
            <a:miter lim="400000"/>
          </a:ln>
        </p:spPr>
        <p:txBody>
          <a:bodyPr lIns="0" tIns="0" rIns="0" bIns="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9"/>
            <a:ext cx="491251"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p:nvSpPr>
        <p:spPr>
          <a:xfrm>
            <a:off x="11881865" y="6268222"/>
            <a:ext cx="207819" cy="4641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90000"/>
              </a:lnSpc>
              <a:spcBef>
                <a:spcPts val="2251"/>
              </a:spcBef>
              <a:spcAft>
                <a:spcPts val="0"/>
              </a:spcAft>
              <a:buClrTx/>
              <a:buSzTx/>
              <a:buFontTx/>
              <a:buNone/>
              <a:tabLst/>
            </a:pPr>
            <a:fld id="{302FE90D-A879-0D42-B0CA-7E5C0D197FB5}" type="slidenum">
              <a:rPr kumimoji="0" lang="en-US" sz="851"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39" rtl="0" fontAlgn="auto" latinLnBrk="0" hangingPunct="0">
                <a:lnSpc>
                  <a:spcPct val="90000"/>
                </a:lnSpc>
                <a:spcBef>
                  <a:spcPts val="2251"/>
                </a:spcBef>
                <a:spcAft>
                  <a:spcPts val="0"/>
                </a:spcAft>
                <a:buClrTx/>
                <a:buSzTx/>
                <a:buFontTx/>
                <a:buNone/>
                <a:tabLst/>
              </a:pPr>
              <a:t>‹#›</a:t>
            </a:fld>
            <a:endParaRPr kumimoji="0" lang="en-US" sz="851"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1" y="1974850"/>
            <a:ext cx="4852988" cy="370363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p:nvSpPr>
        <p:spPr>
          <a:xfrm>
            <a:off x="5503531" y="6562505"/>
            <a:ext cx="1184940" cy="246221"/>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p:nvSpPr>
        <p:spPr>
          <a:xfrm>
            <a:off x="483011" y="6562505"/>
            <a:ext cx="1766830" cy="246221"/>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1" y="740229"/>
            <a:ext cx="4865211" cy="1078147"/>
          </a:xfrm>
        </p:spPr>
        <p:txBody>
          <a:bodyPr anchor="b" anchorCtr="0">
            <a:normAutofit/>
          </a:bodyPr>
          <a:lstStyle>
            <a:lvl1pPr marL="0" indent="0">
              <a:buNone/>
              <a:defRPr sz="3200">
                <a:solidFill>
                  <a:schemeClr val="bg1"/>
                </a:solidFill>
                <a:latin typeface="+mn-lt"/>
              </a:defRPr>
            </a:lvl1pPr>
            <a:lvl2pPr marL="228594" indent="0">
              <a:buNone/>
              <a:defRPr/>
            </a:lvl2pPr>
          </a:lstStyle>
          <a:p>
            <a:pPr lvl="0"/>
            <a:r>
              <a:rPr lang="en-US"/>
              <a:t>Click to edit Master text styles</a:t>
            </a:r>
          </a:p>
        </p:txBody>
      </p:sp>
    </p:spTree>
    <p:extLst>
      <p:ext uri="{BB962C8B-B14F-4D97-AF65-F5344CB8AC3E}">
        <p14:creationId xmlns:p14="http://schemas.microsoft.com/office/powerpoint/2010/main" val="236066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p:nvSpPr>
        <p:spPr>
          <a:xfrm>
            <a:off x="11741698" y="6405281"/>
            <a:ext cx="450068" cy="450068"/>
          </a:xfrm>
          <a:prstGeom prst="rect">
            <a:avLst/>
          </a:prstGeom>
          <a:solidFill>
            <a:schemeClr val="accent1"/>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p:nvSpPr>
        <p:spPr>
          <a:xfrm>
            <a:off x="5814185" y="402559"/>
            <a:ext cx="5927511" cy="6003471"/>
          </a:xfrm>
          <a:prstGeom prst="rect">
            <a:avLst/>
          </a:prstGeom>
          <a:solidFill>
            <a:schemeClr val="accent1"/>
          </a:solidFill>
          <a:ln w="12700">
            <a:miter lim="400000"/>
          </a:ln>
        </p:spPr>
        <p:txBody>
          <a:bodyPr lIns="0" tIns="0" rIns="0" bIns="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4" y="2295859"/>
            <a:ext cx="318639" cy="318639"/>
          </a:xfrm>
          <a:prstGeom prst="rect">
            <a:avLst/>
          </a:prstGeom>
          <a:solidFill>
            <a:srgbClr val="D9692F"/>
          </a:solidFill>
          <a:ln w="12700">
            <a:miter lim="400000"/>
          </a:ln>
        </p:spPr>
        <p:txBody>
          <a:bodyPr lIns="25400" tIns="25400" rIns="25400" bIns="25400" anchor="ctr"/>
          <a:lstStyle/>
          <a:p>
            <a:pPr algn="ctr" defTabSz="41274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8"/>
            <a:ext cx="174319" cy="174319"/>
          </a:xfrm>
          <a:prstGeom prst="rect">
            <a:avLst/>
          </a:prstGeom>
          <a:solidFill>
            <a:srgbClr val="F6CB4B"/>
          </a:solidFill>
          <a:ln w="12700">
            <a:miter lim="400000"/>
          </a:ln>
        </p:spPr>
        <p:txBody>
          <a:bodyPr lIns="25400" tIns="25400" rIns="25400" bIns="2540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4" y="2023076"/>
            <a:ext cx="98724" cy="98723"/>
          </a:xfrm>
          <a:prstGeom prst="rect">
            <a:avLst/>
          </a:prstGeom>
          <a:solidFill>
            <a:srgbClr val="D9692F"/>
          </a:solidFill>
          <a:ln w="12700">
            <a:miter lim="400000"/>
          </a:ln>
        </p:spPr>
        <p:txBody>
          <a:bodyPr lIns="25400" tIns="25400" rIns="25400" bIns="2540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9"/>
            <a:ext cx="491251"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p:nvSpPr>
        <p:spPr>
          <a:xfrm>
            <a:off x="11881865" y="6268222"/>
            <a:ext cx="207819" cy="4641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90000"/>
              </a:lnSpc>
              <a:spcBef>
                <a:spcPts val="2251"/>
              </a:spcBef>
              <a:spcAft>
                <a:spcPts val="0"/>
              </a:spcAft>
              <a:buClrTx/>
              <a:buSzTx/>
              <a:buFontTx/>
              <a:buNone/>
              <a:tabLst/>
            </a:pPr>
            <a:fld id="{302FE90D-A879-0D42-B0CA-7E5C0D197FB5}" type="slidenum">
              <a:rPr kumimoji="0" lang="en-US" sz="851"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39" rtl="0" fontAlgn="auto" latinLnBrk="0" hangingPunct="0">
                <a:lnSpc>
                  <a:spcPct val="90000"/>
                </a:lnSpc>
                <a:spcBef>
                  <a:spcPts val="2251"/>
                </a:spcBef>
                <a:spcAft>
                  <a:spcPts val="0"/>
                </a:spcAft>
                <a:buClrTx/>
                <a:buSzTx/>
                <a:buFontTx/>
                <a:buNone/>
                <a:tabLst/>
              </a:pPr>
              <a:t>‹#›</a:t>
            </a:fld>
            <a:endParaRPr kumimoji="0" lang="en-US" sz="851"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1" y="1974850"/>
            <a:ext cx="4852988" cy="370363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p:nvSpPr>
        <p:spPr>
          <a:xfrm>
            <a:off x="5503531" y="6562505"/>
            <a:ext cx="1184940" cy="246221"/>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p:nvSpPr>
        <p:spPr>
          <a:xfrm>
            <a:off x="483011" y="6562505"/>
            <a:ext cx="1766830" cy="246221"/>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1" y="740229"/>
            <a:ext cx="4865211" cy="1078147"/>
          </a:xfrm>
        </p:spPr>
        <p:txBody>
          <a:bodyPr anchor="b" anchorCtr="0">
            <a:normAutofit/>
          </a:bodyPr>
          <a:lstStyle>
            <a:lvl1pPr marL="0" indent="0">
              <a:buNone/>
              <a:defRPr sz="3200">
                <a:solidFill>
                  <a:schemeClr val="bg1"/>
                </a:solidFill>
                <a:latin typeface="+mn-lt"/>
              </a:defRPr>
            </a:lvl1pPr>
            <a:lvl2pPr marL="228594" indent="0">
              <a:buNone/>
              <a:defRPr/>
            </a:lvl2pPr>
          </a:lstStyle>
          <a:p>
            <a:pPr lvl="0"/>
            <a:r>
              <a:rPr lang="en-US"/>
              <a:t>Click to edit Master text styles</a:t>
            </a:r>
          </a:p>
        </p:txBody>
      </p:sp>
    </p:spTree>
    <p:extLst>
      <p:ext uri="{BB962C8B-B14F-4D97-AF65-F5344CB8AC3E}">
        <p14:creationId xmlns:p14="http://schemas.microsoft.com/office/powerpoint/2010/main" val="356653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p:nvSpPr>
        <p:spPr>
          <a:xfrm>
            <a:off x="11741698" y="6405281"/>
            <a:ext cx="450068" cy="450068"/>
          </a:xfrm>
          <a:prstGeom prst="rect">
            <a:avLst/>
          </a:prstGeom>
          <a:solidFill>
            <a:schemeClr val="accent2">
              <a:lumMod val="75000"/>
            </a:schemeClr>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p:nvSpPr>
        <p:spPr>
          <a:xfrm>
            <a:off x="5814185" y="402559"/>
            <a:ext cx="5927511" cy="6003471"/>
          </a:xfrm>
          <a:prstGeom prst="rect">
            <a:avLst/>
          </a:prstGeom>
          <a:solidFill>
            <a:schemeClr val="accent2">
              <a:lumMod val="75000"/>
            </a:schemeClr>
          </a:solidFill>
          <a:ln w="12700">
            <a:miter lim="400000"/>
          </a:ln>
        </p:spPr>
        <p:txBody>
          <a:bodyPr lIns="0" tIns="0" rIns="0" bIns="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9"/>
            <a:ext cx="491251" cy="190501"/>
          </a:xfrm>
          <a:prstGeom prst="rect">
            <a:avLst/>
          </a:prstGeom>
          <a:ln w="12700">
            <a:miter lim="400000"/>
          </a:ln>
        </p:spPr>
      </p:pic>
      <p:sp>
        <p:nvSpPr>
          <p:cNvPr id="866" name="Text"/>
          <p:cNvSpPr txBox="1"/>
          <p:nvPr/>
        </p:nvSpPr>
        <p:spPr>
          <a:xfrm>
            <a:off x="11942957" y="6538004"/>
            <a:ext cx="51361" cy="189796"/>
          </a:xfrm>
          <a:prstGeom prst="rect">
            <a:avLst/>
          </a:prstGeom>
          <a:ln w="12700">
            <a:miter lim="400000"/>
          </a:ln>
        </p:spPr>
        <p:txBody>
          <a:bodyPr wrap="none" lIns="25400" tIns="25400" rIns="25400" bIns="25400" anchor="b">
            <a:spAutoFit/>
          </a:bodyPr>
          <a:lstStyle/>
          <a:p>
            <a:pPr algn="ctr" defTabSz="292093">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p:nvSpPr>
        <p:spPr>
          <a:xfrm>
            <a:off x="11881865" y="6268222"/>
            <a:ext cx="207819" cy="4641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90000"/>
              </a:lnSpc>
              <a:spcBef>
                <a:spcPts val="2251"/>
              </a:spcBef>
              <a:spcAft>
                <a:spcPts val="0"/>
              </a:spcAft>
              <a:buClrTx/>
              <a:buSzTx/>
              <a:buFontTx/>
              <a:buNone/>
              <a:tabLst/>
            </a:pPr>
            <a:fld id="{302FE90D-A879-0D42-B0CA-7E5C0D197FB5}" type="slidenum">
              <a:rPr kumimoji="0" lang="en-US" sz="851"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39" rtl="0" fontAlgn="auto" latinLnBrk="0" hangingPunct="0">
                <a:lnSpc>
                  <a:spcPct val="90000"/>
                </a:lnSpc>
                <a:spcBef>
                  <a:spcPts val="2251"/>
                </a:spcBef>
                <a:spcAft>
                  <a:spcPts val="0"/>
                </a:spcAft>
                <a:buClrTx/>
                <a:buSzTx/>
                <a:buFontTx/>
                <a:buNone/>
                <a:tabLst/>
              </a:pPr>
              <a:t>‹#›</a:t>
            </a:fld>
            <a:endParaRPr kumimoji="0" lang="en-US" sz="851"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p:nvSpPr>
        <p:spPr>
          <a:xfrm>
            <a:off x="707514" y="2295859"/>
            <a:ext cx="318639" cy="318639"/>
          </a:xfrm>
          <a:prstGeom prst="rect">
            <a:avLst/>
          </a:prstGeom>
          <a:solidFill>
            <a:srgbClr val="004A86"/>
          </a:solidFill>
          <a:ln w="12700">
            <a:miter lim="400000"/>
          </a:ln>
        </p:spPr>
        <p:txBody>
          <a:bodyPr lIns="25400" tIns="25400" rIns="25400" bIns="25400" anchor="ctr"/>
          <a:lstStyle/>
          <a:p>
            <a:pPr algn="ctr" defTabSz="41274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p:nvSpPr>
        <p:spPr>
          <a:xfrm>
            <a:off x="533946" y="2122318"/>
            <a:ext cx="174319" cy="174319"/>
          </a:xfrm>
          <a:prstGeom prst="rect">
            <a:avLst/>
          </a:prstGeom>
          <a:solidFill>
            <a:srgbClr val="7BDEFF"/>
          </a:solidFill>
          <a:ln w="12700">
            <a:miter lim="400000"/>
          </a:ln>
        </p:spPr>
        <p:txBody>
          <a:bodyPr lIns="25400" tIns="25400" rIns="25400" bIns="2540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p:nvSpPr>
        <p:spPr>
          <a:xfrm>
            <a:off x="707514" y="2023076"/>
            <a:ext cx="98724" cy="98723"/>
          </a:xfrm>
          <a:prstGeom prst="rect">
            <a:avLst/>
          </a:prstGeom>
          <a:solidFill>
            <a:srgbClr val="B4F0FF"/>
          </a:solidFill>
          <a:ln w="12700">
            <a:miter lim="400000"/>
          </a:ln>
        </p:spPr>
        <p:txBody>
          <a:bodyPr lIns="25400" tIns="25400" rIns="25400" bIns="2540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1" y="1974850"/>
            <a:ext cx="4852988" cy="370363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p:nvSpPr>
        <p:spPr>
          <a:xfrm>
            <a:off x="5503531" y="6562505"/>
            <a:ext cx="1184940" cy="246221"/>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p:nvSpPr>
        <p:spPr>
          <a:xfrm>
            <a:off x="483011" y="6562505"/>
            <a:ext cx="1592103" cy="246221"/>
          </a:xfrm>
          <a:prstGeom prst="rect">
            <a:avLst/>
          </a:prstGeom>
        </p:spPr>
        <p:txBody>
          <a:bodyPr wrap="none">
            <a:spAutoFit/>
          </a:bodyPr>
          <a:lstStyle/>
          <a:p>
            <a:pPr algn="l"/>
            <a:r>
              <a:rPr lang="en-US" sz="1000">
                <a:solidFill>
                  <a:schemeClr val="bg1"/>
                </a:solidFill>
              </a:rPr>
              <a:t>Client Computing Group</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1" y="740229"/>
            <a:ext cx="4865211" cy="1078147"/>
          </a:xfrm>
        </p:spPr>
        <p:txBody>
          <a:bodyPr anchor="b" anchorCtr="0">
            <a:normAutofit/>
          </a:bodyPr>
          <a:lstStyle>
            <a:lvl1pPr marL="0" indent="0">
              <a:buNone/>
              <a:defRPr sz="3200">
                <a:solidFill>
                  <a:schemeClr val="bg1"/>
                </a:solidFill>
                <a:latin typeface="+mn-lt"/>
              </a:defRPr>
            </a:lvl1pPr>
            <a:lvl2pPr marL="228594" indent="0">
              <a:buNone/>
              <a:defRPr/>
            </a:lvl2pPr>
          </a:lstStyle>
          <a:p>
            <a:pPr lvl="0"/>
            <a:r>
              <a:rPr lang="en-US"/>
              <a:t>Click to edit Master text styles</a:t>
            </a:r>
          </a:p>
        </p:txBody>
      </p:sp>
    </p:spTree>
    <p:extLst>
      <p:ext uri="{BB962C8B-B14F-4D97-AF65-F5344CB8AC3E}">
        <p14:creationId xmlns:p14="http://schemas.microsoft.com/office/powerpoint/2010/main" val="204016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p:nvSpPr>
        <p:spPr>
          <a:xfrm>
            <a:off x="11741698" y="6405281"/>
            <a:ext cx="450068" cy="450068"/>
          </a:xfrm>
          <a:prstGeom prst="rect">
            <a:avLst/>
          </a:prstGeom>
          <a:solidFill>
            <a:schemeClr val="bg1"/>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p:nvSpPr>
        <p:spPr>
          <a:xfrm>
            <a:off x="5814185" y="402559"/>
            <a:ext cx="5927511" cy="6003471"/>
          </a:xfrm>
          <a:prstGeom prst="rect">
            <a:avLst/>
          </a:prstGeom>
          <a:solidFill>
            <a:schemeClr val="bg1"/>
          </a:solidFill>
          <a:ln w="12700">
            <a:miter lim="400000"/>
          </a:ln>
        </p:spPr>
        <p:txBody>
          <a:bodyPr lIns="0" tIns="0" rIns="0" bIns="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4" y="401866"/>
            <a:ext cx="5927511" cy="6003471"/>
          </a:xfrm>
          <a:prstGeom prst="rect">
            <a:avLst/>
          </a:prstGeom>
          <a:solidFill>
            <a:srgbClr val="FFFFFF"/>
          </a:solidFill>
          <a:ln w="12700">
            <a:miter lim="400000"/>
          </a:ln>
        </p:spPr>
        <p:txBody>
          <a:bodyPr lIns="25400" tIns="25400" rIns="25400" bIns="2540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solidFill>
                <a:srgbClr val="002060"/>
              </a:solidFill>
            </a:endParaRPr>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1" y="1974850"/>
            <a:ext cx="4852988" cy="3703639"/>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rgbClr val="002060"/>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1" y="740229"/>
            <a:ext cx="4865211" cy="1078147"/>
          </a:xfrm>
        </p:spPr>
        <p:txBody>
          <a:bodyPr anchor="b" anchorCtr="0">
            <a:normAutofit/>
          </a:bodyPr>
          <a:lstStyle>
            <a:lvl1pPr marL="0" indent="0">
              <a:buNone/>
              <a:defRPr sz="3200">
                <a:solidFill>
                  <a:schemeClr val="bg2"/>
                </a:solidFill>
                <a:latin typeface="+mn-lt"/>
              </a:defRPr>
            </a:lvl1pPr>
            <a:lvl2pPr marL="228594"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p:nvSpPr>
        <p:spPr>
          <a:xfrm>
            <a:off x="11908635" y="6579174"/>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27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27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229341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1" y="1974850"/>
            <a:ext cx="4852988" cy="370363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1" y="740229"/>
            <a:ext cx="4865211" cy="1078147"/>
          </a:xfrm>
        </p:spPr>
        <p:txBody>
          <a:bodyPr anchor="b" anchorCtr="0">
            <a:normAutofit/>
          </a:bodyPr>
          <a:lstStyle>
            <a:lvl1pPr marL="0" indent="0">
              <a:buNone/>
              <a:defRPr sz="3200">
                <a:solidFill>
                  <a:schemeClr val="bg1"/>
                </a:solidFill>
                <a:latin typeface="+mn-lt"/>
              </a:defRPr>
            </a:lvl1pPr>
            <a:lvl2pPr marL="228594"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p:nvSpPr>
        <p:spPr>
          <a:xfrm>
            <a:off x="1" y="6335211"/>
            <a:ext cx="11736987" cy="595035"/>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p:nvSpPr>
        <p:spPr>
          <a:xfrm>
            <a:off x="11741698" y="6407186"/>
            <a:ext cx="450068" cy="450068"/>
          </a:xfrm>
          <a:prstGeom prst="rect">
            <a:avLst/>
          </a:prstGeom>
          <a:solidFill>
            <a:schemeClr val="accent1">
              <a:alpha val="50000"/>
            </a:schemeClr>
          </a:solidFill>
          <a:ln w="12700">
            <a:miter lim="400000"/>
          </a:ln>
        </p:spPr>
        <p:txBody>
          <a:bodyPr lIns="0" tIns="0" rIns="0" bIns="0" anchor="ctr"/>
          <a:lstStyle/>
          <a:p>
            <a:pPr defTabSz="41274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p:nvSpPr>
        <p:spPr>
          <a:xfrm>
            <a:off x="11881865" y="6268222"/>
            <a:ext cx="207819" cy="4641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90000"/>
              </a:lnSpc>
              <a:spcBef>
                <a:spcPts val="2251"/>
              </a:spcBef>
              <a:spcAft>
                <a:spcPts val="0"/>
              </a:spcAft>
              <a:buClrTx/>
              <a:buSzTx/>
              <a:buFontTx/>
              <a:buNone/>
              <a:tabLst/>
            </a:pPr>
            <a:fld id="{302FE90D-A879-0D42-B0CA-7E5C0D197FB5}" type="slidenum">
              <a:rPr kumimoji="0" lang="en-US" sz="851"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39" rtl="0" fontAlgn="auto" latinLnBrk="0" hangingPunct="0">
                <a:lnSpc>
                  <a:spcPct val="90000"/>
                </a:lnSpc>
                <a:spcBef>
                  <a:spcPts val="2251"/>
                </a:spcBef>
                <a:spcAft>
                  <a:spcPts val="0"/>
                </a:spcAft>
                <a:buClrTx/>
                <a:buSzTx/>
                <a:buFontTx/>
                <a:buNone/>
                <a:tabLst/>
              </a:pPr>
              <a:t>‹#›</a:t>
            </a:fld>
            <a:endParaRPr kumimoji="0" lang="en-US" sz="851"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p:nvPicPr>
        <p:blipFill>
          <a:blip r:embed="rId2"/>
          <a:stretch>
            <a:fillRect/>
          </a:stretch>
        </p:blipFill>
        <p:spPr>
          <a:xfrm>
            <a:off x="11151433" y="6543019"/>
            <a:ext cx="491251"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p:nvSpPr>
        <p:spPr>
          <a:xfrm>
            <a:off x="5503531" y="6562505"/>
            <a:ext cx="1184940" cy="246221"/>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p:nvSpPr>
        <p:spPr>
          <a:xfrm>
            <a:off x="483011" y="6562505"/>
            <a:ext cx="1766830" cy="246221"/>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p:nvSpPr>
        <p:spPr>
          <a:xfrm rot="5400000">
            <a:off x="8758537" y="2906213"/>
            <a:ext cx="6407451" cy="595035"/>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307471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1" y="1974850"/>
            <a:ext cx="4852988" cy="370363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1" y="740229"/>
            <a:ext cx="4865211" cy="1078147"/>
          </a:xfrm>
        </p:spPr>
        <p:txBody>
          <a:bodyPr anchor="b" anchorCtr="0">
            <a:normAutofit/>
          </a:bodyPr>
          <a:lstStyle>
            <a:lvl1pPr marL="0" indent="0">
              <a:buNone/>
              <a:defRPr sz="3200">
                <a:solidFill>
                  <a:schemeClr val="bg1"/>
                </a:solidFill>
                <a:latin typeface="+mn-lt"/>
              </a:defRPr>
            </a:lvl1pPr>
            <a:lvl2pPr marL="228594"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p:nvSpPr>
        <p:spPr>
          <a:xfrm>
            <a:off x="1" y="6335211"/>
            <a:ext cx="11736987" cy="595035"/>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p:nvSpPr>
        <p:spPr>
          <a:xfrm>
            <a:off x="11881865" y="6268222"/>
            <a:ext cx="207819" cy="4641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90000"/>
              </a:lnSpc>
              <a:spcBef>
                <a:spcPts val="2251"/>
              </a:spcBef>
              <a:spcAft>
                <a:spcPts val="0"/>
              </a:spcAft>
              <a:buClrTx/>
              <a:buSzTx/>
              <a:buFontTx/>
              <a:buNone/>
              <a:tabLst/>
            </a:pPr>
            <a:fld id="{302FE90D-A879-0D42-B0CA-7E5C0D197FB5}" type="slidenum">
              <a:rPr kumimoji="0" lang="en-US" sz="851"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39" rtl="0" fontAlgn="auto" latinLnBrk="0" hangingPunct="0">
                <a:lnSpc>
                  <a:spcPct val="90000"/>
                </a:lnSpc>
                <a:spcBef>
                  <a:spcPts val="2251"/>
                </a:spcBef>
                <a:spcAft>
                  <a:spcPts val="0"/>
                </a:spcAft>
                <a:buClrTx/>
                <a:buSzTx/>
                <a:buFontTx/>
                <a:buNone/>
                <a:tabLst/>
              </a:pPr>
              <a:t>‹#›</a:t>
            </a:fld>
            <a:endParaRPr kumimoji="0" lang="en-US" sz="851"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p:nvPicPr>
        <p:blipFill>
          <a:blip r:embed="rId2"/>
          <a:stretch>
            <a:fillRect/>
          </a:stretch>
        </p:blipFill>
        <p:spPr>
          <a:xfrm>
            <a:off x="11151433" y="6543019"/>
            <a:ext cx="491251"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p:nvSpPr>
        <p:spPr>
          <a:xfrm>
            <a:off x="5503531" y="6562505"/>
            <a:ext cx="1184940" cy="246221"/>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p:nvSpPr>
        <p:spPr>
          <a:xfrm>
            <a:off x="483011" y="6562505"/>
            <a:ext cx="1766830" cy="246221"/>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p:nvSpPr>
        <p:spPr>
          <a:xfrm rot="5400000">
            <a:off x="8758537" y="2906213"/>
            <a:ext cx="6407451" cy="595035"/>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29675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p:extLst>
              <p:ext uri="{D42A27DB-BD31-4B8C-83A1-F6EECF244321}">
                <p14:modId xmlns:p14="http://schemas.microsoft.com/office/powerpoint/2010/main" val="1334574079"/>
              </p:ext>
            </p:extLst>
          </p:nvPr>
        </p:nvGraphicFramePr>
        <p:xfrm>
          <a:off x="7201594"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7"/>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p:nvSpPr>
        <p:spPr>
          <a:xfrm>
            <a:off x="1" y="-72240"/>
            <a:ext cx="11736987" cy="595035"/>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p:nvSpPr>
        <p:spPr>
          <a:xfrm rot="5400000">
            <a:off x="-2978451" y="2906213"/>
            <a:ext cx="6407451" cy="595035"/>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32103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p:nvSpPr>
        <p:spPr>
          <a:xfrm>
            <a:off x="471054" y="464127"/>
            <a:ext cx="11272495" cy="5944839"/>
          </a:xfrm>
          <a:prstGeom prst="rect">
            <a:avLst/>
          </a:prstGeom>
          <a:solidFill>
            <a:schemeClr val="accent1"/>
          </a:solidFill>
          <a:ln w="12700">
            <a:miter lim="400000"/>
          </a:ln>
        </p:spPr>
        <p:txBody>
          <a:bodyPr lIns="25400" tIns="25400" rIns="25400" bIns="2540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9" cy="452720"/>
          </a:xfrm>
          <a:prstGeom prst="rect">
            <a:avLst/>
          </a:prstGeom>
          <a:solidFill>
            <a:schemeClr val="accent1"/>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9"/>
            <a:ext cx="491251" cy="190501"/>
          </a:xfrm>
          <a:prstGeom prst="rect">
            <a:avLst/>
          </a:prstGeom>
          <a:ln w="12700">
            <a:miter lim="400000"/>
          </a:ln>
        </p:spPr>
      </p:pic>
      <p:sp>
        <p:nvSpPr>
          <p:cNvPr id="866" name="Text"/>
          <p:cNvSpPr txBox="1"/>
          <p:nvPr/>
        </p:nvSpPr>
        <p:spPr>
          <a:xfrm>
            <a:off x="11942957" y="6538004"/>
            <a:ext cx="51361" cy="189796"/>
          </a:xfrm>
          <a:prstGeom prst="rect">
            <a:avLst/>
          </a:prstGeom>
          <a:ln w="12700">
            <a:miter lim="400000"/>
          </a:ln>
        </p:spPr>
        <p:txBody>
          <a:bodyPr wrap="none" lIns="25400" tIns="25400" rIns="25400" bIns="25400" anchor="b">
            <a:spAutoFit/>
          </a:bodyPr>
          <a:lstStyle/>
          <a:p>
            <a:pPr algn="ctr" defTabSz="292093">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p:nvSpPr>
        <p:spPr>
          <a:xfrm>
            <a:off x="11881865" y="6268222"/>
            <a:ext cx="207819" cy="4641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90000"/>
              </a:lnSpc>
              <a:spcBef>
                <a:spcPts val="2251"/>
              </a:spcBef>
              <a:spcAft>
                <a:spcPts val="0"/>
              </a:spcAft>
              <a:buClrTx/>
              <a:buSzTx/>
              <a:buFontTx/>
              <a:buNone/>
              <a:tabLst/>
            </a:pPr>
            <a:fld id="{302FE90D-A879-0D42-B0CA-7E5C0D197FB5}" type="slidenum">
              <a:rPr kumimoji="0" lang="en-US" sz="851"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39" rtl="0" fontAlgn="auto" latinLnBrk="0" hangingPunct="0">
                <a:lnSpc>
                  <a:spcPct val="90000"/>
                </a:lnSpc>
                <a:spcBef>
                  <a:spcPts val="2251"/>
                </a:spcBef>
                <a:spcAft>
                  <a:spcPts val="0"/>
                </a:spcAft>
                <a:buClrTx/>
                <a:buSzTx/>
                <a:buFontTx/>
                <a:buNone/>
                <a:tabLst/>
              </a:pPr>
              <a:t>‹#›</a:t>
            </a:fld>
            <a:endParaRPr kumimoji="0" lang="en-US" sz="851"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p:nvSpPr>
        <p:spPr>
          <a:xfrm>
            <a:off x="5503531" y="6562505"/>
            <a:ext cx="1184940" cy="246221"/>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F6E1F1A6-2FDF-4676-B713-F9746DD3A821}"/>
              </a:ext>
            </a:extLst>
          </p:cNvPr>
          <p:cNvSpPr/>
          <p:nvPr/>
        </p:nvSpPr>
        <p:spPr>
          <a:xfrm>
            <a:off x="483011" y="6562505"/>
            <a:ext cx="1766830" cy="246221"/>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7"/>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82118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p:nvSpPr>
        <p:spPr>
          <a:xfrm>
            <a:off x="471054" y="464127"/>
            <a:ext cx="11272495" cy="5944839"/>
          </a:xfrm>
          <a:prstGeom prst="rect">
            <a:avLst/>
          </a:prstGeom>
          <a:solidFill>
            <a:schemeClr val="accent2">
              <a:lumMod val="75000"/>
            </a:schemeClr>
          </a:solidFill>
          <a:ln w="12700">
            <a:miter lim="400000"/>
          </a:ln>
        </p:spPr>
        <p:txBody>
          <a:bodyPr lIns="25400" tIns="25400" rIns="25400" bIns="25400" anchor="ctr"/>
          <a:lstStyle/>
          <a:p>
            <a:pPr algn="ctr" defTabSz="41274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9" cy="452720"/>
          </a:xfrm>
          <a:prstGeom prst="rect">
            <a:avLst/>
          </a:prstGeom>
          <a:solidFill>
            <a:schemeClr val="accent2">
              <a:lumMod val="75000"/>
            </a:schemeClr>
          </a:solidFill>
          <a:ln w="12700">
            <a:miter lim="400000"/>
          </a:ln>
        </p:spPr>
        <p:txBody>
          <a:bodyPr lIns="0" tIns="0" rIns="0" bIns="0" anchor="ctr"/>
          <a:lstStyle/>
          <a:p>
            <a:pPr algn="ctr" defTabSz="41274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9"/>
            <a:ext cx="491251" cy="190501"/>
          </a:xfrm>
          <a:prstGeom prst="rect">
            <a:avLst/>
          </a:prstGeom>
          <a:ln w="12700">
            <a:miter lim="400000"/>
          </a:ln>
        </p:spPr>
      </p:pic>
      <p:sp>
        <p:nvSpPr>
          <p:cNvPr id="866" name="Text"/>
          <p:cNvSpPr txBox="1"/>
          <p:nvPr/>
        </p:nvSpPr>
        <p:spPr>
          <a:xfrm>
            <a:off x="11942957" y="6538004"/>
            <a:ext cx="51361" cy="189796"/>
          </a:xfrm>
          <a:prstGeom prst="rect">
            <a:avLst/>
          </a:prstGeom>
          <a:ln w="12700">
            <a:miter lim="400000"/>
          </a:ln>
        </p:spPr>
        <p:txBody>
          <a:bodyPr wrap="none" lIns="25400" tIns="25400" rIns="25400" bIns="25400" anchor="b">
            <a:spAutoFit/>
          </a:bodyPr>
          <a:lstStyle/>
          <a:p>
            <a:pPr algn="ctr" defTabSz="292093">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p:nvSpPr>
        <p:spPr>
          <a:xfrm>
            <a:off x="11881865" y="6268222"/>
            <a:ext cx="207819" cy="4641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90000"/>
              </a:lnSpc>
              <a:spcBef>
                <a:spcPts val="2251"/>
              </a:spcBef>
              <a:spcAft>
                <a:spcPts val="0"/>
              </a:spcAft>
              <a:buClrTx/>
              <a:buSzTx/>
              <a:buFontTx/>
              <a:buNone/>
              <a:tabLst/>
            </a:pPr>
            <a:fld id="{302FE90D-A879-0D42-B0CA-7E5C0D197FB5}" type="slidenum">
              <a:rPr kumimoji="0" lang="en-US" sz="851"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39" rtl="0" fontAlgn="auto" latinLnBrk="0" hangingPunct="0">
                <a:lnSpc>
                  <a:spcPct val="90000"/>
                </a:lnSpc>
                <a:spcBef>
                  <a:spcPts val="2251"/>
                </a:spcBef>
                <a:spcAft>
                  <a:spcPts val="0"/>
                </a:spcAft>
                <a:buClrTx/>
                <a:buSzTx/>
                <a:buFontTx/>
                <a:buNone/>
                <a:tabLst/>
              </a:pPr>
              <a:t>‹#›</a:t>
            </a:fld>
            <a:endParaRPr kumimoji="0" lang="en-US" sz="851"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p:nvSpPr>
        <p:spPr>
          <a:xfrm>
            <a:off x="5503531" y="6562505"/>
            <a:ext cx="1184940" cy="246221"/>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p:nvSpPr>
        <p:spPr>
          <a:xfrm>
            <a:off x="483011" y="6562505"/>
            <a:ext cx="1766830" cy="246221"/>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7"/>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2874717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99950"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p:nvSpPr>
        <p:spPr>
          <a:xfrm>
            <a:off x="11870982" y="6210917"/>
            <a:ext cx="321017" cy="4940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39" rtl="0" fontAlgn="auto" latinLnBrk="0" hangingPunct="0">
              <a:lnSpc>
                <a:spcPct val="90000"/>
              </a:lnSpc>
              <a:spcBef>
                <a:spcPts val="2251"/>
              </a:spcBef>
              <a:spcAft>
                <a:spcPts val="0"/>
              </a:spcAft>
              <a:buClrTx/>
              <a:buSzTx/>
              <a:buFontTx/>
              <a:buNone/>
              <a:tabLst/>
            </a:pPr>
            <a:fld id="{302FE90D-A879-0D42-B0CA-7E5C0D197FB5}" type="slidenum">
              <a:rPr kumimoji="0" lang="en-US" sz="1067"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39" rtl="0" fontAlgn="auto" latinLnBrk="0" hangingPunct="0">
                <a:lnSpc>
                  <a:spcPct val="90000"/>
                </a:lnSpc>
                <a:spcBef>
                  <a:spcPts val="2251"/>
                </a:spcBef>
                <a:spcAft>
                  <a:spcPts val="0"/>
                </a:spcAft>
                <a:buClrTx/>
                <a:buSzTx/>
                <a:buFontTx/>
                <a:buNone/>
                <a:tabLst/>
              </a:pPr>
              <a:t>‹#›</a:t>
            </a:fld>
            <a:endParaRPr kumimoji="0" lang="en-US" sz="1067"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p:nvSpPr>
        <p:spPr>
          <a:xfrm>
            <a:off x="1" y="6299087"/>
            <a:ext cx="11664744" cy="595035"/>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p:nvSpPr>
        <p:spPr>
          <a:xfrm rot="5400000">
            <a:off x="8760770" y="2870091"/>
            <a:ext cx="6335205" cy="595035"/>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4152791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08573"/>
            <a:ext cx="10972800" cy="988747"/>
          </a:xfrm>
        </p:spPr>
        <p:txBody>
          <a:bodyPr>
            <a:normAutofit/>
          </a:bodyPr>
          <a:lstStyle>
            <a:lvl1pPr>
              <a:defRPr sz="3733" baseline="0"/>
            </a:lvl1pPr>
          </a:lstStyle>
          <a:p>
            <a:r>
              <a:rPr lang="en-US"/>
              <a:t>28pt Light headline</a:t>
            </a:r>
          </a:p>
        </p:txBody>
      </p:sp>
      <p:sp>
        <p:nvSpPr>
          <p:cNvPr id="5" name="Footer Placeholder 4"/>
          <p:cNvSpPr>
            <a:spLocks noGrp="1"/>
          </p:cNvSpPr>
          <p:nvPr>
            <p:ph type="ftr" sz="quarter" idx="11"/>
          </p:nvPr>
        </p:nvSpPr>
        <p:spPr>
          <a:xfrm>
            <a:off x="4165600" y="6432516"/>
            <a:ext cx="3860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9163136" y="6432516"/>
            <a:ext cx="2844800" cy="365125"/>
          </a:xfrm>
          <a:prstGeom prst="rect">
            <a:avLst/>
          </a:prstGeom>
        </p:spPr>
        <p:txBody>
          <a:bodyPr/>
          <a:lstStyle/>
          <a:p>
            <a:fld id="{EE2556C5-CE8C-6547-B838-EA80C61A4AF7}" type="slidenum">
              <a:rPr lang="en-US" smtClean="0"/>
              <a:pPr/>
              <a:t>‹#›</a:t>
            </a:fld>
            <a:endParaRPr lang="en-US"/>
          </a:p>
        </p:txBody>
      </p:sp>
      <p:sp>
        <p:nvSpPr>
          <p:cNvPr id="8" name="Text Placeholder 2"/>
          <p:cNvSpPr>
            <a:spLocks noGrp="1"/>
          </p:cNvSpPr>
          <p:nvPr>
            <p:ph idx="1"/>
          </p:nvPr>
        </p:nvSpPr>
        <p:spPr>
          <a:xfrm>
            <a:off x="607491" y="1600203"/>
            <a:ext cx="10889396" cy="462654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4041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05691"/>
            <a:ext cx="10972800" cy="988747"/>
          </a:xfrm>
        </p:spPr>
        <p:txBody>
          <a:bodyPr>
            <a:normAutofit/>
          </a:bodyPr>
          <a:lstStyle>
            <a:lvl1pPr>
              <a:defRPr sz="3733" baseline="0"/>
            </a:lvl1pPr>
          </a:lstStyle>
          <a:p>
            <a:r>
              <a:rPr lang="en-US"/>
              <a:t>28pt Light headline</a:t>
            </a:r>
          </a:p>
        </p:txBody>
      </p:sp>
      <p:sp>
        <p:nvSpPr>
          <p:cNvPr id="5" name="Footer Placeholder 4"/>
          <p:cNvSpPr>
            <a:spLocks noGrp="1"/>
          </p:cNvSpPr>
          <p:nvPr>
            <p:ph type="ftr" sz="quarter" idx="11"/>
          </p:nvPr>
        </p:nvSpPr>
        <p:spPr>
          <a:xfrm>
            <a:off x="4165600" y="6432516"/>
            <a:ext cx="3860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9163136" y="6432516"/>
            <a:ext cx="2844800" cy="365125"/>
          </a:xfrm>
          <a:prstGeom prst="rect">
            <a:avLst/>
          </a:prstGeom>
        </p:spPr>
        <p:txBody>
          <a:bodyPr/>
          <a:lstStyle/>
          <a:p>
            <a:fld id="{EE2556C5-CE8C-6547-B838-EA80C61A4AF7}" type="slidenum">
              <a:rPr lang="en-US" smtClean="0"/>
              <a:pPr/>
              <a:t>‹#›</a:t>
            </a:fld>
            <a:endParaRPr lang="en-US"/>
          </a:p>
        </p:txBody>
      </p:sp>
      <p:sp>
        <p:nvSpPr>
          <p:cNvPr id="8" name="Text Placeholder 2"/>
          <p:cNvSpPr>
            <a:spLocks noGrp="1"/>
          </p:cNvSpPr>
          <p:nvPr>
            <p:ph idx="1"/>
          </p:nvPr>
        </p:nvSpPr>
        <p:spPr>
          <a:xfrm>
            <a:off x="607491" y="1600203"/>
            <a:ext cx="10889396" cy="462654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8152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603C5BAF-62E3-4AAE-914A-16E9D4FD7CDC}"/>
              </a:ext>
            </a:extLst>
          </p:cNvPr>
          <p:cNvSpPr>
            <a:spLocks noGrp="1"/>
          </p:cNvSpPr>
          <p:nvPr>
            <p:ph sz="quarter" idx="10"/>
          </p:nvPr>
        </p:nvSpPr>
        <p:spPr>
          <a:xfrm>
            <a:off x="849313" y="2060575"/>
            <a:ext cx="4705350" cy="3201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082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1147536"/>
      </p:ext>
    </p:extLst>
  </p:cSld>
  <p:clrMapOvr>
    <a:masterClrMapping/>
  </p:clrMapOvr>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221694"/>
            <a:ext cx="10972800" cy="1199822"/>
          </a:xfrm>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p:nvPr>
        </p:nvSpPr>
        <p:spPr>
          <a:xfrm>
            <a:off x="381000" y="1487056"/>
            <a:ext cx="10972800" cy="4689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1093709"/>
      </p:ext>
    </p:extLst>
  </p:cSld>
  <p:clrMapOvr>
    <a:masterClrMapping/>
  </p:clrMapOvr>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A2328-CDD4-29F2-2631-91ACB73661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7FF2A6-63FD-CAE8-ABB7-23971AB77E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C58012-ADFF-6E1F-1A41-174EB337CDC9}"/>
              </a:ext>
            </a:extLst>
          </p:cNvPr>
          <p:cNvSpPr>
            <a:spLocks noGrp="1"/>
          </p:cNvSpPr>
          <p:nvPr>
            <p:ph type="dt" sz="half" idx="10"/>
          </p:nvPr>
        </p:nvSpPr>
        <p:spPr/>
        <p:txBody>
          <a:bodyPr/>
          <a:lstStyle/>
          <a:p>
            <a:fld id="{63126CBE-26D7-4374-8393-95E4BB9951E5}" type="datetimeFigureOut">
              <a:rPr lang="en-US" smtClean="0"/>
              <a:t>8/1/2025</a:t>
            </a:fld>
            <a:endParaRPr lang="en-US"/>
          </a:p>
        </p:txBody>
      </p:sp>
      <p:sp>
        <p:nvSpPr>
          <p:cNvPr id="5" name="Footer Placeholder 4">
            <a:extLst>
              <a:ext uri="{FF2B5EF4-FFF2-40B4-BE49-F238E27FC236}">
                <a16:creationId xmlns:a16="http://schemas.microsoft.com/office/drawing/2014/main" id="{A8DDBCA7-50E7-5CCA-4A60-AF058ABDB5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FE8999-AA1B-B733-F3E1-6E98C7999147}"/>
              </a:ext>
            </a:extLst>
          </p:cNvPr>
          <p:cNvSpPr>
            <a:spLocks noGrp="1"/>
          </p:cNvSpPr>
          <p:nvPr>
            <p:ph type="sldNum" sz="quarter" idx="12"/>
          </p:nvPr>
        </p:nvSpPr>
        <p:spPr/>
        <p:txBody>
          <a:bodyPr/>
          <a:lstStyle/>
          <a:p>
            <a:fld id="{55966A98-F5FC-467B-A9A8-EB899F2839A9}" type="slidenum">
              <a:rPr lang="en-US" smtClean="0"/>
              <a:t>‹#›</a:t>
            </a:fld>
            <a:endParaRPr lang="en-US"/>
          </a:p>
        </p:txBody>
      </p:sp>
    </p:spTree>
    <p:extLst>
      <p:ext uri="{BB962C8B-B14F-4D97-AF65-F5344CB8AC3E}">
        <p14:creationId xmlns:p14="http://schemas.microsoft.com/office/powerpoint/2010/main" val="3834962998"/>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6647D-0606-7E0D-863D-844A028C33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6214AF-9D69-F997-036E-F9FE488A35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9017D4-C8B5-7393-3A9C-AF61174EBB61}"/>
              </a:ext>
            </a:extLst>
          </p:cNvPr>
          <p:cNvSpPr>
            <a:spLocks noGrp="1"/>
          </p:cNvSpPr>
          <p:nvPr>
            <p:ph type="dt" sz="half" idx="10"/>
          </p:nvPr>
        </p:nvSpPr>
        <p:spPr/>
        <p:txBody>
          <a:bodyPr/>
          <a:lstStyle/>
          <a:p>
            <a:fld id="{63126CBE-26D7-4374-8393-95E4BB9951E5}" type="datetimeFigureOut">
              <a:rPr lang="en-US" smtClean="0"/>
              <a:t>8/1/2025</a:t>
            </a:fld>
            <a:endParaRPr lang="en-US"/>
          </a:p>
        </p:txBody>
      </p:sp>
      <p:sp>
        <p:nvSpPr>
          <p:cNvPr id="5" name="Footer Placeholder 4">
            <a:extLst>
              <a:ext uri="{FF2B5EF4-FFF2-40B4-BE49-F238E27FC236}">
                <a16:creationId xmlns:a16="http://schemas.microsoft.com/office/drawing/2014/main" id="{A3740C20-E577-777A-10EF-29C6D69234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ED6D7F-F109-7486-A546-8AC71218BB28}"/>
              </a:ext>
            </a:extLst>
          </p:cNvPr>
          <p:cNvSpPr>
            <a:spLocks noGrp="1"/>
          </p:cNvSpPr>
          <p:nvPr>
            <p:ph type="sldNum" sz="quarter" idx="12"/>
          </p:nvPr>
        </p:nvSpPr>
        <p:spPr/>
        <p:txBody>
          <a:bodyPr/>
          <a:lstStyle/>
          <a:p>
            <a:fld id="{55966A98-F5FC-467B-A9A8-EB899F2839A9}" type="slidenum">
              <a:rPr lang="en-US" smtClean="0"/>
              <a:t>‹#›</a:t>
            </a:fld>
            <a:endParaRPr lang="en-US"/>
          </a:p>
        </p:txBody>
      </p:sp>
    </p:spTree>
    <p:extLst>
      <p:ext uri="{BB962C8B-B14F-4D97-AF65-F5344CB8AC3E}">
        <p14:creationId xmlns:p14="http://schemas.microsoft.com/office/powerpoint/2010/main" val="652628049"/>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F5DA1-B80B-63AD-198A-1387A6699F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A0ED5B-14FB-5C0C-B3F9-CDD402E688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406A34-BB20-7DE9-E623-A197D4A32726}"/>
              </a:ext>
            </a:extLst>
          </p:cNvPr>
          <p:cNvSpPr>
            <a:spLocks noGrp="1"/>
          </p:cNvSpPr>
          <p:nvPr>
            <p:ph type="dt" sz="half" idx="10"/>
          </p:nvPr>
        </p:nvSpPr>
        <p:spPr/>
        <p:txBody>
          <a:bodyPr/>
          <a:lstStyle/>
          <a:p>
            <a:fld id="{63126CBE-26D7-4374-8393-95E4BB9951E5}" type="datetimeFigureOut">
              <a:rPr lang="en-US" smtClean="0"/>
              <a:t>8/1/2025</a:t>
            </a:fld>
            <a:endParaRPr lang="en-US"/>
          </a:p>
        </p:txBody>
      </p:sp>
      <p:sp>
        <p:nvSpPr>
          <p:cNvPr id="5" name="Footer Placeholder 4">
            <a:extLst>
              <a:ext uri="{FF2B5EF4-FFF2-40B4-BE49-F238E27FC236}">
                <a16:creationId xmlns:a16="http://schemas.microsoft.com/office/drawing/2014/main" id="{284A9918-7558-D351-9F47-513DE81545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F42110-6F78-C222-95CE-2D4A3B493799}"/>
              </a:ext>
            </a:extLst>
          </p:cNvPr>
          <p:cNvSpPr>
            <a:spLocks noGrp="1"/>
          </p:cNvSpPr>
          <p:nvPr>
            <p:ph type="sldNum" sz="quarter" idx="12"/>
          </p:nvPr>
        </p:nvSpPr>
        <p:spPr/>
        <p:txBody>
          <a:bodyPr/>
          <a:lstStyle/>
          <a:p>
            <a:fld id="{55966A98-F5FC-467B-A9A8-EB899F2839A9}" type="slidenum">
              <a:rPr lang="en-US" smtClean="0"/>
              <a:t>‹#›</a:t>
            </a:fld>
            <a:endParaRPr lang="en-US"/>
          </a:p>
        </p:txBody>
      </p:sp>
    </p:spTree>
    <p:extLst>
      <p:ext uri="{BB962C8B-B14F-4D97-AF65-F5344CB8AC3E}">
        <p14:creationId xmlns:p14="http://schemas.microsoft.com/office/powerpoint/2010/main" val="3366954768"/>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875D6-22F4-582C-D43F-6D037488A4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3461BF-F4B0-83A8-7B1C-2444A8F408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8C24C3-DBC6-CD1B-F330-71AD75BFC1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A912AB3-4E83-8CF6-8C0A-3F3FD120C969}"/>
              </a:ext>
            </a:extLst>
          </p:cNvPr>
          <p:cNvSpPr>
            <a:spLocks noGrp="1"/>
          </p:cNvSpPr>
          <p:nvPr>
            <p:ph type="dt" sz="half" idx="10"/>
          </p:nvPr>
        </p:nvSpPr>
        <p:spPr/>
        <p:txBody>
          <a:bodyPr/>
          <a:lstStyle/>
          <a:p>
            <a:fld id="{63126CBE-26D7-4374-8393-95E4BB9951E5}" type="datetimeFigureOut">
              <a:rPr lang="en-US" smtClean="0"/>
              <a:t>8/1/2025</a:t>
            </a:fld>
            <a:endParaRPr lang="en-US"/>
          </a:p>
        </p:txBody>
      </p:sp>
      <p:sp>
        <p:nvSpPr>
          <p:cNvPr id="6" name="Footer Placeholder 5">
            <a:extLst>
              <a:ext uri="{FF2B5EF4-FFF2-40B4-BE49-F238E27FC236}">
                <a16:creationId xmlns:a16="http://schemas.microsoft.com/office/drawing/2014/main" id="{A9612F7B-104E-8D6A-3711-2AB25D9719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CA466D-2FFE-9A40-243B-EB62D27448F0}"/>
              </a:ext>
            </a:extLst>
          </p:cNvPr>
          <p:cNvSpPr>
            <a:spLocks noGrp="1"/>
          </p:cNvSpPr>
          <p:nvPr>
            <p:ph type="sldNum" sz="quarter" idx="12"/>
          </p:nvPr>
        </p:nvSpPr>
        <p:spPr/>
        <p:txBody>
          <a:bodyPr/>
          <a:lstStyle/>
          <a:p>
            <a:fld id="{55966A98-F5FC-467B-A9A8-EB899F2839A9}" type="slidenum">
              <a:rPr lang="en-US" smtClean="0"/>
              <a:t>‹#›</a:t>
            </a:fld>
            <a:endParaRPr lang="en-US"/>
          </a:p>
        </p:txBody>
      </p:sp>
    </p:spTree>
    <p:extLst>
      <p:ext uri="{BB962C8B-B14F-4D97-AF65-F5344CB8AC3E}">
        <p14:creationId xmlns:p14="http://schemas.microsoft.com/office/powerpoint/2010/main" val="704452989"/>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C59D2-645E-CC74-DB32-8D140E93D0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BEE5C9-257C-2017-CB1E-AFE3B0D10B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F57DC6-363F-989E-2BB6-8DD91A3B18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29B9C3-3BDE-3EC8-25BD-813E4DA610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ECCFF-E196-2B0D-D581-7DC65C2BC5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42C06A-602D-C76A-EAFC-539AB0F032E7}"/>
              </a:ext>
            </a:extLst>
          </p:cNvPr>
          <p:cNvSpPr>
            <a:spLocks noGrp="1"/>
          </p:cNvSpPr>
          <p:nvPr>
            <p:ph type="dt" sz="half" idx="10"/>
          </p:nvPr>
        </p:nvSpPr>
        <p:spPr/>
        <p:txBody>
          <a:bodyPr/>
          <a:lstStyle/>
          <a:p>
            <a:fld id="{63126CBE-26D7-4374-8393-95E4BB9951E5}" type="datetimeFigureOut">
              <a:rPr lang="en-US" smtClean="0"/>
              <a:t>8/1/2025</a:t>
            </a:fld>
            <a:endParaRPr lang="en-US"/>
          </a:p>
        </p:txBody>
      </p:sp>
      <p:sp>
        <p:nvSpPr>
          <p:cNvPr id="8" name="Footer Placeholder 7">
            <a:extLst>
              <a:ext uri="{FF2B5EF4-FFF2-40B4-BE49-F238E27FC236}">
                <a16:creationId xmlns:a16="http://schemas.microsoft.com/office/drawing/2014/main" id="{FF0A1B06-24B6-1B29-99DD-9DF09613E9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0B63E7-851C-F986-CD12-780E1618FCAD}"/>
              </a:ext>
            </a:extLst>
          </p:cNvPr>
          <p:cNvSpPr>
            <a:spLocks noGrp="1"/>
          </p:cNvSpPr>
          <p:nvPr>
            <p:ph type="sldNum" sz="quarter" idx="12"/>
          </p:nvPr>
        </p:nvSpPr>
        <p:spPr/>
        <p:txBody>
          <a:bodyPr/>
          <a:lstStyle/>
          <a:p>
            <a:fld id="{55966A98-F5FC-467B-A9A8-EB899F2839A9}" type="slidenum">
              <a:rPr lang="en-US" smtClean="0"/>
              <a:t>‹#›</a:t>
            </a:fld>
            <a:endParaRPr lang="en-US"/>
          </a:p>
        </p:txBody>
      </p:sp>
    </p:spTree>
    <p:extLst>
      <p:ext uri="{BB962C8B-B14F-4D97-AF65-F5344CB8AC3E}">
        <p14:creationId xmlns:p14="http://schemas.microsoft.com/office/powerpoint/2010/main" val="706768472"/>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42410-DFD4-47A1-E811-6AC59793B4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4E8A8E-86D3-36FC-97E2-565B74398B1C}"/>
              </a:ext>
            </a:extLst>
          </p:cNvPr>
          <p:cNvSpPr>
            <a:spLocks noGrp="1"/>
          </p:cNvSpPr>
          <p:nvPr>
            <p:ph type="dt" sz="half" idx="10"/>
          </p:nvPr>
        </p:nvSpPr>
        <p:spPr/>
        <p:txBody>
          <a:bodyPr/>
          <a:lstStyle/>
          <a:p>
            <a:fld id="{63126CBE-26D7-4374-8393-95E4BB9951E5}" type="datetimeFigureOut">
              <a:rPr lang="en-US" smtClean="0"/>
              <a:t>8/1/2025</a:t>
            </a:fld>
            <a:endParaRPr lang="en-US"/>
          </a:p>
        </p:txBody>
      </p:sp>
      <p:sp>
        <p:nvSpPr>
          <p:cNvPr id="4" name="Footer Placeholder 3">
            <a:extLst>
              <a:ext uri="{FF2B5EF4-FFF2-40B4-BE49-F238E27FC236}">
                <a16:creationId xmlns:a16="http://schemas.microsoft.com/office/drawing/2014/main" id="{1087021E-0E08-DFE2-FC78-484F747EC9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663E7B-64FE-FC84-8950-346304136C3E}"/>
              </a:ext>
            </a:extLst>
          </p:cNvPr>
          <p:cNvSpPr>
            <a:spLocks noGrp="1"/>
          </p:cNvSpPr>
          <p:nvPr>
            <p:ph type="sldNum" sz="quarter" idx="12"/>
          </p:nvPr>
        </p:nvSpPr>
        <p:spPr/>
        <p:txBody>
          <a:bodyPr/>
          <a:lstStyle/>
          <a:p>
            <a:fld id="{55966A98-F5FC-467B-A9A8-EB899F2839A9}" type="slidenum">
              <a:rPr lang="en-US" smtClean="0"/>
              <a:t>‹#›</a:t>
            </a:fld>
            <a:endParaRPr lang="en-US"/>
          </a:p>
        </p:txBody>
      </p:sp>
    </p:spTree>
    <p:extLst>
      <p:ext uri="{BB962C8B-B14F-4D97-AF65-F5344CB8AC3E}">
        <p14:creationId xmlns:p14="http://schemas.microsoft.com/office/powerpoint/2010/main" val="3664174114"/>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2E775D-2803-B947-F592-1E63849D318F}"/>
              </a:ext>
            </a:extLst>
          </p:cNvPr>
          <p:cNvSpPr>
            <a:spLocks noGrp="1"/>
          </p:cNvSpPr>
          <p:nvPr>
            <p:ph type="dt" sz="half" idx="10"/>
          </p:nvPr>
        </p:nvSpPr>
        <p:spPr/>
        <p:txBody>
          <a:bodyPr/>
          <a:lstStyle/>
          <a:p>
            <a:fld id="{63126CBE-26D7-4374-8393-95E4BB9951E5}" type="datetimeFigureOut">
              <a:rPr lang="en-US" smtClean="0"/>
              <a:t>8/1/2025</a:t>
            </a:fld>
            <a:endParaRPr lang="en-US"/>
          </a:p>
        </p:txBody>
      </p:sp>
      <p:sp>
        <p:nvSpPr>
          <p:cNvPr id="3" name="Footer Placeholder 2">
            <a:extLst>
              <a:ext uri="{FF2B5EF4-FFF2-40B4-BE49-F238E27FC236}">
                <a16:creationId xmlns:a16="http://schemas.microsoft.com/office/drawing/2014/main" id="{AB4DD185-F773-98B5-7162-2C350788D1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23DAD3B-FFA5-08B0-E8F2-CF4B207EA6FC}"/>
              </a:ext>
            </a:extLst>
          </p:cNvPr>
          <p:cNvSpPr>
            <a:spLocks noGrp="1"/>
          </p:cNvSpPr>
          <p:nvPr>
            <p:ph type="sldNum" sz="quarter" idx="12"/>
          </p:nvPr>
        </p:nvSpPr>
        <p:spPr/>
        <p:txBody>
          <a:bodyPr/>
          <a:lstStyle/>
          <a:p>
            <a:fld id="{55966A98-F5FC-467B-A9A8-EB899F2839A9}" type="slidenum">
              <a:rPr lang="en-US" smtClean="0"/>
              <a:t>‹#›</a:t>
            </a:fld>
            <a:endParaRPr lang="en-US"/>
          </a:p>
        </p:txBody>
      </p:sp>
    </p:spTree>
    <p:extLst>
      <p:ext uri="{BB962C8B-B14F-4D97-AF65-F5344CB8AC3E}">
        <p14:creationId xmlns:p14="http://schemas.microsoft.com/office/powerpoint/2010/main" val="3821393315"/>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54FA7-425E-A6DB-971D-B3812847D6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F34019-15F2-8546-C313-FF0FC7AD8F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F87A47-438E-A008-945C-E0C41AF5E2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2E1D2F-514C-B6BE-AD20-99176CB09436}"/>
              </a:ext>
            </a:extLst>
          </p:cNvPr>
          <p:cNvSpPr>
            <a:spLocks noGrp="1"/>
          </p:cNvSpPr>
          <p:nvPr>
            <p:ph type="dt" sz="half" idx="10"/>
          </p:nvPr>
        </p:nvSpPr>
        <p:spPr/>
        <p:txBody>
          <a:bodyPr/>
          <a:lstStyle/>
          <a:p>
            <a:fld id="{63126CBE-26D7-4374-8393-95E4BB9951E5}" type="datetimeFigureOut">
              <a:rPr lang="en-US" smtClean="0"/>
              <a:t>8/1/2025</a:t>
            </a:fld>
            <a:endParaRPr lang="en-US"/>
          </a:p>
        </p:txBody>
      </p:sp>
      <p:sp>
        <p:nvSpPr>
          <p:cNvPr id="6" name="Footer Placeholder 5">
            <a:extLst>
              <a:ext uri="{FF2B5EF4-FFF2-40B4-BE49-F238E27FC236}">
                <a16:creationId xmlns:a16="http://schemas.microsoft.com/office/drawing/2014/main" id="{6AE1CA4B-FFF0-1639-E13D-9D8706C30E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816650-D8F9-DAEF-E88B-D457D90137FC}"/>
              </a:ext>
            </a:extLst>
          </p:cNvPr>
          <p:cNvSpPr>
            <a:spLocks noGrp="1"/>
          </p:cNvSpPr>
          <p:nvPr>
            <p:ph type="sldNum" sz="quarter" idx="12"/>
          </p:nvPr>
        </p:nvSpPr>
        <p:spPr/>
        <p:txBody>
          <a:bodyPr/>
          <a:lstStyle/>
          <a:p>
            <a:fld id="{55966A98-F5FC-467B-A9A8-EB899F2839A9}" type="slidenum">
              <a:rPr lang="en-US" smtClean="0"/>
              <a:t>‹#›</a:t>
            </a:fld>
            <a:endParaRPr lang="en-US"/>
          </a:p>
        </p:txBody>
      </p:sp>
    </p:spTree>
    <p:extLst>
      <p:ext uri="{BB962C8B-B14F-4D97-AF65-F5344CB8AC3E}">
        <p14:creationId xmlns:p14="http://schemas.microsoft.com/office/powerpoint/2010/main" val="3229120963"/>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7821D-7DEA-AAA5-17FB-B706F88D47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9B5EA7-4098-4119-CFB3-A714D0D0B3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37B5D5-C660-EF16-53E8-0215ED1A8C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6B9FEF-D9B8-1D00-4D2F-53592D88432E}"/>
              </a:ext>
            </a:extLst>
          </p:cNvPr>
          <p:cNvSpPr>
            <a:spLocks noGrp="1"/>
          </p:cNvSpPr>
          <p:nvPr>
            <p:ph type="dt" sz="half" idx="10"/>
          </p:nvPr>
        </p:nvSpPr>
        <p:spPr/>
        <p:txBody>
          <a:bodyPr/>
          <a:lstStyle/>
          <a:p>
            <a:fld id="{63126CBE-26D7-4374-8393-95E4BB9951E5}" type="datetimeFigureOut">
              <a:rPr lang="en-US" smtClean="0"/>
              <a:t>8/1/2025</a:t>
            </a:fld>
            <a:endParaRPr lang="en-US"/>
          </a:p>
        </p:txBody>
      </p:sp>
      <p:sp>
        <p:nvSpPr>
          <p:cNvPr id="6" name="Footer Placeholder 5">
            <a:extLst>
              <a:ext uri="{FF2B5EF4-FFF2-40B4-BE49-F238E27FC236}">
                <a16:creationId xmlns:a16="http://schemas.microsoft.com/office/drawing/2014/main" id="{A1D58AD4-CD8D-1459-7059-BCABAEC30B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141693-B9EE-D5BA-16D0-3D5F7FA9A836}"/>
              </a:ext>
            </a:extLst>
          </p:cNvPr>
          <p:cNvSpPr>
            <a:spLocks noGrp="1"/>
          </p:cNvSpPr>
          <p:nvPr>
            <p:ph type="sldNum" sz="quarter" idx="12"/>
          </p:nvPr>
        </p:nvSpPr>
        <p:spPr/>
        <p:txBody>
          <a:bodyPr/>
          <a:lstStyle/>
          <a:p>
            <a:fld id="{55966A98-F5FC-467B-A9A8-EB899F2839A9}" type="slidenum">
              <a:rPr lang="en-US" smtClean="0"/>
              <a:t>‹#›</a:t>
            </a:fld>
            <a:endParaRPr lang="en-US"/>
          </a:p>
        </p:txBody>
      </p:sp>
    </p:spTree>
    <p:extLst>
      <p:ext uri="{BB962C8B-B14F-4D97-AF65-F5344CB8AC3E}">
        <p14:creationId xmlns:p14="http://schemas.microsoft.com/office/powerpoint/2010/main" val="4136864496"/>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A0C85-6408-952E-3ADD-A1D2FBC7CC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8CAFB3-1FAF-14AE-2F1B-C2931D0EF4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DC026C-4929-82FE-BF9B-7FE49CE7064C}"/>
              </a:ext>
            </a:extLst>
          </p:cNvPr>
          <p:cNvSpPr>
            <a:spLocks noGrp="1"/>
          </p:cNvSpPr>
          <p:nvPr>
            <p:ph type="dt" sz="half" idx="10"/>
          </p:nvPr>
        </p:nvSpPr>
        <p:spPr/>
        <p:txBody>
          <a:bodyPr/>
          <a:lstStyle/>
          <a:p>
            <a:fld id="{63126CBE-26D7-4374-8393-95E4BB9951E5}" type="datetimeFigureOut">
              <a:rPr lang="en-US" smtClean="0"/>
              <a:t>8/1/2025</a:t>
            </a:fld>
            <a:endParaRPr lang="en-US"/>
          </a:p>
        </p:txBody>
      </p:sp>
      <p:sp>
        <p:nvSpPr>
          <p:cNvPr id="5" name="Footer Placeholder 4">
            <a:extLst>
              <a:ext uri="{FF2B5EF4-FFF2-40B4-BE49-F238E27FC236}">
                <a16:creationId xmlns:a16="http://schemas.microsoft.com/office/drawing/2014/main" id="{5680F090-3E64-645C-AB1E-AA348019E7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9DC1B4-4CF2-D8EB-ED41-7ABE543E839D}"/>
              </a:ext>
            </a:extLst>
          </p:cNvPr>
          <p:cNvSpPr>
            <a:spLocks noGrp="1"/>
          </p:cNvSpPr>
          <p:nvPr>
            <p:ph type="sldNum" sz="quarter" idx="12"/>
          </p:nvPr>
        </p:nvSpPr>
        <p:spPr/>
        <p:txBody>
          <a:bodyPr/>
          <a:lstStyle/>
          <a:p>
            <a:fld id="{55966A98-F5FC-467B-A9A8-EB899F2839A9}" type="slidenum">
              <a:rPr lang="en-US" smtClean="0"/>
              <a:t>‹#›</a:t>
            </a:fld>
            <a:endParaRPr lang="en-US"/>
          </a:p>
        </p:txBody>
      </p:sp>
    </p:spTree>
    <p:extLst>
      <p:ext uri="{BB962C8B-B14F-4D97-AF65-F5344CB8AC3E}">
        <p14:creationId xmlns:p14="http://schemas.microsoft.com/office/powerpoint/2010/main" val="3370356066"/>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C061FF-C262-D372-042F-41B8A7FCBC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AF7C9B-C0D4-D674-7E7D-D8033A72AE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B85455-EC8B-1848-BEA2-FBCDDFD405F7}"/>
              </a:ext>
            </a:extLst>
          </p:cNvPr>
          <p:cNvSpPr>
            <a:spLocks noGrp="1"/>
          </p:cNvSpPr>
          <p:nvPr>
            <p:ph type="dt" sz="half" idx="10"/>
          </p:nvPr>
        </p:nvSpPr>
        <p:spPr/>
        <p:txBody>
          <a:bodyPr/>
          <a:lstStyle/>
          <a:p>
            <a:fld id="{63126CBE-26D7-4374-8393-95E4BB9951E5}" type="datetimeFigureOut">
              <a:rPr lang="en-US" smtClean="0"/>
              <a:t>8/1/2025</a:t>
            </a:fld>
            <a:endParaRPr lang="en-US"/>
          </a:p>
        </p:txBody>
      </p:sp>
      <p:sp>
        <p:nvSpPr>
          <p:cNvPr id="5" name="Footer Placeholder 4">
            <a:extLst>
              <a:ext uri="{FF2B5EF4-FFF2-40B4-BE49-F238E27FC236}">
                <a16:creationId xmlns:a16="http://schemas.microsoft.com/office/drawing/2014/main" id="{27EA80D5-6250-46B4-1A3F-E1EDA3C07C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D94F4-BE12-F703-5665-8693F1BD4D2F}"/>
              </a:ext>
            </a:extLst>
          </p:cNvPr>
          <p:cNvSpPr>
            <a:spLocks noGrp="1"/>
          </p:cNvSpPr>
          <p:nvPr>
            <p:ph type="sldNum" sz="quarter" idx="12"/>
          </p:nvPr>
        </p:nvSpPr>
        <p:spPr/>
        <p:txBody>
          <a:bodyPr/>
          <a:lstStyle/>
          <a:p>
            <a:fld id="{55966A98-F5FC-467B-A9A8-EB899F2839A9}" type="slidenum">
              <a:rPr lang="en-US" smtClean="0"/>
              <a:t>‹#›</a:t>
            </a:fld>
            <a:endParaRPr lang="en-US"/>
          </a:p>
        </p:txBody>
      </p:sp>
    </p:spTree>
    <p:extLst>
      <p:ext uri="{BB962C8B-B14F-4D97-AF65-F5344CB8AC3E}">
        <p14:creationId xmlns:p14="http://schemas.microsoft.com/office/powerpoint/2010/main" val="41026447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sv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2.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slideLayout" Target="../slideLayouts/slideLayout61.xml"/><Relationship Id="rId3" Type="http://schemas.openxmlformats.org/officeDocument/2006/relationships/slideLayout" Target="../slideLayouts/slideLayout46.xml"/><Relationship Id="rId21" Type="http://schemas.openxmlformats.org/officeDocument/2006/relationships/theme" Target="../theme/theme3.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image" Target="../media/image10.png"/><Relationship Id="rId10" Type="http://schemas.openxmlformats.org/officeDocument/2006/relationships/slideLayout" Target="../slideLayouts/slideLayout53.xml"/><Relationship Id="rId19" Type="http://schemas.openxmlformats.org/officeDocument/2006/relationships/slideLayout" Target="../slideLayouts/slideLayout6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image" Target="../media/image9.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slideLayout" Target="../slideLayouts/slideLayout76.xml"/><Relationship Id="rId18" Type="http://schemas.openxmlformats.org/officeDocument/2006/relationships/slideLayout" Target="../slideLayouts/slideLayout81.xml"/><Relationship Id="rId26" Type="http://schemas.openxmlformats.org/officeDocument/2006/relationships/slideLayout" Target="../slideLayouts/slideLayout89.xml"/><Relationship Id="rId3" Type="http://schemas.openxmlformats.org/officeDocument/2006/relationships/slideLayout" Target="../slideLayouts/slideLayout66.xml"/><Relationship Id="rId21" Type="http://schemas.openxmlformats.org/officeDocument/2006/relationships/slideLayout" Target="../slideLayouts/slideLayout84.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17" Type="http://schemas.openxmlformats.org/officeDocument/2006/relationships/slideLayout" Target="../slideLayouts/slideLayout80.xml"/><Relationship Id="rId25" Type="http://schemas.openxmlformats.org/officeDocument/2006/relationships/slideLayout" Target="../slideLayouts/slideLayout88.xml"/><Relationship Id="rId2" Type="http://schemas.openxmlformats.org/officeDocument/2006/relationships/slideLayout" Target="../slideLayouts/slideLayout65.xml"/><Relationship Id="rId16" Type="http://schemas.openxmlformats.org/officeDocument/2006/relationships/slideLayout" Target="../slideLayouts/slideLayout79.xml"/><Relationship Id="rId20" Type="http://schemas.openxmlformats.org/officeDocument/2006/relationships/slideLayout" Target="../slideLayouts/slideLayout83.xml"/><Relationship Id="rId29" Type="http://schemas.openxmlformats.org/officeDocument/2006/relationships/image" Target="../media/image1.png"/><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24" Type="http://schemas.openxmlformats.org/officeDocument/2006/relationships/slideLayout" Target="../slideLayouts/slideLayout87.xml"/><Relationship Id="rId5" Type="http://schemas.openxmlformats.org/officeDocument/2006/relationships/slideLayout" Target="../slideLayouts/slideLayout68.xml"/><Relationship Id="rId15" Type="http://schemas.openxmlformats.org/officeDocument/2006/relationships/slideLayout" Target="../slideLayouts/slideLayout78.xml"/><Relationship Id="rId23" Type="http://schemas.openxmlformats.org/officeDocument/2006/relationships/slideLayout" Target="../slideLayouts/slideLayout86.xml"/><Relationship Id="rId28" Type="http://schemas.openxmlformats.org/officeDocument/2006/relationships/theme" Target="../theme/theme4.xml"/><Relationship Id="rId10" Type="http://schemas.openxmlformats.org/officeDocument/2006/relationships/slideLayout" Target="../slideLayouts/slideLayout73.xml"/><Relationship Id="rId19" Type="http://schemas.openxmlformats.org/officeDocument/2006/relationships/slideLayout" Target="../slideLayouts/slideLayout82.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slideLayout" Target="../slideLayouts/slideLayout77.xml"/><Relationship Id="rId22" Type="http://schemas.openxmlformats.org/officeDocument/2006/relationships/slideLayout" Target="../slideLayouts/slideLayout85.xml"/><Relationship Id="rId27" Type="http://schemas.openxmlformats.org/officeDocument/2006/relationships/slideLayout" Target="../slideLayouts/slideLayout90.xml"/><Relationship Id="rId30" Type="http://schemas.openxmlformats.org/officeDocument/2006/relationships/image" Target="../media/image2.sv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slideLayout" Target="../slideLayouts/slideLayout103.xml"/><Relationship Id="rId18" Type="http://schemas.openxmlformats.org/officeDocument/2006/relationships/slideLayout" Target="../slideLayouts/slideLayout108.xml"/><Relationship Id="rId26" Type="http://schemas.openxmlformats.org/officeDocument/2006/relationships/slideLayout" Target="../slideLayouts/slideLayout116.xml"/><Relationship Id="rId3" Type="http://schemas.openxmlformats.org/officeDocument/2006/relationships/slideLayout" Target="../slideLayouts/slideLayout93.xml"/><Relationship Id="rId21" Type="http://schemas.openxmlformats.org/officeDocument/2006/relationships/slideLayout" Target="../slideLayouts/slideLayout111.xml"/><Relationship Id="rId7" Type="http://schemas.openxmlformats.org/officeDocument/2006/relationships/slideLayout" Target="../slideLayouts/slideLayout97.xml"/><Relationship Id="rId12" Type="http://schemas.openxmlformats.org/officeDocument/2006/relationships/slideLayout" Target="../slideLayouts/slideLayout102.xml"/><Relationship Id="rId17" Type="http://schemas.openxmlformats.org/officeDocument/2006/relationships/slideLayout" Target="../slideLayouts/slideLayout107.xml"/><Relationship Id="rId25" Type="http://schemas.openxmlformats.org/officeDocument/2006/relationships/slideLayout" Target="../slideLayouts/slideLayout115.xml"/><Relationship Id="rId2" Type="http://schemas.openxmlformats.org/officeDocument/2006/relationships/slideLayout" Target="../slideLayouts/slideLayout92.xml"/><Relationship Id="rId16" Type="http://schemas.openxmlformats.org/officeDocument/2006/relationships/slideLayout" Target="../slideLayouts/slideLayout106.xml"/><Relationship Id="rId20" Type="http://schemas.openxmlformats.org/officeDocument/2006/relationships/slideLayout" Target="../slideLayouts/slideLayout110.xml"/><Relationship Id="rId29" Type="http://schemas.openxmlformats.org/officeDocument/2006/relationships/image" Target="../media/image2.svg"/><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24" Type="http://schemas.openxmlformats.org/officeDocument/2006/relationships/slideLayout" Target="../slideLayouts/slideLayout114.xml"/><Relationship Id="rId5" Type="http://schemas.openxmlformats.org/officeDocument/2006/relationships/slideLayout" Target="../slideLayouts/slideLayout95.xml"/><Relationship Id="rId15" Type="http://schemas.openxmlformats.org/officeDocument/2006/relationships/slideLayout" Target="../slideLayouts/slideLayout105.xml"/><Relationship Id="rId23" Type="http://schemas.openxmlformats.org/officeDocument/2006/relationships/slideLayout" Target="../slideLayouts/slideLayout113.xml"/><Relationship Id="rId28" Type="http://schemas.openxmlformats.org/officeDocument/2006/relationships/image" Target="../media/image1.png"/><Relationship Id="rId10" Type="http://schemas.openxmlformats.org/officeDocument/2006/relationships/slideLayout" Target="../slideLayouts/slideLayout100.xml"/><Relationship Id="rId19" Type="http://schemas.openxmlformats.org/officeDocument/2006/relationships/slideLayout" Target="../slideLayouts/slideLayout109.xml"/><Relationship Id="rId4" Type="http://schemas.openxmlformats.org/officeDocument/2006/relationships/slideLayout" Target="../slideLayouts/slideLayout94.xml"/><Relationship Id="rId9" Type="http://schemas.openxmlformats.org/officeDocument/2006/relationships/slideLayout" Target="../slideLayouts/slideLayout99.xml"/><Relationship Id="rId14" Type="http://schemas.openxmlformats.org/officeDocument/2006/relationships/slideLayout" Target="../slideLayouts/slideLayout104.xml"/><Relationship Id="rId22" Type="http://schemas.openxmlformats.org/officeDocument/2006/relationships/slideLayout" Target="../slideLayouts/slideLayout112.xml"/><Relationship Id="rId27"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29.xml"/><Relationship Id="rId18" Type="http://schemas.openxmlformats.org/officeDocument/2006/relationships/slideLayout" Target="../slideLayouts/slideLayout134.xml"/><Relationship Id="rId26" Type="http://schemas.openxmlformats.org/officeDocument/2006/relationships/slideLayout" Target="../slideLayouts/slideLayout142.xml"/><Relationship Id="rId21" Type="http://schemas.openxmlformats.org/officeDocument/2006/relationships/slideLayout" Target="../slideLayouts/slideLayout137.xml"/><Relationship Id="rId34" Type="http://schemas.openxmlformats.org/officeDocument/2006/relationships/slideLayout" Target="../slideLayouts/slideLayout150.xml"/><Relationship Id="rId7" Type="http://schemas.openxmlformats.org/officeDocument/2006/relationships/slideLayout" Target="../slideLayouts/slideLayout123.xml"/><Relationship Id="rId12" Type="http://schemas.openxmlformats.org/officeDocument/2006/relationships/slideLayout" Target="../slideLayouts/slideLayout128.xml"/><Relationship Id="rId17" Type="http://schemas.openxmlformats.org/officeDocument/2006/relationships/slideLayout" Target="../slideLayouts/slideLayout133.xml"/><Relationship Id="rId25" Type="http://schemas.openxmlformats.org/officeDocument/2006/relationships/slideLayout" Target="../slideLayouts/slideLayout141.xml"/><Relationship Id="rId33" Type="http://schemas.openxmlformats.org/officeDocument/2006/relationships/slideLayout" Target="../slideLayouts/slideLayout149.xml"/><Relationship Id="rId2" Type="http://schemas.openxmlformats.org/officeDocument/2006/relationships/slideLayout" Target="../slideLayouts/slideLayout118.xml"/><Relationship Id="rId16" Type="http://schemas.openxmlformats.org/officeDocument/2006/relationships/slideLayout" Target="../slideLayouts/slideLayout132.xml"/><Relationship Id="rId20" Type="http://schemas.openxmlformats.org/officeDocument/2006/relationships/slideLayout" Target="../slideLayouts/slideLayout136.xml"/><Relationship Id="rId29" Type="http://schemas.openxmlformats.org/officeDocument/2006/relationships/slideLayout" Target="../slideLayouts/slideLayout145.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1" Type="http://schemas.openxmlformats.org/officeDocument/2006/relationships/slideLayout" Target="../slideLayouts/slideLayout127.xml"/><Relationship Id="rId24" Type="http://schemas.openxmlformats.org/officeDocument/2006/relationships/slideLayout" Target="../slideLayouts/slideLayout140.xml"/><Relationship Id="rId32" Type="http://schemas.openxmlformats.org/officeDocument/2006/relationships/slideLayout" Target="../slideLayouts/slideLayout148.xml"/><Relationship Id="rId37" Type="http://schemas.openxmlformats.org/officeDocument/2006/relationships/image" Target="../media/image6.png"/><Relationship Id="rId5" Type="http://schemas.openxmlformats.org/officeDocument/2006/relationships/slideLayout" Target="../slideLayouts/slideLayout121.xml"/><Relationship Id="rId15" Type="http://schemas.openxmlformats.org/officeDocument/2006/relationships/slideLayout" Target="../slideLayouts/slideLayout131.xml"/><Relationship Id="rId23" Type="http://schemas.openxmlformats.org/officeDocument/2006/relationships/slideLayout" Target="../slideLayouts/slideLayout139.xml"/><Relationship Id="rId28" Type="http://schemas.openxmlformats.org/officeDocument/2006/relationships/slideLayout" Target="../slideLayouts/slideLayout144.xml"/><Relationship Id="rId36" Type="http://schemas.openxmlformats.org/officeDocument/2006/relationships/theme" Target="../theme/theme6.xml"/><Relationship Id="rId10" Type="http://schemas.openxmlformats.org/officeDocument/2006/relationships/slideLayout" Target="../slideLayouts/slideLayout126.xml"/><Relationship Id="rId19" Type="http://schemas.openxmlformats.org/officeDocument/2006/relationships/slideLayout" Target="../slideLayouts/slideLayout135.xml"/><Relationship Id="rId31" Type="http://schemas.openxmlformats.org/officeDocument/2006/relationships/slideLayout" Target="../slideLayouts/slideLayout147.xml"/><Relationship Id="rId4" Type="http://schemas.openxmlformats.org/officeDocument/2006/relationships/slideLayout" Target="../slideLayouts/slideLayout120.xml"/><Relationship Id="rId9" Type="http://schemas.openxmlformats.org/officeDocument/2006/relationships/slideLayout" Target="../slideLayouts/slideLayout125.xml"/><Relationship Id="rId14" Type="http://schemas.openxmlformats.org/officeDocument/2006/relationships/slideLayout" Target="../slideLayouts/slideLayout130.xml"/><Relationship Id="rId22" Type="http://schemas.openxmlformats.org/officeDocument/2006/relationships/slideLayout" Target="../slideLayouts/slideLayout138.xml"/><Relationship Id="rId27" Type="http://schemas.openxmlformats.org/officeDocument/2006/relationships/slideLayout" Target="../slideLayouts/slideLayout143.xml"/><Relationship Id="rId30" Type="http://schemas.openxmlformats.org/officeDocument/2006/relationships/slideLayout" Target="../slideLayouts/slideLayout146.xml"/><Relationship Id="rId35" Type="http://schemas.openxmlformats.org/officeDocument/2006/relationships/slideLayout" Target="../slideLayouts/slideLayout151.xml"/><Relationship Id="rId8" Type="http://schemas.openxmlformats.org/officeDocument/2006/relationships/slideLayout" Target="../slideLayouts/slideLayout124.xml"/><Relationship Id="rId3" Type="http://schemas.openxmlformats.org/officeDocument/2006/relationships/slideLayout" Target="../slideLayouts/slideLayout11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59.xml"/><Relationship Id="rId13" Type="http://schemas.openxmlformats.org/officeDocument/2006/relationships/slideLayout" Target="../slideLayouts/slideLayout164.xml"/><Relationship Id="rId3" Type="http://schemas.openxmlformats.org/officeDocument/2006/relationships/slideLayout" Target="../slideLayouts/slideLayout154.xml"/><Relationship Id="rId7" Type="http://schemas.openxmlformats.org/officeDocument/2006/relationships/slideLayout" Target="../slideLayouts/slideLayout158.xml"/><Relationship Id="rId12" Type="http://schemas.openxmlformats.org/officeDocument/2006/relationships/slideLayout" Target="../slideLayouts/slideLayout163.xml"/><Relationship Id="rId2" Type="http://schemas.openxmlformats.org/officeDocument/2006/relationships/slideLayout" Target="../slideLayouts/slideLayout153.xml"/><Relationship Id="rId16" Type="http://schemas.openxmlformats.org/officeDocument/2006/relationships/image" Target="../media/image2.svg"/><Relationship Id="rId1" Type="http://schemas.openxmlformats.org/officeDocument/2006/relationships/slideLayout" Target="../slideLayouts/slideLayout152.xml"/><Relationship Id="rId6" Type="http://schemas.openxmlformats.org/officeDocument/2006/relationships/slideLayout" Target="../slideLayouts/slideLayout157.xml"/><Relationship Id="rId11" Type="http://schemas.openxmlformats.org/officeDocument/2006/relationships/slideLayout" Target="../slideLayouts/slideLayout162.xml"/><Relationship Id="rId5" Type="http://schemas.openxmlformats.org/officeDocument/2006/relationships/slideLayout" Target="../slideLayouts/slideLayout156.xml"/><Relationship Id="rId15" Type="http://schemas.openxmlformats.org/officeDocument/2006/relationships/image" Target="../media/image1.png"/><Relationship Id="rId10" Type="http://schemas.openxmlformats.org/officeDocument/2006/relationships/slideLayout" Target="../slideLayouts/slideLayout161.x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177.xml"/><Relationship Id="rId18" Type="http://schemas.openxmlformats.org/officeDocument/2006/relationships/slideLayout" Target="../slideLayouts/slideLayout182.xml"/><Relationship Id="rId26" Type="http://schemas.openxmlformats.org/officeDocument/2006/relationships/slideLayout" Target="../slideLayouts/slideLayout190.xml"/><Relationship Id="rId3" Type="http://schemas.openxmlformats.org/officeDocument/2006/relationships/slideLayout" Target="../slideLayouts/slideLayout167.xml"/><Relationship Id="rId21" Type="http://schemas.openxmlformats.org/officeDocument/2006/relationships/slideLayout" Target="../slideLayouts/slideLayout185.xml"/><Relationship Id="rId34" Type="http://schemas.openxmlformats.org/officeDocument/2006/relationships/image" Target="../media/image2.svg"/><Relationship Id="rId7" Type="http://schemas.openxmlformats.org/officeDocument/2006/relationships/slideLayout" Target="../slideLayouts/slideLayout171.xml"/><Relationship Id="rId12" Type="http://schemas.openxmlformats.org/officeDocument/2006/relationships/slideLayout" Target="../slideLayouts/slideLayout176.xml"/><Relationship Id="rId17" Type="http://schemas.openxmlformats.org/officeDocument/2006/relationships/slideLayout" Target="../slideLayouts/slideLayout181.xml"/><Relationship Id="rId25" Type="http://schemas.openxmlformats.org/officeDocument/2006/relationships/slideLayout" Target="../slideLayouts/slideLayout189.xml"/><Relationship Id="rId33" Type="http://schemas.openxmlformats.org/officeDocument/2006/relationships/image" Target="../media/image1.png"/><Relationship Id="rId2" Type="http://schemas.openxmlformats.org/officeDocument/2006/relationships/slideLayout" Target="../slideLayouts/slideLayout166.xml"/><Relationship Id="rId16" Type="http://schemas.openxmlformats.org/officeDocument/2006/relationships/slideLayout" Target="../slideLayouts/slideLayout180.xml"/><Relationship Id="rId20" Type="http://schemas.openxmlformats.org/officeDocument/2006/relationships/slideLayout" Target="../slideLayouts/slideLayout184.xml"/><Relationship Id="rId29" Type="http://schemas.openxmlformats.org/officeDocument/2006/relationships/slideLayout" Target="../slideLayouts/slideLayout193.xml"/><Relationship Id="rId1" Type="http://schemas.openxmlformats.org/officeDocument/2006/relationships/slideLayout" Target="../slideLayouts/slideLayout165.xml"/><Relationship Id="rId6" Type="http://schemas.openxmlformats.org/officeDocument/2006/relationships/slideLayout" Target="../slideLayouts/slideLayout170.xml"/><Relationship Id="rId11" Type="http://schemas.openxmlformats.org/officeDocument/2006/relationships/slideLayout" Target="../slideLayouts/slideLayout175.xml"/><Relationship Id="rId24" Type="http://schemas.openxmlformats.org/officeDocument/2006/relationships/slideLayout" Target="../slideLayouts/slideLayout188.xml"/><Relationship Id="rId32" Type="http://schemas.openxmlformats.org/officeDocument/2006/relationships/theme" Target="../theme/theme8.xml"/><Relationship Id="rId5" Type="http://schemas.openxmlformats.org/officeDocument/2006/relationships/slideLayout" Target="../slideLayouts/slideLayout169.xml"/><Relationship Id="rId15" Type="http://schemas.openxmlformats.org/officeDocument/2006/relationships/slideLayout" Target="../slideLayouts/slideLayout179.xml"/><Relationship Id="rId23" Type="http://schemas.openxmlformats.org/officeDocument/2006/relationships/slideLayout" Target="../slideLayouts/slideLayout187.xml"/><Relationship Id="rId28" Type="http://schemas.openxmlformats.org/officeDocument/2006/relationships/slideLayout" Target="../slideLayouts/slideLayout192.xml"/><Relationship Id="rId10" Type="http://schemas.openxmlformats.org/officeDocument/2006/relationships/slideLayout" Target="../slideLayouts/slideLayout174.xml"/><Relationship Id="rId19" Type="http://schemas.openxmlformats.org/officeDocument/2006/relationships/slideLayout" Target="../slideLayouts/slideLayout183.xml"/><Relationship Id="rId31" Type="http://schemas.openxmlformats.org/officeDocument/2006/relationships/slideLayout" Target="../slideLayouts/slideLayout195.xml"/><Relationship Id="rId4" Type="http://schemas.openxmlformats.org/officeDocument/2006/relationships/slideLayout" Target="../slideLayouts/slideLayout168.xml"/><Relationship Id="rId9" Type="http://schemas.openxmlformats.org/officeDocument/2006/relationships/slideLayout" Target="../slideLayouts/slideLayout173.xml"/><Relationship Id="rId14" Type="http://schemas.openxmlformats.org/officeDocument/2006/relationships/slideLayout" Target="../slideLayouts/slideLayout178.xml"/><Relationship Id="rId22" Type="http://schemas.openxmlformats.org/officeDocument/2006/relationships/slideLayout" Target="../slideLayouts/slideLayout186.xml"/><Relationship Id="rId27" Type="http://schemas.openxmlformats.org/officeDocument/2006/relationships/slideLayout" Target="../slideLayouts/slideLayout191.xml"/><Relationship Id="rId30" Type="http://schemas.openxmlformats.org/officeDocument/2006/relationships/slideLayout" Target="../slideLayouts/slideLayout194.xml"/><Relationship Id="rId8" Type="http://schemas.openxmlformats.org/officeDocument/2006/relationships/slideLayout" Target="../slideLayouts/slideLayout172.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203.xml"/><Relationship Id="rId3" Type="http://schemas.openxmlformats.org/officeDocument/2006/relationships/slideLayout" Target="../slideLayouts/slideLayout198.xml"/><Relationship Id="rId7" Type="http://schemas.openxmlformats.org/officeDocument/2006/relationships/slideLayout" Target="../slideLayouts/slideLayout202.xml"/><Relationship Id="rId12" Type="http://schemas.openxmlformats.org/officeDocument/2006/relationships/theme" Target="../theme/theme9.xml"/><Relationship Id="rId2" Type="http://schemas.openxmlformats.org/officeDocument/2006/relationships/slideLayout" Target="../slideLayouts/slideLayout197.xml"/><Relationship Id="rId1" Type="http://schemas.openxmlformats.org/officeDocument/2006/relationships/slideLayout" Target="../slideLayouts/slideLayout196.xml"/><Relationship Id="rId6" Type="http://schemas.openxmlformats.org/officeDocument/2006/relationships/slideLayout" Target="../slideLayouts/slideLayout201.xml"/><Relationship Id="rId11" Type="http://schemas.openxmlformats.org/officeDocument/2006/relationships/slideLayout" Target="../slideLayouts/slideLayout206.xml"/><Relationship Id="rId5" Type="http://schemas.openxmlformats.org/officeDocument/2006/relationships/slideLayout" Target="../slideLayouts/slideLayout200.xml"/><Relationship Id="rId10" Type="http://schemas.openxmlformats.org/officeDocument/2006/relationships/slideLayout" Target="../slideLayouts/slideLayout205.xml"/><Relationship Id="rId4" Type="http://schemas.openxmlformats.org/officeDocument/2006/relationships/slideLayout" Target="../slideLayouts/slideLayout199.xml"/><Relationship Id="rId9" Type="http://schemas.openxmlformats.org/officeDocument/2006/relationships/slideLayout" Target="../slideLayouts/slideLayout20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BA0418-D0B8-4038-AB65-D4C12FC9E8C6}"/>
              </a:ext>
            </a:extLst>
          </p:cNvPr>
          <p:cNvSpPr>
            <a:spLocks noGrp="1"/>
          </p:cNvSpPr>
          <p:nvPr>
            <p:ph type="title"/>
          </p:nvPr>
        </p:nvSpPr>
        <p:spPr>
          <a:xfrm>
            <a:off x="381000" y="221694"/>
            <a:ext cx="10972800" cy="119982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EA8DDE-64C9-4F0E-9EE0-F0DA00677452}"/>
              </a:ext>
            </a:extLst>
          </p:cNvPr>
          <p:cNvSpPr>
            <a:spLocks noGrp="1"/>
          </p:cNvSpPr>
          <p:nvPr>
            <p:ph type="body" idx="1"/>
          </p:nvPr>
        </p:nvSpPr>
        <p:spPr>
          <a:xfrm>
            <a:off x="381000" y="1491673"/>
            <a:ext cx="10972800" cy="46852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5BF41EA-3085-473A-967C-3157944804D0}"/>
              </a:ext>
              <a:ext uri="{C183D7F6-B498-43B3-948B-1728B52AA6E4}">
                <adec:decorative xmlns:adec="http://schemas.microsoft.com/office/drawing/2017/decorative" val="1"/>
              </a:ext>
            </a:extLst>
          </p:cNvPr>
          <p:cNvSpPr/>
          <p:nvPr/>
        </p:nvSpPr>
        <p:spPr>
          <a:xfrm>
            <a:off x="0" y="6400800"/>
            <a:ext cx="11734800" cy="45720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8" name="Rectangle 7" descr="Intel Confidential">
            <a:extLst>
              <a:ext uri="{FF2B5EF4-FFF2-40B4-BE49-F238E27FC236}">
                <a16:creationId xmlns:a16="http://schemas.microsoft.com/office/drawing/2014/main" id="{D272B893-3411-4154-A13D-8DB1F4E167A4}"/>
              </a:ext>
            </a:extLst>
          </p:cNvPr>
          <p:cNvSpPr/>
          <p:nvPr/>
        </p:nvSpPr>
        <p:spPr>
          <a:xfrm>
            <a:off x="5537995" y="6510549"/>
            <a:ext cx="1116010" cy="246221"/>
          </a:xfrm>
          <a:prstGeom prst="rect">
            <a:avLst/>
          </a:prstGeom>
        </p:spPr>
        <p:txBody>
          <a:bodyPr wrap="none">
            <a:spAutoFit/>
          </a:bodyPr>
          <a:lstStyle/>
          <a:p>
            <a:pPr algn="ctr"/>
            <a:r>
              <a:rPr lang="en-US" sz="1000">
                <a:solidFill>
                  <a:schemeClr val="tx1"/>
                </a:solidFill>
                <a:ea typeface="Intel Clear" panose="020B0604020203020204" pitchFamily="34" charset="0"/>
                <a:cs typeface="Times New Roman" panose="02020603050405020304" pitchFamily="18" charset="0"/>
              </a:rPr>
              <a:t>Intel Confidential</a:t>
            </a:r>
          </a:p>
        </p:txBody>
      </p:sp>
      <p:sp>
        <p:nvSpPr>
          <p:cNvPr id="9" name="Rectangle 8" descr="Department or Event Name">
            <a:extLst>
              <a:ext uri="{FF2B5EF4-FFF2-40B4-BE49-F238E27FC236}">
                <a16:creationId xmlns:a16="http://schemas.microsoft.com/office/drawing/2014/main" id="{8A75CF89-9B1A-49AA-8C1C-7280637B6567}"/>
              </a:ext>
            </a:extLst>
          </p:cNvPr>
          <p:cNvSpPr/>
          <p:nvPr/>
        </p:nvSpPr>
        <p:spPr>
          <a:xfrm>
            <a:off x="286365" y="6510549"/>
            <a:ext cx="2403222" cy="246221"/>
          </a:xfrm>
          <a:prstGeom prst="rect">
            <a:avLst/>
          </a:prstGeom>
        </p:spPr>
        <p:txBody>
          <a:bodyPr wrap="none">
            <a:spAutoFit/>
          </a:bodyPr>
          <a:lstStyle/>
          <a:p>
            <a:pPr algn="l"/>
            <a:r>
              <a:rPr lang="en-US" sz="1000">
                <a:solidFill>
                  <a:schemeClr val="tx1"/>
                </a:solidFill>
                <a:ea typeface="Intel Clear" panose="020B0604020203020204" pitchFamily="34" charset="0"/>
                <a:cs typeface="Times New Roman" panose="02020603050405020304" pitchFamily="18" charset="0"/>
              </a:rPr>
              <a:t>CCG  CPE Client Customer Engineering</a:t>
            </a:r>
          </a:p>
        </p:txBody>
      </p:sp>
      <p:pic>
        <p:nvPicPr>
          <p:cNvPr id="10" name="Graphic 9">
            <a:extLst>
              <a:ext uri="{FF2B5EF4-FFF2-40B4-BE49-F238E27FC236}">
                <a16:creationId xmlns:a16="http://schemas.microsoft.com/office/drawing/2014/main" id="{A984EC55-415E-440F-AE6F-DDB70FA6D374}"/>
              </a:ext>
              <a:ext uri="{C183D7F6-B498-43B3-948B-1728B52AA6E4}">
                <adec:decorative xmlns:adec="http://schemas.microsoft.com/office/drawing/2017/decorative" val="1"/>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11137466" y="6554735"/>
            <a:ext cx="476084" cy="177524"/>
          </a:xfrm>
          <a:prstGeom prst="rect">
            <a:avLst/>
          </a:prstGeom>
        </p:spPr>
      </p:pic>
      <p:sp>
        <p:nvSpPr>
          <p:cNvPr id="11" name="TextBox 10" descr="page number">
            <a:extLst>
              <a:ext uri="{FF2B5EF4-FFF2-40B4-BE49-F238E27FC236}">
                <a16:creationId xmlns:a16="http://schemas.microsoft.com/office/drawing/2014/main" id="{02FB4E28-8FF4-469D-9172-AA2B2441695C}"/>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
        <p:nvSpPr>
          <p:cNvPr id="12" name="Rectangle 11">
            <a:extLst>
              <a:ext uri="{FF2B5EF4-FFF2-40B4-BE49-F238E27FC236}">
                <a16:creationId xmlns:a16="http://schemas.microsoft.com/office/drawing/2014/main" id="{462C4174-C58D-4EF7-A490-8F73147A264E}"/>
              </a:ext>
              <a:ext uri="{C183D7F6-B498-43B3-948B-1728B52AA6E4}">
                <adec:decorative xmlns:adec="http://schemas.microsoft.com/office/drawing/2017/decorative" val="1"/>
              </a:ext>
            </a:extLst>
          </p:cNvPr>
          <p:cNvSpPr/>
          <p:nvPr/>
        </p:nvSpPr>
        <p:spPr>
          <a:xfrm>
            <a:off x="11734800" y="0"/>
            <a:ext cx="457200" cy="640080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Tree>
    <p:extLst>
      <p:ext uri="{BB962C8B-B14F-4D97-AF65-F5344CB8AC3E}">
        <p14:creationId xmlns:p14="http://schemas.microsoft.com/office/powerpoint/2010/main" val="21785236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9DC7A5-E8EA-4D15-BC6A-202A87B3F2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09BD852-F529-45F5-A3A6-B90CD78F69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0F1E1E-E5A4-470A-8545-6DAE8C8626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E1191D-31BB-4728-86E3-0A2624C0559E}" type="datetimeFigureOut">
              <a:rPr lang="en-US" smtClean="0"/>
              <a:t>8/1/2025</a:t>
            </a:fld>
            <a:endParaRPr lang="en-US"/>
          </a:p>
        </p:txBody>
      </p:sp>
      <p:sp>
        <p:nvSpPr>
          <p:cNvPr id="5" name="Footer Placeholder 4">
            <a:extLst>
              <a:ext uri="{FF2B5EF4-FFF2-40B4-BE49-F238E27FC236}">
                <a16:creationId xmlns:a16="http://schemas.microsoft.com/office/drawing/2014/main" id="{2923187F-61D5-465D-9B71-C725A31784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ACFA769-29F3-4F04-A0E5-0C100AA784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1790CF-97BD-424E-B32E-66A1CAAD5C08}" type="slidenum">
              <a:rPr lang="en-US" smtClean="0"/>
              <a:t>‹#›</a:t>
            </a:fld>
            <a:endParaRPr lang="en-US"/>
          </a:p>
        </p:txBody>
      </p:sp>
    </p:spTree>
    <p:extLst>
      <p:ext uri="{BB962C8B-B14F-4D97-AF65-F5344CB8AC3E}">
        <p14:creationId xmlns:p14="http://schemas.microsoft.com/office/powerpoint/2010/main" val="104365840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2116" y="6345936"/>
            <a:ext cx="12192000"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pic>
        <p:nvPicPr>
          <p:cNvPr id="11" name="Picture 2" descr="\\.psf\Home\Desktop\Intel.png"/>
          <p:cNvPicPr>
            <a:picLocks noChangeAspect="1" noChangeArrowheads="1"/>
          </p:cNvPicPr>
          <p:nvPr/>
        </p:nvPicPr>
        <p:blipFill>
          <a:blip r:embed="rId22" cstate="email">
            <a:extLst>
              <a:ext uri="{28A0092B-C50C-407E-A947-70E740481C1C}">
                <a14:useLocalDpi xmlns:a14="http://schemas.microsoft.com/office/drawing/2010/main"/>
              </a:ext>
            </a:extLst>
          </a:blip>
          <a:srcRect/>
          <a:stretch>
            <a:fillRect/>
          </a:stretch>
        </p:blipFill>
        <p:spPr bwMode="auto">
          <a:xfrm>
            <a:off x="10986554" y="6440786"/>
            <a:ext cx="485781" cy="320175"/>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1624735" y="6432680"/>
            <a:ext cx="3175" cy="316992"/>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607484" y="413507"/>
            <a:ext cx="10972800" cy="1158240"/>
          </a:xfrm>
          <a:prstGeom prst="rect">
            <a:avLst/>
          </a:prstGeom>
        </p:spPr>
        <p:txBody>
          <a:bodyPr vert="horz" lIns="0" tIns="0" rIns="0" bIns="0" rtlCol="0" anchor="t" anchorCtr="0">
            <a:noAutofit/>
          </a:bodyPr>
          <a:lstStyle/>
          <a:p>
            <a:r>
              <a:rPr lang="en-US"/>
              <a:t>28pt Intel Clear Headline</a:t>
            </a:r>
          </a:p>
        </p:txBody>
      </p:sp>
      <p:sp>
        <p:nvSpPr>
          <p:cNvPr id="3" name="Text Placeholder 2"/>
          <p:cNvSpPr>
            <a:spLocks noGrp="1"/>
          </p:cNvSpPr>
          <p:nvPr>
            <p:ph type="body" idx="1"/>
          </p:nvPr>
        </p:nvSpPr>
        <p:spPr>
          <a:xfrm>
            <a:off x="607484" y="1604434"/>
            <a:ext cx="10970683" cy="4567767"/>
          </a:xfrm>
          <a:prstGeom prst="rect">
            <a:avLst/>
          </a:prstGeom>
        </p:spPr>
        <p:txBody>
          <a:bodyPr vert="horz" lIns="0" tIns="0" rIns="0" bIns="0" rtlCol="0">
            <a:noAutofit/>
          </a:bodyPr>
          <a:lstStyle/>
          <a:p>
            <a:pPr lvl="0"/>
            <a:r>
              <a:rPr lang="en-US"/>
              <a:t>18pt Intel Clear body text</a:t>
            </a:r>
          </a:p>
          <a:p>
            <a:pPr lvl="1"/>
            <a:r>
              <a:rPr lang="en-US"/>
              <a:t>16pt Intel Clear bullet one</a:t>
            </a:r>
          </a:p>
          <a:p>
            <a:pPr lvl="2"/>
            <a:r>
              <a:rPr lang="en-US"/>
              <a:t>16pt Intel Clear sub-bullet</a:t>
            </a:r>
          </a:p>
          <a:p>
            <a:pPr lvl="3"/>
            <a:r>
              <a:rPr lang="en-US" err="1"/>
              <a:t>14pt</a:t>
            </a:r>
            <a:r>
              <a:rPr lang="en-US"/>
              <a:t> Intel Clear fourth level</a:t>
            </a:r>
          </a:p>
          <a:p>
            <a:pPr lvl="4"/>
            <a:r>
              <a:rPr lang="en-US" err="1"/>
              <a:t>14pt</a:t>
            </a:r>
            <a:r>
              <a:rPr lang="en-US"/>
              <a:t> Intel Clear fifth level</a:t>
            </a:r>
          </a:p>
        </p:txBody>
      </p:sp>
      <p:sp>
        <p:nvSpPr>
          <p:cNvPr id="5"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r>
              <a:rPr lang="en-US"/>
              <a:t>sdfsdfdsfsdfsdfsdfsdfsdfsdfdsfdsfdsf</a:t>
            </a:r>
          </a:p>
        </p:txBody>
      </p:sp>
      <p:sp>
        <p:nvSpPr>
          <p:cNvPr id="6" name="Slide Number Placeholder 5"/>
          <p:cNvSpPr>
            <a:spLocks noGrp="1"/>
          </p:cNvSpPr>
          <p:nvPr>
            <p:ph type="sldNum" sz="quarter" idx="4"/>
          </p:nvPr>
        </p:nvSpPr>
        <p:spPr>
          <a:xfrm>
            <a:off x="9163136" y="6432516"/>
            <a:ext cx="2844800" cy="365125"/>
          </a:xfrm>
          <a:prstGeom prst="rect">
            <a:avLst/>
          </a:prstGeom>
        </p:spPr>
        <p:txBody>
          <a:bodyPr vert="horz" lIns="0" tIns="0" rIns="0" bIns="0" rtlCol="0" anchor="ctr"/>
          <a:lstStyle>
            <a:lvl1pPr algn="r">
              <a:defRPr sz="1067">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a:p>
        </p:txBody>
      </p:sp>
      <p:pic>
        <p:nvPicPr>
          <p:cNvPr id="14" name="Picture 13" descr="tb_hrz_wht_3000.png"/>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137929" y="6225482"/>
            <a:ext cx="2086289" cy="712129"/>
          </a:xfrm>
          <a:prstGeom prst="rect">
            <a:avLst/>
          </a:prstGeom>
        </p:spPr>
      </p:pic>
    </p:spTree>
    <p:extLst>
      <p:ext uri="{BB962C8B-B14F-4D97-AF65-F5344CB8AC3E}">
        <p14:creationId xmlns:p14="http://schemas.microsoft.com/office/powerpoint/2010/main" val="3742429038"/>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Lst>
  <p:hf hdr="0" ftr="0" dt="0"/>
  <p:txStyles>
    <p:titleStyle>
      <a:lvl1pPr algn="l" defTabSz="609585" rtl="0" eaLnBrk="1" latinLnBrk="0" hangingPunct="1">
        <a:lnSpc>
          <a:spcPct val="100000"/>
        </a:lnSpc>
        <a:spcBef>
          <a:spcPct val="0"/>
        </a:spcBef>
        <a:buNone/>
        <a:defRPr sz="3733"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609585" rtl="0" eaLnBrk="1" latinLnBrk="0" hangingPunct="1">
        <a:spcBef>
          <a:spcPts val="1600"/>
        </a:spcBef>
        <a:spcAft>
          <a:spcPts val="0"/>
        </a:spcAft>
        <a:buFont typeface="Wingdings" panose="05000000000000000000" pitchFamily="2" charset="2"/>
        <a:buNone/>
        <a:defRPr sz="2400" b="0" kern="1200">
          <a:solidFill>
            <a:srgbClr val="0071C5"/>
          </a:solidFill>
          <a:latin typeface="+mn-lt"/>
          <a:ea typeface="+mn-ea"/>
          <a:cs typeface="Intel Clear" panose="020B0604020203020204" pitchFamily="34" charset="0"/>
        </a:defRPr>
      </a:lvl1pPr>
      <a:lvl2pPr marL="300559" indent="-300559" algn="l" defTabSz="609585"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981" indent="-304792" algn="l" defTabSz="609585" rtl="0" eaLnBrk="1" latinLnBrk="0" hangingPunct="1">
        <a:spcBef>
          <a:spcPts val="1067"/>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3252" indent="-304792" algn="l" defTabSz="609585" rtl="0" eaLnBrk="1" latinLnBrk="0" hangingPunct="1">
        <a:spcBef>
          <a:spcPct val="20000"/>
        </a:spcBef>
        <a:buFont typeface="Arial"/>
        <a:buChar char="–"/>
        <a:defRPr sz="1867" kern="1200">
          <a:solidFill>
            <a:srgbClr val="003C71"/>
          </a:solidFill>
          <a:latin typeface="+mn-lt"/>
          <a:ea typeface="+mn-ea"/>
          <a:cs typeface="Intel Clear" panose="020B0604020203020204" pitchFamily="34" charset="0"/>
        </a:defRPr>
      </a:lvl4pPr>
      <a:lvl5pPr marL="1758907" indent="-304792" algn="l" defTabSz="609585" rtl="0" eaLnBrk="1" latinLnBrk="0" hangingPunct="1">
        <a:spcBef>
          <a:spcPct val="20000"/>
        </a:spcBef>
        <a:buFont typeface="Intel Clear" panose="020B0604020203020204" pitchFamily="34" charset="0"/>
        <a:buChar char="–"/>
        <a:defRPr sz="1867" kern="1200">
          <a:solidFill>
            <a:srgbClr val="003C71"/>
          </a:solidFill>
          <a:latin typeface="+mn-lt"/>
          <a:ea typeface="+mn-ea"/>
          <a:cs typeface="Intel Clear" panose="020B0604020203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rPr lang="en-US"/>
              <a:t>Body copy Intel clear light 28 point</a:t>
            </a:r>
          </a:p>
          <a:p>
            <a:pPr lvl="1"/>
            <a:r>
              <a:rPr lang="en-US"/>
              <a:t>Sub Bullet one 24 point</a:t>
            </a:r>
          </a:p>
          <a:p>
            <a:pPr lvl="2"/>
            <a:r>
              <a:rPr lang="en-US"/>
              <a:t>Sub Bullet two 20 point</a:t>
            </a:r>
          </a:p>
          <a:p>
            <a:pPr lvl="3"/>
            <a:r>
              <a:rPr lang="en-US"/>
              <a:t>Sub Bullet three 18 point</a:t>
            </a:r>
          </a:p>
          <a:p>
            <a:pPr lvl="4"/>
            <a:r>
              <a:rPr lang="en-US"/>
              <a:t>Sub Bullet four 16 point</a:t>
            </a:r>
            <a:br>
              <a:rPr lang="en-US"/>
            </a:br>
            <a:endParaRPr lang="en-US"/>
          </a:p>
          <a:p>
            <a:pPr lvl="2"/>
            <a:endParaRPr/>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p>
            <a:r>
              <a:rPr lang="en-US"/>
              <a:t>40pt Intel Clear Light Text Goes Here</a:t>
            </a:r>
            <a:endParaRPr/>
          </a:p>
        </p:txBody>
      </p:sp>
      <p:sp>
        <p:nvSpPr>
          <p:cNvPr id="2" name="Rectangle 1">
            <a:extLst>
              <a:ext uri="{FF2B5EF4-FFF2-40B4-BE49-F238E27FC236}">
                <a16:creationId xmlns:a16="http://schemas.microsoft.com/office/drawing/2014/main" id="{6D33D527-2918-4752-A9A7-0BDBA010BB39}"/>
              </a:ext>
            </a:extLst>
          </p:cNvPr>
          <p:cNvSpPr/>
          <p:nvPr/>
        </p:nvSpPr>
        <p:spPr>
          <a:xfrm>
            <a:off x="5503530" y="6562504"/>
            <a:ext cx="1184940" cy="231410"/>
          </a:xfrm>
          <a:prstGeom prst="rect">
            <a:avLst/>
          </a:prstGeom>
        </p:spPr>
        <p:txBody>
          <a:bodyPr wrap="none">
            <a:spAutoFit/>
          </a:bodyPr>
          <a:lstStyle/>
          <a:p>
            <a:pPr algn="ctr"/>
            <a:r>
              <a:rPr lang="en-US" sz="1000">
                <a:solidFill>
                  <a:schemeClr val="bg2"/>
                </a:solidFill>
              </a:rPr>
              <a:t>Intel Confidential</a:t>
            </a:r>
          </a:p>
        </p:txBody>
      </p:sp>
      <p:sp>
        <p:nvSpPr>
          <p:cNvPr id="5" name="Rectangle 4">
            <a:extLst>
              <a:ext uri="{FF2B5EF4-FFF2-40B4-BE49-F238E27FC236}">
                <a16:creationId xmlns:a16="http://schemas.microsoft.com/office/drawing/2014/main" id="{7FE2005A-EE28-4562-A018-55A90BB1BA11}"/>
              </a:ext>
            </a:extLst>
          </p:cNvPr>
          <p:cNvSpPr/>
          <p:nvPr/>
        </p:nvSpPr>
        <p:spPr>
          <a:xfrm>
            <a:off x="483010" y="6562504"/>
            <a:ext cx="1592103" cy="231410"/>
          </a:xfrm>
          <a:prstGeom prst="rect">
            <a:avLst/>
          </a:prstGeom>
        </p:spPr>
        <p:txBody>
          <a:bodyPr wrap="none">
            <a:spAutoFit/>
          </a:bodyPr>
          <a:lstStyle/>
          <a:p>
            <a:pPr algn="l"/>
            <a:r>
              <a:rPr lang="en-US" sz="1000">
                <a:solidFill>
                  <a:schemeClr val="bg2"/>
                </a:solidFill>
              </a:rPr>
              <a:t>Client Computing Group</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extLst>
      <p:ext uri="{BB962C8B-B14F-4D97-AF65-F5344CB8AC3E}">
        <p14:creationId xmlns:p14="http://schemas.microsoft.com/office/powerpoint/2010/main" val="955924536"/>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 id="2147483752" r:id="rId26"/>
    <p:sldLayoutId id="2147483753" r:id="rId2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eaLnBrk="1" latinLnBrk="0" hangingPunct="1">
        <a:lnSpc>
          <a:spcPct val="90000"/>
        </a:lnSpc>
        <a:spcBef>
          <a:spcPts val="0"/>
        </a:spcBef>
        <a:spcAft>
          <a:spcPts val="0"/>
        </a:spcAft>
        <a:buClrTx/>
        <a:buSzTx/>
        <a:buFontTx/>
        <a:buNone/>
        <a:tabLst/>
        <a:defRPr sz="40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eaLnBrk="1" latinLnBrk="0" hangingPunct="1">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eaLnBrk="1" latinLnBrk="0" hangingPunct="1">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eaLnBrk="1" latinLnBrk="0" hangingPunct="1">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rPr lang="en-US"/>
              <a:t>Body copy Intel clear light 28 point</a:t>
            </a:r>
          </a:p>
          <a:p>
            <a:pPr lvl="1"/>
            <a:r>
              <a:rPr lang="en-US"/>
              <a:t>Sub Bullet one 24 point</a:t>
            </a:r>
          </a:p>
          <a:p>
            <a:pPr lvl="2"/>
            <a:r>
              <a:rPr lang="en-US"/>
              <a:t>Sub Bullet two 20 point</a:t>
            </a:r>
          </a:p>
          <a:p>
            <a:pPr lvl="3"/>
            <a:r>
              <a:rPr lang="en-US"/>
              <a:t>Sub Bullet three 18 point</a:t>
            </a:r>
          </a:p>
          <a:p>
            <a:pPr lvl="4"/>
            <a:r>
              <a:rPr lang="en-US"/>
              <a:t>Sub Bullet four 16 point</a:t>
            </a:r>
            <a:br>
              <a:rPr lang="en-US"/>
            </a:br>
            <a:endParaRPr lang="en-US"/>
          </a:p>
          <a:p>
            <a:pPr lvl="2"/>
            <a:endParaRPr/>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p>
            <a:r>
              <a:rPr lang="en-US"/>
              <a:t>40pt Intel Clear Light Text Goes Here</a:t>
            </a:r>
            <a:endParaRPr/>
          </a:p>
        </p:txBody>
      </p:sp>
      <p:sp>
        <p:nvSpPr>
          <p:cNvPr id="2" name="Rectangle 1">
            <a:extLst>
              <a:ext uri="{FF2B5EF4-FFF2-40B4-BE49-F238E27FC236}">
                <a16:creationId xmlns:a16="http://schemas.microsoft.com/office/drawing/2014/main" id="{6D33D527-2918-4752-A9A7-0BDBA010BB39}"/>
              </a:ext>
            </a:extLst>
          </p:cNvPr>
          <p:cNvSpPr/>
          <p:nvPr/>
        </p:nvSpPr>
        <p:spPr>
          <a:xfrm>
            <a:off x="5503530" y="6562504"/>
            <a:ext cx="1184940" cy="231410"/>
          </a:xfrm>
          <a:prstGeom prst="rect">
            <a:avLst/>
          </a:prstGeom>
        </p:spPr>
        <p:txBody>
          <a:bodyPr wrap="none">
            <a:spAutoFit/>
          </a:bodyPr>
          <a:lstStyle/>
          <a:p>
            <a:pPr algn="ctr"/>
            <a:r>
              <a:rPr lang="en-US" sz="1000">
                <a:solidFill>
                  <a:schemeClr val="bg2"/>
                </a:solidFill>
              </a:rPr>
              <a:t>Intel Confidential</a:t>
            </a:r>
          </a:p>
        </p:txBody>
      </p:sp>
      <p:sp>
        <p:nvSpPr>
          <p:cNvPr id="5" name="Rectangle 4">
            <a:extLst>
              <a:ext uri="{FF2B5EF4-FFF2-40B4-BE49-F238E27FC236}">
                <a16:creationId xmlns:a16="http://schemas.microsoft.com/office/drawing/2014/main" id="{7FE2005A-EE28-4562-A018-55A90BB1BA11}"/>
              </a:ext>
            </a:extLst>
          </p:cNvPr>
          <p:cNvSpPr/>
          <p:nvPr/>
        </p:nvSpPr>
        <p:spPr>
          <a:xfrm>
            <a:off x="483010" y="6562504"/>
            <a:ext cx="1846980" cy="231410"/>
          </a:xfrm>
          <a:prstGeom prst="rect">
            <a:avLst/>
          </a:prstGeom>
        </p:spPr>
        <p:txBody>
          <a:bodyPr wrap="none">
            <a:spAutoFit/>
          </a:bodyPr>
          <a:lstStyle/>
          <a:p>
            <a:pPr algn="l"/>
            <a:r>
              <a:rPr lang="en-US" sz="1000">
                <a:solidFill>
                  <a:schemeClr val="bg2"/>
                </a:solidFill>
              </a:rPr>
              <a:t>Customer Technical Training</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extLst>
      <p:ext uri="{BB962C8B-B14F-4D97-AF65-F5344CB8AC3E}">
        <p14:creationId xmlns:p14="http://schemas.microsoft.com/office/powerpoint/2010/main" val="2828694585"/>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eaLnBrk="1" latinLnBrk="0" hangingPunct="1">
        <a:lnSpc>
          <a:spcPct val="90000"/>
        </a:lnSpc>
        <a:spcBef>
          <a:spcPts val="0"/>
        </a:spcBef>
        <a:spcAft>
          <a:spcPts val="0"/>
        </a:spcAft>
        <a:buClrTx/>
        <a:buSzTx/>
        <a:buFontTx/>
        <a:buNone/>
        <a:tabLst/>
        <a:defRPr sz="40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eaLnBrk="1" latinLnBrk="0" hangingPunct="1">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eaLnBrk="1" latinLnBrk="0" hangingPunct="1">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eaLnBrk="1" latinLnBrk="0" hangingPunct="1">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p:nvSpPr>
        <p:spPr>
          <a:xfrm>
            <a:off x="0" y="6407451"/>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p:nvSpPr>
        <p:spPr>
          <a:xfrm rot="5400000">
            <a:off x="8758537"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rPr lang="en-US"/>
              <a:t>Body copy Intel clear light 28 point</a:t>
            </a:r>
          </a:p>
          <a:p>
            <a:pPr lvl="1"/>
            <a:r>
              <a:rPr lang="en-US"/>
              <a:t>Sub Bullet one 24 point</a:t>
            </a:r>
          </a:p>
          <a:p>
            <a:pPr lvl="2"/>
            <a:r>
              <a:rPr lang="en-US"/>
              <a:t>Sub Bullet two 20 point</a:t>
            </a:r>
          </a:p>
          <a:p>
            <a:pPr lvl="3"/>
            <a:r>
              <a:rPr lang="en-US"/>
              <a:t>Sub Bullet three 18 point</a:t>
            </a:r>
          </a:p>
          <a:p>
            <a:pPr lvl="4"/>
            <a:r>
              <a:rPr lang="en-US"/>
              <a:t>Sub Bullet four 16 point</a:t>
            </a:r>
            <a:br>
              <a:rPr lang="en-US"/>
            </a:br>
            <a:endParaRPr lang="en-US"/>
          </a:p>
          <a:p>
            <a:pPr lvl="2"/>
            <a:endParaRPr/>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p>
            <a:r>
              <a:rPr lang="en-US"/>
              <a:t>40pt Intel Clear Light Text Goes Here</a:t>
            </a:r>
            <a:endParaRPr/>
          </a:p>
        </p:txBody>
      </p:sp>
      <p:sp>
        <p:nvSpPr>
          <p:cNvPr id="2" name="Rectangle 1">
            <a:extLst>
              <a:ext uri="{FF2B5EF4-FFF2-40B4-BE49-F238E27FC236}">
                <a16:creationId xmlns:a16="http://schemas.microsoft.com/office/drawing/2014/main" id="{6D33D527-2918-4752-A9A7-0BDBA010BB39}"/>
              </a:ext>
            </a:extLst>
          </p:cNvPr>
          <p:cNvSpPr/>
          <p:nvPr/>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5" name="Rectangle 4">
            <a:extLst>
              <a:ext uri="{FF2B5EF4-FFF2-40B4-BE49-F238E27FC236}">
                <a16:creationId xmlns:a16="http://schemas.microsoft.com/office/drawing/2014/main" id="{7FE2005A-EE28-4562-A018-55A90BB1BA11}"/>
              </a:ext>
            </a:extLst>
          </p:cNvPr>
          <p:cNvSpPr/>
          <p:nvPr/>
        </p:nvSpPr>
        <p:spPr>
          <a:xfrm>
            <a:off x="483010" y="6562504"/>
            <a:ext cx="1620957" cy="231410"/>
          </a:xfrm>
          <a:prstGeom prst="rect">
            <a:avLst/>
          </a:prstGeom>
        </p:spPr>
        <p:txBody>
          <a:bodyPr wrap="none">
            <a:spAutoFit/>
          </a:bodyPr>
          <a:lstStyle/>
          <a:p>
            <a:pPr algn="l"/>
            <a:r>
              <a:rPr lang="en-US" sz="1000">
                <a:solidFill>
                  <a:schemeClr val="tx1"/>
                </a:solidFill>
              </a:rPr>
              <a:t>Client Technical Training</a:t>
            </a:r>
          </a:p>
        </p:txBody>
      </p:sp>
      <p:sp>
        <p:nvSpPr>
          <p:cNvPr id="9" name="TextBox 8">
            <a:extLst>
              <a:ext uri="{FF2B5EF4-FFF2-40B4-BE49-F238E27FC236}">
                <a16:creationId xmlns:a16="http://schemas.microsoft.com/office/drawing/2014/main" id="{51520E06-BF98-49FF-91DB-15EBE855DD9E}"/>
              </a:ext>
            </a:extLst>
          </p:cNvPr>
          <p:cNvSpPr txBox="1"/>
          <p:nvPr/>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1"/>
              </a:solidFill>
              <a:effectLst/>
              <a:uFillTx/>
              <a:latin typeface="+mn-lt"/>
              <a:ea typeface="+mn-ea"/>
              <a:cs typeface="+mn-cs"/>
              <a:sym typeface="Helvetica Neue"/>
            </a:endParaRPr>
          </a:p>
        </p:txBody>
      </p:sp>
      <p:pic>
        <p:nvPicPr>
          <p:cNvPr id="10" name="Image" descr="Image">
            <a:extLst>
              <a:ext uri="{FF2B5EF4-FFF2-40B4-BE49-F238E27FC236}">
                <a16:creationId xmlns:a16="http://schemas.microsoft.com/office/drawing/2014/main" id="{C6A53413-DBC6-A349-994F-CB2790ACF8D3}"/>
              </a:ext>
            </a:extLst>
          </p:cNvPr>
          <p:cNvPicPr>
            <a:picLocks noChangeAspect="1"/>
          </p:cNvPicPr>
          <p:nvPr/>
        </p:nvPicPr>
        <p:blipFill>
          <a:blip r:embed="rId37"/>
          <a:stretch>
            <a:fillRect/>
          </a:stretch>
        </p:blipFill>
        <p:spPr>
          <a:xfrm>
            <a:off x="11151433" y="6543018"/>
            <a:ext cx="491250" cy="190501"/>
          </a:xfrm>
          <a:prstGeom prst="rect">
            <a:avLst/>
          </a:prstGeom>
          <a:ln w="12700">
            <a:miter lim="400000"/>
          </a:ln>
        </p:spPr>
      </p:pic>
    </p:spTree>
    <p:extLst>
      <p:ext uri="{BB962C8B-B14F-4D97-AF65-F5344CB8AC3E}">
        <p14:creationId xmlns:p14="http://schemas.microsoft.com/office/powerpoint/2010/main" val="233001924"/>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5" r:id="rId14"/>
    <p:sldLayoutId id="2147483796" r:id="rId15"/>
    <p:sldLayoutId id="2147483797" r:id="rId16"/>
    <p:sldLayoutId id="2147483798" r:id="rId17"/>
    <p:sldLayoutId id="2147483799" r:id="rId18"/>
    <p:sldLayoutId id="2147483800" r:id="rId19"/>
    <p:sldLayoutId id="2147483801" r:id="rId20"/>
    <p:sldLayoutId id="2147483802" r:id="rId21"/>
    <p:sldLayoutId id="2147483803" r:id="rId22"/>
    <p:sldLayoutId id="2147483804" r:id="rId23"/>
    <p:sldLayoutId id="2147483805" r:id="rId24"/>
    <p:sldLayoutId id="2147483806" r:id="rId25"/>
    <p:sldLayoutId id="2147483807" r:id="rId26"/>
    <p:sldLayoutId id="2147483808" r:id="rId27"/>
    <p:sldLayoutId id="2147483809" r:id="rId28"/>
    <p:sldLayoutId id="2147483810" r:id="rId29"/>
    <p:sldLayoutId id="2147483811" r:id="rId30"/>
    <p:sldLayoutId id="2147483812" r:id="rId31"/>
    <p:sldLayoutId id="2147483813" r:id="rId32"/>
    <p:sldLayoutId id="2147483814" r:id="rId33"/>
    <p:sldLayoutId id="2147483815" r:id="rId34"/>
    <p:sldLayoutId id="2147483816"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eaLnBrk="1" latinLnBrk="0" hangingPunct="1">
        <a:lnSpc>
          <a:spcPct val="90000"/>
        </a:lnSpc>
        <a:spcBef>
          <a:spcPts val="0"/>
        </a:spcBef>
        <a:spcAft>
          <a:spcPts val="0"/>
        </a:spcAft>
        <a:buClrTx/>
        <a:buSzTx/>
        <a:buFontTx/>
        <a:buNone/>
        <a:tabLst/>
        <a:defRPr sz="4000" b="0" i="0" u="none" strike="noStrike" cap="none" spc="0" baseline="0">
          <a:solidFill>
            <a:schemeClr val="tx1"/>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eaLnBrk="1" latinLnBrk="0" hangingPunct="1">
        <a:lnSpc>
          <a:spcPct val="100000"/>
        </a:lnSpc>
        <a:spcBef>
          <a:spcPts val="1200"/>
        </a:spcBef>
        <a:spcAft>
          <a:spcPts val="0"/>
        </a:spcAft>
        <a:buClrTx/>
        <a:buSzTx/>
        <a:buFont typeface="Wingdings" pitchFamily="2" charset="2"/>
        <a:buChar char="§"/>
        <a:tabLst/>
        <a:defRPr sz="2800" b="0" i="0" u="none" strike="noStrike" cap="none" spc="0" baseline="0">
          <a:solidFill>
            <a:schemeClr val="tx1"/>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eaLnBrk="1" latinLnBrk="0" hangingPunct="1">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tx1"/>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eaLnBrk="1" latinLnBrk="0" hangingPunct="1">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tx1"/>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tx1"/>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tx1"/>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15:guide id="3" pos="729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p>
            <a:r>
              <a:rPr lang="en-US"/>
              <a:t>Body copy Intel clear light 28 point</a:t>
            </a:r>
          </a:p>
          <a:p>
            <a:pPr lvl="1"/>
            <a:r>
              <a:rPr lang="en-US"/>
              <a:t>Sub Bullet one 24 point</a:t>
            </a:r>
          </a:p>
          <a:p>
            <a:pPr lvl="2"/>
            <a:r>
              <a:rPr lang="en-US"/>
              <a:t>Sub Bullet two 20 point</a:t>
            </a:r>
          </a:p>
          <a:p>
            <a:pPr lvl="3"/>
            <a:r>
              <a:rPr lang="en-US"/>
              <a:t>Sub Bullet three 18 point</a:t>
            </a:r>
          </a:p>
          <a:p>
            <a:pPr lvl="4"/>
            <a:r>
              <a:rPr lang="en-US"/>
              <a:t>Sub Bullet four 16 point</a:t>
            </a:r>
            <a:br>
              <a:rPr lang="en-US"/>
            </a:br>
            <a:endParaRPr lang="en-US"/>
          </a:p>
          <a:p>
            <a:pPr lvl="2"/>
            <a:endParaRPr/>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p>
            <a:r>
              <a:rPr lang="en-US"/>
              <a:t>40pt Intel Clear Light Text Goes Here</a:t>
            </a:r>
            <a:endParaRPr/>
          </a:p>
        </p:txBody>
      </p:sp>
      <p:pic>
        <p:nvPicPr>
          <p:cNvPr id="6" name="Graphic 5">
            <a:extLst>
              <a:ext uri="{FF2B5EF4-FFF2-40B4-BE49-F238E27FC236}">
                <a16:creationId xmlns:a16="http://schemas.microsoft.com/office/drawing/2014/main" id="{DCACDBB0-BD96-446C-8F63-C56E4AA10FB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extLst>
      <p:ext uri="{BB962C8B-B14F-4D97-AF65-F5344CB8AC3E}">
        <p14:creationId xmlns:p14="http://schemas.microsoft.com/office/powerpoint/2010/main" val="830707494"/>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eaLnBrk="1" latinLnBrk="0" hangingPunct="1">
        <a:lnSpc>
          <a:spcPct val="90000"/>
        </a:lnSpc>
        <a:spcBef>
          <a:spcPts val="0"/>
        </a:spcBef>
        <a:spcAft>
          <a:spcPts val="0"/>
        </a:spcAft>
        <a:buClrTx/>
        <a:buSzTx/>
        <a:buFontTx/>
        <a:buNone/>
        <a:tabLst/>
        <a:defRPr sz="40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eaLnBrk="1" latinLnBrk="0" hangingPunct="1">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eaLnBrk="1" latinLnBrk="0" hangingPunct="1">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eaLnBrk="1" latinLnBrk="0" hangingPunct="1">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p:nvSpPr>
        <p:spPr>
          <a:xfrm>
            <a:off x="1" y="6299088"/>
            <a:ext cx="11664744" cy="595035"/>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p:nvSpPr>
        <p:spPr>
          <a:xfrm rot="5400000">
            <a:off x="8760770" y="2870091"/>
            <a:ext cx="6335205" cy="595035"/>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479"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7" y="1524000"/>
            <a:ext cx="10972801" cy="47244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rPr lang="en-US"/>
              <a:t>Body copy Intel clear light 28 point</a:t>
            </a:r>
          </a:p>
          <a:p>
            <a:pPr lvl="1"/>
            <a:r>
              <a:rPr lang="en-US"/>
              <a:t>Sub Bullet one 24 point</a:t>
            </a:r>
          </a:p>
          <a:p>
            <a:pPr lvl="2"/>
            <a:r>
              <a:rPr lang="en-US"/>
              <a:t>Sub Bullet two 20 point</a:t>
            </a:r>
          </a:p>
          <a:p>
            <a:pPr lvl="3"/>
            <a:r>
              <a:rPr lang="en-US"/>
              <a:t>Sub Bullet three 18 point</a:t>
            </a:r>
          </a:p>
          <a:p>
            <a:pPr lvl="4"/>
            <a:r>
              <a:rPr lang="en-US"/>
              <a:t>Sub Bullet four 16 point</a:t>
            </a:r>
            <a:br>
              <a:rPr lang="en-US"/>
            </a:br>
            <a:endParaRPr lang="en-US"/>
          </a:p>
          <a:p>
            <a:pPr lvl="2"/>
            <a:endParaRPr/>
          </a:p>
        </p:txBody>
      </p:sp>
      <p:sp>
        <p:nvSpPr>
          <p:cNvPr id="4" name="Title Text"/>
          <p:cNvSpPr txBox="1">
            <a:spLocks noGrp="1"/>
          </p:cNvSpPr>
          <p:nvPr>
            <p:ph type="title"/>
          </p:nvPr>
        </p:nvSpPr>
        <p:spPr>
          <a:xfrm>
            <a:off x="592917" y="571501"/>
            <a:ext cx="10972801" cy="883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p>
            <a:r>
              <a:rPr lang="en-US"/>
              <a:t>40pt Intel Clear Light Text Goes Here</a:t>
            </a:r>
            <a:endParaRPr/>
          </a:p>
        </p:txBody>
      </p:sp>
      <p:sp>
        <p:nvSpPr>
          <p:cNvPr id="2" name="Rectangle 1">
            <a:extLst>
              <a:ext uri="{FF2B5EF4-FFF2-40B4-BE49-F238E27FC236}">
                <a16:creationId xmlns:a16="http://schemas.microsoft.com/office/drawing/2014/main" id="{6D33D527-2918-4752-A9A7-0BDBA010BB39}"/>
              </a:ext>
            </a:extLst>
          </p:cNvPr>
          <p:cNvSpPr/>
          <p:nvPr/>
        </p:nvSpPr>
        <p:spPr>
          <a:xfrm>
            <a:off x="5470669" y="6482307"/>
            <a:ext cx="1250662" cy="256545"/>
          </a:xfrm>
          <a:prstGeom prst="rect">
            <a:avLst/>
          </a:prstGeom>
        </p:spPr>
        <p:txBody>
          <a:bodyPr wrap="none">
            <a:spAutoFit/>
          </a:bodyPr>
          <a:lstStyle/>
          <a:p>
            <a:pPr algn="ctr"/>
            <a:r>
              <a:rPr lang="en-US" sz="1067">
                <a:solidFill>
                  <a:srgbClr val="002060"/>
                </a:solidFill>
              </a:rPr>
              <a:t>Intel Confidential</a:t>
            </a:r>
          </a:p>
        </p:txBody>
      </p:sp>
      <p:sp>
        <p:nvSpPr>
          <p:cNvPr id="5" name="Rectangle 4">
            <a:extLst>
              <a:ext uri="{FF2B5EF4-FFF2-40B4-BE49-F238E27FC236}">
                <a16:creationId xmlns:a16="http://schemas.microsoft.com/office/drawing/2014/main" id="{7FE2005A-EE28-4562-A018-55A90BB1BA11}"/>
              </a:ext>
            </a:extLst>
          </p:cNvPr>
          <p:cNvSpPr/>
          <p:nvPr/>
        </p:nvSpPr>
        <p:spPr>
          <a:xfrm>
            <a:off x="428421" y="6458105"/>
            <a:ext cx="1685077" cy="256545"/>
          </a:xfrm>
          <a:prstGeom prst="rect">
            <a:avLst/>
          </a:prstGeom>
        </p:spPr>
        <p:txBody>
          <a:bodyPr wrap="none">
            <a:spAutoFit/>
          </a:bodyPr>
          <a:lstStyle/>
          <a:p>
            <a:pPr algn="l"/>
            <a:r>
              <a:rPr lang="en-US" sz="1067">
                <a:solidFill>
                  <a:srgbClr val="002060"/>
                </a:solidFill>
              </a:rPr>
              <a:t>Client Computing Group</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1089634" y="651821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p:nvSpPr>
        <p:spPr>
          <a:xfrm>
            <a:off x="11823375" y="6518215"/>
            <a:ext cx="209994" cy="2051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278" rtl="0" fontAlgn="auto" latinLnBrk="0" hangingPunct="0">
              <a:lnSpc>
                <a:spcPct val="100000"/>
              </a:lnSpc>
              <a:spcBef>
                <a:spcPts val="0"/>
              </a:spcBef>
              <a:spcAft>
                <a:spcPts val="0"/>
              </a:spcAft>
              <a:buClrTx/>
              <a:buSzTx/>
              <a:buFontTx/>
              <a:buNone/>
              <a:tabLst/>
            </a:pPr>
            <a:fld id="{4F6B73DA-0149-4325-A7B8-AE29BD4BC701}" type="slidenum">
              <a:rPr kumimoji="0" lang="en-US" sz="1333" b="0" i="0" u="none" strike="noStrike" cap="none" spc="0" normalizeH="0" baseline="0" smtClean="0">
                <a:ln>
                  <a:noFill/>
                </a:ln>
                <a:solidFill>
                  <a:srgbClr val="002060"/>
                </a:solidFill>
                <a:effectLst/>
                <a:uFillTx/>
                <a:latin typeface="+mn-lt"/>
                <a:ea typeface="+mn-ea"/>
                <a:cs typeface="+mn-cs"/>
                <a:sym typeface="Helvetica Neue"/>
              </a:rPr>
              <a:pPr marL="0" marR="0" indent="0" algn="ctr" defTabSz="2438278" rtl="0" fontAlgn="auto" latinLnBrk="0" hangingPunct="0">
                <a:lnSpc>
                  <a:spcPct val="100000"/>
                </a:lnSpc>
                <a:spcBef>
                  <a:spcPts val="0"/>
                </a:spcBef>
                <a:spcAft>
                  <a:spcPts val="0"/>
                </a:spcAft>
                <a:buClrTx/>
                <a:buSzTx/>
                <a:buFontTx/>
                <a:buNone/>
                <a:tabLst/>
              </a:pPr>
              <a:t>‹#›</a:t>
            </a:fld>
            <a:endParaRPr kumimoji="0" lang="en-US" sz="1333" b="0" i="0" u="none" strike="noStrike" cap="none" spc="0" normalizeH="0" baseline="0" err="1">
              <a:ln>
                <a:noFill/>
              </a:ln>
              <a:solidFill>
                <a:srgbClr val="002060"/>
              </a:solidFill>
              <a:effectLst/>
              <a:uFillTx/>
              <a:latin typeface="+mn-lt"/>
              <a:ea typeface="+mn-ea"/>
              <a:cs typeface="+mn-cs"/>
              <a:sym typeface="Helvetica Neue"/>
            </a:endParaRPr>
          </a:p>
        </p:txBody>
      </p:sp>
    </p:spTree>
    <p:extLst>
      <p:ext uri="{BB962C8B-B14F-4D97-AF65-F5344CB8AC3E}">
        <p14:creationId xmlns:p14="http://schemas.microsoft.com/office/powerpoint/2010/main" val="3985773967"/>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 id="2147483853" r:id="rId22"/>
    <p:sldLayoutId id="2147483854" r:id="rId23"/>
    <p:sldLayoutId id="2147483855" r:id="rId24"/>
    <p:sldLayoutId id="2147483856" r:id="rId25"/>
    <p:sldLayoutId id="2147483857" r:id="rId26"/>
    <p:sldLayoutId id="2147483858" r:id="rId27"/>
    <p:sldLayoutId id="2147483859" r:id="rId28"/>
    <p:sldLayoutId id="2147483860" r:id="rId29"/>
    <p:sldLayoutId id="2147483861" r:id="rId30"/>
    <p:sldLayoutId id="2147483862" r:id="rId3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marL="0" marR="0" indent="0" algn="l" defTabSz="609585" eaLnBrk="1" latinLnBrk="0" hangingPunct="1">
        <a:lnSpc>
          <a:spcPct val="90000"/>
        </a:lnSpc>
        <a:spcBef>
          <a:spcPts val="0"/>
        </a:spcBef>
        <a:spcAft>
          <a:spcPts val="0"/>
        </a:spcAft>
        <a:buClrTx/>
        <a:buSzTx/>
        <a:buFontTx/>
        <a:buNone/>
        <a:tabLst/>
        <a:defRPr sz="4000" b="0" i="0" u="none" strike="noStrike" cap="none" spc="0" baseline="0">
          <a:solidFill>
            <a:srgbClr val="002060"/>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585"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585"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585"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585"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585"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585"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585"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585"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594" marR="0" indent="-228594" algn="l" defTabSz="609585" eaLnBrk="1" latinLnBrk="0" hangingPunct="1">
        <a:lnSpc>
          <a:spcPct val="100000"/>
        </a:lnSpc>
        <a:spcBef>
          <a:spcPts val="1200"/>
        </a:spcBef>
        <a:spcAft>
          <a:spcPts val="0"/>
        </a:spcAft>
        <a:buClrTx/>
        <a:buSzTx/>
        <a:buFont typeface="Wingdings" pitchFamily="2" charset="2"/>
        <a:buChar char="§"/>
        <a:tabLst/>
        <a:defRPr sz="2800" b="0" i="0" u="none" strike="noStrike" cap="none" spc="0" baseline="0">
          <a:solidFill>
            <a:srgbClr val="002060"/>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789" marR="0" indent="-203195" algn="l" defTabSz="609585" eaLnBrk="1" latinLnBrk="0" hangingPunct="1">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rgbClr val="002060"/>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78" marR="0" indent="-197639" algn="l" defTabSz="609585" eaLnBrk="1" latinLnBrk="0" hangingPunct="1">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rgbClr val="002060"/>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34" marR="0" indent="-228594" algn="l" defTabSz="609585" eaLnBrk="1" latinLnBrk="0" hangingPunct="1">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rgbClr val="002060"/>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29" marR="0" indent="-228594" algn="l" defTabSz="609585" eaLnBrk="1" latinLnBrk="0" hangingPunct="1">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rgbClr val="002060"/>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486" algn="l" defTabSz="609585"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783" algn="l" defTabSz="609585"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080" algn="l" defTabSz="609585"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377" algn="l" defTabSz="609585"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585"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594" algn="r" defTabSz="609585"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189" algn="r" defTabSz="609585"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783" algn="r" defTabSz="609585"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377" algn="r" defTabSz="609585"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2971" algn="r" defTabSz="609585"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566" algn="r" defTabSz="609585"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160" algn="r" defTabSz="609585"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754" algn="r" defTabSz="609585"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28440C-D78E-823D-C2E1-03E0A1EB9C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482E7A-E234-B471-3E1A-57491E0C32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E308FB-970E-CE3E-A256-68D22F9399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126CBE-26D7-4374-8393-95E4BB9951E5}" type="datetimeFigureOut">
              <a:rPr lang="en-US" smtClean="0"/>
              <a:t>8/1/2025</a:t>
            </a:fld>
            <a:endParaRPr lang="en-US"/>
          </a:p>
        </p:txBody>
      </p:sp>
      <p:sp>
        <p:nvSpPr>
          <p:cNvPr id="5" name="Footer Placeholder 4">
            <a:extLst>
              <a:ext uri="{FF2B5EF4-FFF2-40B4-BE49-F238E27FC236}">
                <a16:creationId xmlns:a16="http://schemas.microsoft.com/office/drawing/2014/main" id="{03B926C2-DB27-3D5D-5565-8AE7437775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5890E9-7FA7-B4F9-4433-E36E91C702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966A98-F5FC-467B-A9A8-EB899F2839A9}" type="slidenum">
              <a:rPr lang="en-US" smtClean="0"/>
              <a:t>‹#›</a:t>
            </a:fld>
            <a:endParaRPr lang="en-US"/>
          </a:p>
        </p:txBody>
      </p:sp>
    </p:spTree>
    <p:extLst>
      <p:ext uri="{BB962C8B-B14F-4D97-AF65-F5344CB8AC3E}">
        <p14:creationId xmlns:p14="http://schemas.microsoft.com/office/powerpoint/2010/main" val="2688876321"/>
      </p:ext>
    </p:extLst>
  </p:cSld>
  <p:clrMap bg1="lt1" tx1="dk1" bg2="lt2" tx2="dk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2" Type="http://schemas.openxmlformats.org/officeDocument/2006/relationships/hyperlink" Target="http://intel.com/" TargetMode="Externa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https://cdrdv2.intel.com/v1/dl/getContent/821090?explicitVersion=true" TargetMode="External"/><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9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emf"/></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microsoft.com/office/2018/10/relationships/comments" Target="../comments/modernComment_7FFFFFF0_1293A16C.xml"/><Relationship Id="rId1" Type="http://schemas.openxmlformats.org/officeDocument/2006/relationships/slideLayout" Target="../slideLayouts/slideLayout195.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95.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9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A9075-774E-5B9B-4D8A-3073E8B3D4DB}"/>
              </a:ext>
            </a:extLst>
          </p:cNvPr>
          <p:cNvSpPr>
            <a:spLocks noGrp="1"/>
          </p:cNvSpPr>
          <p:nvPr>
            <p:ph type="ctrTitle"/>
          </p:nvPr>
        </p:nvSpPr>
        <p:spPr/>
        <p:txBody>
          <a:bodyPr>
            <a:normAutofit/>
          </a:bodyPr>
          <a:lstStyle/>
          <a:p>
            <a:r>
              <a:rPr lang="en-US" sz="4800"/>
              <a:t>PTL EE Design and RVP/</a:t>
            </a:r>
            <a:r>
              <a:rPr lang="en-US" sz="4800" err="1"/>
              <a:t>xEP</a:t>
            </a:r>
            <a:r>
              <a:rPr lang="en-US" sz="4800"/>
              <a:t> BOM Alignment Strategy</a:t>
            </a:r>
          </a:p>
        </p:txBody>
      </p:sp>
      <p:sp>
        <p:nvSpPr>
          <p:cNvPr id="3" name="Subtitle 2">
            <a:extLst>
              <a:ext uri="{FF2B5EF4-FFF2-40B4-BE49-F238E27FC236}">
                <a16:creationId xmlns:a16="http://schemas.microsoft.com/office/drawing/2014/main" id="{69579D99-CD7D-48EB-5ADD-273259036397}"/>
              </a:ext>
            </a:extLst>
          </p:cNvPr>
          <p:cNvSpPr>
            <a:spLocks noGrp="1"/>
          </p:cNvSpPr>
          <p:nvPr>
            <p:ph type="subTitle" idx="1"/>
          </p:nvPr>
        </p:nvSpPr>
        <p:spPr/>
        <p:txBody>
          <a:bodyPr/>
          <a:lstStyle/>
          <a:p>
            <a:r>
              <a:rPr lang="en-US"/>
              <a:t>WW43</a:t>
            </a:r>
          </a:p>
        </p:txBody>
      </p:sp>
    </p:spTree>
    <p:extLst>
      <p:ext uri="{BB962C8B-B14F-4D97-AF65-F5344CB8AC3E}">
        <p14:creationId xmlns:p14="http://schemas.microsoft.com/office/powerpoint/2010/main" val="3054309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1B44F-EEB4-F969-505D-64D260EF9BEF}"/>
              </a:ext>
            </a:extLst>
          </p:cNvPr>
          <p:cNvSpPr>
            <a:spLocks noGrp="1"/>
          </p:cNvSpPr>
          <p:nvPr>
            <p:ph type="title"/>
          </p:nvPr>
        </p:nvSpPr>
        <p:spPr/>
        <p:txBody>
          <a:bodyPr/>
          <a:lstStyle/>
          <a:p>
            <a:r>
              <a:rPr lang="en-US"/>
              <a:t>PTL EE Design Requests to deliver best quality, performance and battery life, fast TTM</a:t>
            </a:r>
          </a:p>
        </p:txBody>
      </p:sp>
      <p:sp>
        <p:nvSpPr>
          <p:cNvPr id="3" name="Content Placeholder 2">
            <a:extLst>
              <a:ext uri="{FF2B5EF4-FFF2-40B4-BE49-F238E27FC236}">
                <a16:creationId xmlns:a16="http://schemas.microsoft.com/office/drawing/2014/main" id="{7DE75C37-2EDC-3C9A-A8AE-848CD0373FAB}"/>
              </a:ext>
            </a:extLst>
          </p:cNvPr>
          <p:cNvSpPr>
            <a:spLocks noGrp="1"/>
          </p:cNvSpPr>
          <p:nvPr>
            <p:ph idx="1"/>
          </p:nvPr>
        </p:nvSpPr>
        <p:spPr/>
        <p:txBody>
          <a:bodyPr>
            <a:normAutofit/>
          </a:bodyPr>
          <a:lstStyle/>
          <a:p>
            <a:pPr marL="342900" marR="0" lvl="0" indent="-342900">
              <a:spcBef>
                <a:spcPts val="1200"/>
              </a:spcBef>
              <a:spcAft>
                <a:spcPts val="0"/>
              </a:spcAft>
              <a:buFont typeface="+mj-lt"/>
              <a:buAutoNum type="arabicPeriod"/>
            </a:pPr>
            <a:r>
              <a:rPr lang="en-US" sz="2000">
                <a:effectLst/>
                <a:highlight>
                  <a:srgbClr val="00FF00"/>
                </a:highlight>
                <a:ea typeface="Times New Roman" panose="02020603050405020304" pitchFamily="18" charset="0"/>
              </a:rPr>
              <a:t>Common core BOM to closely match RVP/AEP </a:t>
            </a:r>
            <a:r>
              <a:rPr lang="en-US" sz="2000">
                <a:effectLst/>
                <a:ea typeface="Times New Roman" panose="02020603050405020304" pitchFamily="18" charset="0"/>
              </a:rPr>
              <a:t>for system validation quality and lower design risk. lowest power BOM/component for best battery life</a:t>
            </a:r>
          </a:p>
          <a:p>
            <a:pPr marL="342900" marR="0" lvl="0" indent="-342900">
              <a:spcBef>
                <a:spcPts val="1200"/>
              </a:spcBef>
              <a:spcAft>
                <a:spcPts val="0"/>
              </a:spcAft>
              <a:buFont typeface="+mj-lt"/>
              <a:buAutoNum type="arabicPeriod"/>
            </a:pPr>
            <a:r>
              <a:rPr lang="en-US" sz="2000">
                <a:effectLst/>
                <a:highlight>
                  <a:srgbClr val="00FF00"/>
                </a:highlight>
                <a:ea typeface="Times New Roman" panose="02020603050405020304" pitchFamily="18" charset="0"/>
              </a:rPr>
              <a:t>Hetero IMVP PD solution (option#2)</a:t>
            </a:r>
            <a:r>
              <a:rPr lang="en-US" sz="2000">
                <a:effectLst/>
                <a:ea typeface="Times New Roman" panose="02020603050405020304" pitchFamily="18" charset="0"/>
              </a:rPr>
              <a:t> for best battery life </a:t>
            </a:r>
            <a:endParaRPr lang="en-US" sz="2000">
              <a:effectLst/>
              <a:ea typeface="PMingLiU" panose="02020500000000000000" pitchFamily="18" charset="-120"/>
            </a:endParaRPr>
          </a:p>
          <a:p>
            <a:pPr marL="342900" marR="0" lvl="0" indent="-342900">
              <a:spcBef>
                <a:spcPts val="1200"/>
              </a:spcBef>
              <a:spcAft>
                <a:spcPts val="0"/>
              </a:spcAft>
              <a:buFont typeface="+mj-lt"/>
              <a:buAutoNum type="arabicPeriod"/>
            </a:pPr>
            <a:r>
              <a:rPr lang="en-US" sz="2000" err="1">
                <a:effectLst/>
                <a:highlight>
                  <a:srgbClr val="00FF00"/>
                </a:highlight>
                <a:ea typeface="Times New Roman" panose="02020603050405020304" pitchFamily="18" charset="0"/>
              </a:rPr>
              <a:t>iPCM</a:t>
            </a:r>
            <a:r>
              <a:rPr lang="en-US" sz="2000">
                <a:effectLst/>
                <a:ea typeface="Times New Roman" panose="02020603050405020304" pitchFamily="18" charset="0"/>
              </a:rPr>
              <a:t> or Intel Power Meter during development phase for efficient power telemetry, validation and debug</a:t>
            </a:r>
          </a:p>
          <a:p>
            <a:pPr marL="342900" marR="0" lvl="0" indent="-342900">
              <a:spcBef>
                <a:spcPts val="1200"/>
              </a:spcBef>
              <a:spcAft>
                <a:spcPts val="0"/>
              </a:spcAft>
              <a:buFont typeface="+mj-lt"/>
              <a:buAutoNum type="arabicPeriod"/>
            </a:pPr>
            <a:r>
              <a:rPr lang="en-US" sz="2000">
                <a:effectLst/>
                <a:highlight>
                  <a:srgbClr val="00FF00"/>
                </a:highlight>
                <a:ea typeface="Times New Roman" panose="02020603050405020304" pitchFamily="18" charset="0"/>
              </a:rPr>
              <a:t>PCB stack-up follow PDG/BEP to ensure memory board quality </a:t>
            </a:r>
            <a:r>
              <a:rPr lang="en-US" sz="2000">
                <a:effectLst/>
                <a:ea typeface="Times New Roman" panose="02020603050405020304" pitchFamily="18" charset="0"/>
              </a:rPr>
              <a:t>to meet POR memory speed, LPDDR5 memory layout (break-in, break-out) should follow memory clip file (818137) for memory design quality, require ODM to run </a:t>
            </a:r>
            <a:r>
              <a:rPr lang="en-US" sz="2000" err="1">
                <a:effectLst/>
                <a:ea typeface="Times New Roman" panose="02020603050405020304" pitchFamily="18" charset="0"/>
              </a:rPr>
              <a:t>iPDS</a:t>
            </a:r>
            <a:r>
              <a:rPr lang="en-US" sz="2000">
                <a:effectLst/>
                <a:ea typeface="Times New Roman" panose="02020603050405020304" pitchFamily="18" charset="0"/>
              </a:rPr>
              <a:t>, </a:t>
            </a:r>
            <a:r>
              <a:rPr lang="en-US" sz="2000" err="1">
                <a:effectLst/>
                <a:ea typeface="Times New Roman" panose="02020603050405020304" pitchFamily="18" charset="0"/>
              </a:rPr>
              <a:t>iCCT</a:t>
            </a:r>
            <a:r>
              <a:rPr lang="en-US" sz="2000">
                <a:effectLst/>
                <a:ea typeface="Times New Roman" panose="02020603050405020304" pitchFamily="18" charset="0"/>
              </a:rPr>
              <a:t> to ensure crosstalk quality </a:t>
            </a:r>
            <a:endParaRPr lang="en-US" sz="2000">
              <a:effectLst/>
              <a:ea typeface="PMingLiU" panose="02020500000000000000" pitchFamily="18" charset="-120"/>
            </a:endParaRPr>
          </a:p>
          <a:p>
            <a:pPr marL="342900" marR="0" lvl="0" indent="-342900">
              <a:spcBef>
                <a:spcPts val="1200"/>
              </a:spcBef>
              <a:spcAft>
                <a:spcPts val="0"/>
              </a:spcAft>
              <a:buFont typeface="+mj-lt"/>
              <a:buAutoNum type="arabicPeriod"/>
            </a:pPr>
            <a:r>
              <a:rPr lang="en-US" sz="2000">
                <a:effectLst/>
                <a:ea typeface="Times New Roman" panose="02020603050405020304" pitchFamily="18" charset="0"/>
              </a:rPr>
              <a:t>Decoupling cap selection and placement follow acoustic noise mitigation TA (#575216) to have good hardware design practices to avoid acoustic noise.</a:t>
            </a:r>
            <a:endParaRPr lang="en-US" sz="2000">
              <a:effectLst/>
              <a:ea typeface="PMingLiU" panose="02020500000000000000" pitchFamily="18" charset="-120"/>
            </a:endParaRPr>
          </a:p>
          <a:p>
            <a:pPr marL="342900" marR="0" lvl="0" indent="-342900">
              <a:spcBef>
                <a:spcPts val="1200"/>
              </a:spcBef>
              <a:spcAft>
                <a:spcPts val="0"/>
              </a:spcAft>
              <a:buFont typeface="+mj-lt"/>
              <a:buAutoNum type="arabicPeriod"/>
            </a:pPr>
            <a:r>
              <a:rPr lang="en-US" sz="2000">
                <a:effectLst/>
                <a:ea typeface="Times New Roman" panose="02020603050405020304" pitchFamily="18" charset="0"/>
              </a:rPr>
              <a:t>keep SFF connector for issue debug efficiency till production. keep </a:t>
            </a:r>
            <a:r>
              <a:rPr lang="en-US" sz="2000" err="1">
                <a:effectLst/>
                <a:ea typeface="Times New Roman" panose="02020603050405020304" pitchFamily="18" charset="0"/>
              </a:rPr>
              <a:t>iDV</a:t>
            </a:r>
            <a:r>
              <a:rPr lang="en-US" sz="2000">
                <a:effectLst/>
                <a:ea typeface="Times New Roman" panose="02020603050405020304" pitchFamily="18" charset="0"/>
              </a:rPr>
              <a:t> connector for power sequencing, PO debug use in EVT.</a:t>
            </a:r>
            <a:endParaRPr lang="en-US" sz="2000">
              <a:effectLst/>
              <a:ea typeface="PMingLiU" panose="02020500000000000000" pitchFamily="18" charset="-120"/>
            </a:endParaRPr>
          </a:p>
          <a:p>
            <a:endParaRPr lang="en-US" sz="3200"/>
          </a:p>
        </p:txBody>
      </p:sp>
      <p:sp>
        <p:nvSpPr>
          <p:cNvPr id="4" name="Rectangle: Rounded Corners 3">
            <a:extLst>
              <a:ext uri="{FF2B5EF4-FFF2-40B4-BE49-F238E27FC236}">
                <a16:creationId xmlns:a16="http://schemas.microsoft.com/office/drawing/2014/main" id="{3DA6223A-154E-C053-0FBC-44A883FEC7CF}"/>
              </a:ext>
            </a:extLst>
          </p:cNvPr>
          <p:cNvSpPr/>
          <p:nvPr/>
        </p:nvSpPr>
        <p:spPr>
          <a:xfrm>
            <a:off x="445008" y="5687568"/>
            <a:ext cx="11113008" cy="6492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9169" rtl="0" eaLnBrk="1" fontAlgn="auto" latinLnBrk="0" hangingPunct="0">
              <a:lnSpc>
                <a:spcPct val="90000"/>
              </a:lnSpc>
              <a:spcBef>
                <a:spcPts val="225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IntelOne Display Regular"/>
                <a:sym typeface="Helvetica Neue"/>
              </a:rPr>
              <a:t>Intel team will work with Dell/ODM on each of the design requirement assessment </a:t>
            </a:r>
          </a:p>
        </p:txBody>
      </p:sp>
    </p:spTree>
    <p:extLst>
      <p:ext uri="{BB962C8B-B14F-4D97-AF65-F5344CB8AC3E}">
        <p14:creationId xmlns:p14="http://schemas.microsoft.com/office/powerpoint/2010/main" val="1256371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3C68A-B34B-ECEA-CFD4-C21615DA0674}"/>
              </a:ext>
            </a:extLst>
          </p:cNvPr>
          <p:cNvSpPr>
            <a:spLocks noGrp="1"/>
          </p:cNvSpPr>
          <p:nvPr>
            <p:ph type="title"/>
          </p:nvPr>
        </p:nvSpPr>
        <p:spPr>
          <a:xfrm>
            <a:off x="381000" y="221694"/>
            <a:ext cx="10972800" cy="811578"/>
          </a:xfrm>
        </p:spPr>
        <p:txBody>
          <a:bodyPr/>
          <a:lstStyle/>
          <a:p>
            <a:r>
              <a:rPr lang="en-US" sz="3600"/>
              <a:t>PTL EE Design and RVP/</a:t>
            </a:r>
            <a:r>
              <a:rPr lang="en-US" sz="3600" err="1"/>
              <a:t>xEP</a:t>
            </a:r>
            <a:r>
              <a:rPr lang="en-US" sz="3600"/>
              <a:t> BOM Alignment Strategy</a:t>
            </a:r>
            <a:endParaRPr lang="en-US"/>
          </a:p>
        </p:txBody>
      </p:sp>
      <p:sp>
        <p:nvSpPr>
          <p:cNvPr id="3" name="Content Placeholder 2">
            <a:extLst>
              <a:ext uri="{FF2B5EF4-FFF2-40B4-BE49-F238E27FC236}">
                <a16:creationId xmlns:a16="http://schemas.microsoft.com/office/drawing/2014/main" id="{39D19097-3570-EE6C-558A-122E8F04E062}"/>
              </a:ext>
            </a:extLst>
          </p:cNvPr>
          <p:cNvSpPr>
            <a:spLocks noGrp="1"/>
          </p:cNvSpPr>
          <p:nvPr>
            <p:ph idx="1"/>
          </p:nvPr>
        </p:nvSpPr>
        <p:spPr>
          <a:xfrm>
            <a:off x="381000" y="925734"/>
            <a:ext cx="11341608" cy="5006532"/>
          </a:xfrm>
        </p:spPr>
        <p:txBody>
          <a:bodyPr>
            <a:normAutofit/>
          </a:bodyPr>
          <a:lstStyle/>
          <a:p>
            <a:r>
              <a:rPr lang="en-US" sz="1800"/>
              <a:t>While we’d like to force OEM 100% follow RVP/</a:t>
            </a:r>
            <a:r>
              <a:rPr lang="en-US" sz="1800" err="1"/>
              <a:t>xEP</a:t>
            </a:r>
            <a:r>
              <a:rPr lang="en-US" sz="1800"/>
              <a:t> BOM to lower design risk, several OEMs EE design are MLK/reuse chassis which BOM are reused/leveraged from MLK/previous gen which has been mass production with confidence</a:t>
            </a:r>
          </a:p>
          <a:p>
            <a:r>
              <a:rPr lang="en-US" sz="1800"/>
              <a:t>In order to balance the design risk and OEM BOM flexibility, propose the BOM alignment strategy to must follow and nice to follow category  </a:t>
            </a:r>
          </a:p>
        </p:txBody>
      </p:sp>
      <p:graphicFrame>
        <p:nvGraphicFramePr>
          <p:cNvPr id="4" name="Table 3">
            <a:extLst>
              <a:ext uri="{FF2B5EF4-FFF2-40B4-BE49-F238E27FC236}">
                <a16:creationId xmlns:a16="http://schemas.microsoft.com/office/drawing/2014/main" id="{8F02A50A-4235-5FB9-E06D-49E41E0964B7}"/>
              </a:ext>
            </a:extLst>
          </p:cNvPr>
          <p:cNvGraphicFramePr>
            <a:graphicFrameLocks noGrp="1"/>
          </p:cNvGraphicFramePr>
          <p:nvPr>
            <p:extLst>
              <p:ext uri="{D42A27DB-BD31-4B8C-83A1-F6EECF244321}">
                <p14:modId xmlns:p14="http://schemas.microsoft.com/office/powerpoint/2010/main" val="4081078680"/>
              </p:ext>
            </p:extLst>
          </p:nvPr>
        </p:nvGraphicFramePr>
        <p:xfrm>
          <a:off x="8617979" y="2488026"/>
          <a:ext cx="3465576" cy="2748058"/>
        </p:xfrm>
        <a:graphic>
          <a:graphicData uri="http://schemas.openxmlformats.org/drawingml/2006/table">
            <a:tbl>
              <a:tblPr/>
              <a:tblGrid>
                <a:gridCol w="890135">
                  <a:extLst>
                    <a:ext uri="{9D8B030D-6E8A-4147-A177-3AD203B41FA5}">
                      <a16:colId xmlns:a16="http://schemas.microsoft.com/office/drawing/2014/main" val="3716926462"/>
                    </a:ext>
                  </a:extLst>
                </a:gridCol>
                <a:gridCol w="1048393">
                  <a:extLst>
                    <a:ext uri="{9D8B030D-6E8A-4147-A177-3AD203B41FA5}">
                      <a16:colId xmlns:a16="http://schemas.microsoft.com/office/drawing/2014/main" val="640924098"/>
                    </a:ext>
                  </a:extLst>
                </a:gridCol>
                <a:gridCol w="1076149">
                  <a:extLst>
                    <a:ext uri="{9D8B030D-6E8A-4147-A177-3AD203B41FA5}">
                      <a16:colId xmlns:a16="http://schemas.microsoft.com/office/drawing/2014/main" val="1100733283"/>
                    </a:ext>
                  </a:extLst>
                </a:gridCol>
                <a:gridCol w="450899">
                  <a:extLst>
                    <a:ext uri="{9D8B030D-6E8A-4147-A177-3AD203B41FA5}">
                      <a16:colId xmlns:a16="http://schemas.microsoft.com/office/drawing/2014/main" val="2862994084"/>
                    </a:ext>
                  </a:extLst>
                </a:gridCol>
              </a:tblGrid>
              <a:tr h="242028">
                <a:tc>
                  <a:txBody>
                    <a:bodyPr/>
                    <a:lstStyle/>
                    <a:p>
                      <a:pPr algn="l" fontAlgn="ctr"/>
                      <a:r>
                        <a:rPr lang="en-US" sz="1050" b="1" i="0" u="none" strike="noStrike">
                          <a:solidFill>
                            <a:srgbClr val="FFFFFF"/>
                          </a:solidFill>
                          <a:effectLst/>
                          <a:latin typeface="IntelOne Display AR Light" panose="020B0403020203020204" pitchFamily="34" charset="-78"/>
                          <a:cs typeface="IntelOne Display AR Light" panose="020B0403020203020204" pitchFamily="34" charset="-78"/>
                        </a:rPr>
                        <a:t>OEM​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8B5"/>
                    </a:solidFill>
                  </a:tcPr>
                </a:tc>
                <a:tc>
                  <a:txBody>
                    <a:bodyPr/>
                    <a:lstStyle/>
                    <a:p>
                      <a:pPr algn="l" fontAlgn="ctr"/>
                      <a:r>
                        <a:rPr lang="en-US" sz="1050" b="1" i="0" u="none" strike="noStrike">
                          <a:solidFill>
                            <a:srgbClr val="FFFFFF"/>
                          </a:solidFill>
                          <a:effectLst/>
                          <a:latin typeface="IntelOne Display AR Light" panose="020B0403020203020204" pitchFamily="34" charset="-78"/>
                          <a:cs typeface="IntelOne Display AR Light" panose="020B0403020203020204" pitchFamily="34" charset="-78"/>
                        </a:rPr>
                        <a:t>LOB​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8B5"/>
                    </a:solidFill>
                  </a:tcPr>
                </a:tc>
                <a:tc>
                  <a:txBody>
                    <a:bodyPr/>
                    <a:lstStyle/>
                    <a:p>
                      <a:pPr algn="l" fontAlgn="ctr"/>
                      <a:r>
                        <a:rPr lang="en-US" sz="1050" b="1" i="0" u="none" strike="noStrike">
                          <a:solidFill>
                            <a:srgbClr val="FFFFFF"/>
                          </a:solidFill>
                          <a:effectLst/>
                          <a:latin typeface="IntelOne Display AR Light" panose="020B0403020203020204" pitchFamily="34" charset="-78"/>
                          <a:cs typeface="IntelOne Display AR Light" panose="020B0403020203020204" pitchFamily="34" charset="-78"/>
                        </a:rPr>
                        <a:t>Design name​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8B5"/>
                    </a:solidFill>
                  </a:tcPr>
                </a:tc>
                <a:tc>
                  <a:txBody>
                    <a:bodyPr/>
                    <a:lstStyle/>
                    <a:p>
                      <a:pPr algn="l" fontAlgn="ctr"/>
                      <a:r>
                        <a:rPr lang="en-US" sz="1050" b="1" i="0" u="none" strike="noStrike">
                          <a:solidFill>
                            <a:srgbClr val="FFFFFF"/>
                          </a:solidFill>
                          <a:effectLst/>
                          <a:latin typeface="IntelOne Display AR Light" panose="020B0403020203020204" pitchFamily="34" charset="-78"/>
                          <a:cs typeface="IntelOne Display AR Light" panose="020B0403020203020204" pitchFamily="34" charset="-78"/>
                        </a:rPr>
                        <a:t>Chassis​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8B5"/>
                    </a:solidFill>
                  </a:tcPr>
                </a:tc>
                <a:extLst>
                  <a:ext uri="{0D108BD9-81ED-4DB2-BD59-A6C34878D82A}">
                    <a16:rowId xmlns:a16="http://schemas.microsoft.com/office/drawing/2014/main" val="2446632023"/>
                  </a:ext>
                </a:extLst>
              </a:tr>
              <a:tr h="124315">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Dell​ (CSLP)</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Inspiron Plus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Jarvis MLK 16” CS​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highlight>
                            <a:srgbClr val="00FF00"/>
                          </a:highlight>
                          <a:latin typeface="IntelOne Display AR Light" panose="020B0403020203020204" pitchFamily="34" charset="-78"/>
                          <a:cs typeface="IntelOne Display AR Light" panose="020B0403020203020204" pitchFamily="34" charset="-78"/>
                        </a:rPr>
                        <a:t>Reuse​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23234212"/>
                  </a:ext>
                </a:extLst>
              </a:tr>
              <a:tr h="186018">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HP​ (CSLP)</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Omnibook 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Trekker​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highlight>
                            <a:srgbClr val="00FF00"/>
                          </a:highlight>
                          <a:latin typeface="IntelOne Display AR Light" panose="020B0403020203020204" pitchFamily="34" charset="-78"/>
                          <a:cs typeface="IntelOne Display AR Light" panose="020B0403020203020204" pitchFamily="34" charset="-78"/>
                        </a:rPr>
                        <a:t>Reuse​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22661757"/>
                  </a:ext>
                </a:extLst>
              </a:tr>
              <a:tr h="244092">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Dell CSLP</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Dell Pro Plus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err="1">
                          <a:solidFill>
                            <a:srgbClr val="000000"/>
                          </a:solidFill>
                          <a:effectLst/>
                          <a:latin typeface="IntelOne Display AR Light" panose="020B0403020203020204" pitchFamily="34" charset="-78"/>
                          <a:cs typeface="IntelOne Display AR Light" panose="020B0403020203020204" pitchFamily="34" charset="-78"/>
                        </a:rPr>
                        <a:t>Taroko</a:t>
                      </a: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 (</a:t>
                      </a:r>
                      <a:r>
                        <a:rPr lang="en-US" sz="1050" b="0" i="0" u="none" strike="noStrike" err="1">
                          <a:solidFill>
                            <a:srgbClr val="000000"/>
                          </a:solidFill>
                          <a:effectLst/>
                          <a:latin typeface="IntelOne Display AR Light" panose="020B0403020203020204" pitchFamily="34" charset="-78"/>
                          <a:cs typeface="IntelOne Display AR Light" panose="020B0403020203020204" pitchFamily="34" charset="-78"/>
                        </a:rPr>
                        <a:t>corp</a:t>
                      </a: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 non-EE)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highlight>
                            <a:srgbClr val="00FF00"/>
                          </a:highlight>
                          <a:latin typeface="IntelOne Display AR Light" panose="020B0403020203020204" pitchFamily="34" charset="-78"/>
                          <a:cs typeface="IntelOne Display AR Light" panose="020B0403020203020204" pitchFamily="34" charset="-78"/>
                        </a:rPr>
                        <a:t>Reuse​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10084735"/>
                  </a:ext>
                </a:extLst>
              </a:tr>
              <a:tr h="190555">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Lenovo​ (CSLP)</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err="1">
                          <a:solidFill>
                            <a:srgbClr val="000000"/>
                          </a:solidFill>
                          <a:effectLst/>
                          <a:latin typeface="IntelOne Display AR Light" panose="020B0403020203020204" pitchFamily="34" charset="-78"/>
                          <a:cs typeface="IntelOne Display AR Light" panose="020B0403020203020204" pitchFamily="34" charset="-78"/>
                        </a:rPr>
                        <a:t>Ideapad</a:t>
                      </a: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 5 Pro​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S511-16P​</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highlight>
                            <a:srgbClr val="00FF00"/>
                          </a:highlight>
                          <a:latin typeface="IntelOne Display AR Light" panose="020B0403020203020204" pitchFamily="34" charset="-78"/>
                          <a:cs typeface="IntelOne Display AR Light" panose="020B0403020203020204" pitchFamily="34" charset="-78"/>
                        </a:rPr>
                        <a:t>Reuse​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68723279"/>
                  </a:ext>
                </a:extLst>
              </a:tr>
              <a:tr h="186018">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Acer​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Swift​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E-Ray​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New​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21831428"/>
                  </a:ext>
                </a:extLst>
              </a:tr>
              <a:tr h="186018">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Asus​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Zenbook S14​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UX5406​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highlight>
                            <a:srgbClr val="00FF00"/>
                          </a:highlight>
                          <a:latin typeface="IntelOne Display AR Light" panose="020B0403020203020204" pitchFamily="34" charset="-78"/>
                          <a:cs typeface="IntelOne Display AR Light" panose="020B0403020203020204" pitchFamily="34" charset="-78"/>
                        </a:rPr>
                        <a:t>Reuse​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94720916"/>
                  </a:ext>
                </a:extLst>
              </a:tr>
              <a:tr h="186018">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Samsung​ (ACE)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Galaxy Book 6 Pro 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Venus6​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New​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88962643"/>
                  </a:ext>
                </a:extLst>
              </a:tr>
              <a:tr h="186018">
                <a:tc rowSpan="2">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MSFT​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Surface Laptop &amp; Pro​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Marietta (Laptop)​</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algn="l" fontAlgn="ctr"/>
                      <a:r>
                        <a:rPr lang="en-US" sz="1050" b="0" i="0" u="none" strike="noStrike">
                          <a:solidFill>
                            <a:srgbClr val="000000"/>
                          </a:solidFill>
                          <a:effectLst/>
                          <a:highlight>
                            <a:srgbClr val="00FF00"/>
                          </a:highlight>
                          <a:latin typeface="IntelOne Display AR Light" panose="020B0403020203020204" pitchFamily="34" charset="-78"/>
                          <a:cs typeface="IntelOne Display AR Light" panose="020B0403020203020204" pitchFamily="34" charset="-78"/>
                        </a:rPr>
                        <a:t>Reuse​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43105823"/>
                  </a:ext>
                </a:extLst>
              </a:tr>
              <a:tr h="186018">
                <a:tc vMerge="1">
                  <a:txBody>
                    <a:bodyPr/>
                    <a:lstStyle/>
                    <a:p>
                      <a:endParaRPr lang="en-US"/>
                    </a:p>
                  </a:txBody>
                  <a:tcPr/>
                </a:tc>
                <a:tc vMerge="1">
                  <a:txBody>
                    <a:bodyPr/>
                    <a:lstStyle/>
                    <a:p>
                      <a:endParaRPr lang="en-US"/>
                    </a:p>
                  </a:txBody>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Woodhaven (Pro)​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endParaRPr lang="en-US"/>
                    </a:p>
                  </a:txBody>
                  <a:tcPr/>
                </a:tc>
                <a:extLst>
                  <a:ext uri="{0D108BD9-81ED-4DB2-BD59-A6C34878D82A}">
                    <a16:rowId xmlns:a16="http://schemas.microsoft.com/office/drawing/2014/main" val="3297952511"/>
                  </a:ext>
                </a:extLst>
              </a:tr>
              <a:tr h="186018">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MSI​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Prestige​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tbd​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050" b="0" i="0" u="none" strike="noStrike">
                          <a:solidFill>
                            <a:srgbClr val="000000"/>
                          </a:solidFill>
                          <a:effectLst/>
                          <a:latin typeface="IntelOne Display AR Light" panose="020B0403020203020204" pitchFamily="34" charset="-78"/>
                          <a:cs typeface="IntelOne Display AR Light" panose="020B0403020203020204" pitchFamily="34" charset="-78"/>
                        </a:rPr>
                        <a:t>New​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1700516"/>
                  </a:ext>
                </a:extLst>
              </a:tr>
            </a:tbl>
          </a:graphicData>
        </a:graphic>
      </p:graphicFrame>
      <p:graphicFrame>
        <p:nvGraphicFramePr>
          <p:cNvPr id="5" name="Table 4">
            <a:extLst>
              <a:ext uri="{FF2B5EF4-FFF2-40B4-BE49-F238E27FC236}">
                <a16:creationId xmlns:a16="http://schemas.microsoft.com/office/drawing/2014/main" id="{31672139-10AF-7394-1C36-3995981273EA}"/>
              </a:ext>
            </a:extLst>
          </p:cNvPr>
          <p:cNvGraphicFramePr>
            <a:graphicFrameLocks noGrp="1"/>
          </p:cNvGraphicFramePr>
          <p:nvPr>
            <p:extLst>
              <p:ext uri="{D42A27DB-BD31-4B8C-83A1-F6EECF244321}">
                <p14:modId xmlns:p14="http://schemas.microsoft.com/office/powerpoint/2010/main" val="622804873"/>
              </p:ext>
            </p:extLst>
          </p:nvPr>
        </p:nvGraphicFramePr>
        <p:xfrm>
          <a:off x="205178" y="2488026"/>
          <a:ext cx="8128000" cy="39319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816221598"/>
                    </a:ext>
                  </a:extLst>
                </a:gridCol>
                <a:gridCol w="4064000">
                  <a:extLst>
                    <a:ext uri="{9D8B030D-6E8A-4147-A177-3AD203B41FA5}">
                      <a16:colId xmlns:a16="http://schemas.microsoft.com/office/drawing/2014/main" val="2758420739"/>
                    </a:ext>
                  </a:extLst>
                </a:gridCol>
              </a:tblGrid>
              <a:tr h="282151">
                <a:tc>
                  <a:txBody>
                    <a:bodyPr/>
                    <a:lstStyle/>
                    <a:p>
                      <a:pPr algn="ctr"/>
                      <a:r>
                        <a:rPr lang="en-US" sz="1600">
                          <a:solidFill>
                            <a:schemeClr val="tx1">
                              <a:lumMod val="50000"/>
                            </a:schemeClr>
                          </a:solidFill>
                          <a:highlight>
                            <a:srgbClr val="00FF00"/>
                          </a:highlight>
                        </a:rPr>
                        <a:t>Must Follow</a:t>
                      </a:r>
                    </a:p>
                  </a:txBody>
                  <a:tcPr/>
                </a:tc>
                <a:tc>
                  <a:txBody>
                    <a:bodyPr/>
                    <a:lstStyle/>
                    <a:p>
                      <a:pPr algn="ctr"/>
                      <a:r>
                        <a:rPr lang="en-US" sz="1600"/>
                        <a:t>Nice to follow</a:t>
                      </a:r>
                    </a:p>
                  </a:txBody>
                  <a:tcPr/>
                </a:tc>
                <a:extLst>
                  <a:ext uri="{0D108BD9-81ED-4DB2-BD59-A6C34878D82A}">
                    <a16:rowId xmlns:a16="http://schemas.microsoft.com/office/drawing/2014/main" val="3680364849"/>
                  </a:ext>
                </a:extLst>
              </a:tr>
              <a:tr h="573446">
                <a:tc>
                  <a:txBody>
                    <a:bodyPr/>
                    <a:lstStyle/>
                    <a:p>
                      <a:r>
                        <a:rPr lang="en-US" sz="1600"/>
                        <a:t>Critical to stability, battery life, performance, user experience, interoperability </a:t>
                      </a:r>
                    </a:p>
                  </a:txBody>
                  <a:tcPr/>
                </a:tc>
                <a:tc>
                  <a:txBody>
                    <a:bodyPr/>
                    <a:lstStyle/>
                    <a:p>
                      <a:r>
                        <a:rPr lang="en-US" sz="1600"/>
                        <a:t>Non critical to stability, battery life, performance, OEM specific features </a:t>
                      </a:r>
                    </a:p>
                  </a:txBody>
                  <a:tcPr/>
                </a:tc>
                <a:extLst>
                  <a:ext uri="{0D108BD9-81ED-4DB2-BD59-A6C34878D82A}">
                    <a16:rowId xmlns:a16="http://schemas.microsoft.com/office/drawing/2014/main" val="1834025151"/>
                  </a:ext>
                </a:extLst>
              </a:tr>
              <a:tr h="2075524">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Memory</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IMVP VR, hetero PD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PD controller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Audio</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DP/USB/TBT retimer/redriver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PCB stackup (impact memory, HSIO)</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eDP panel</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Storage</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Camera</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Wi-Fi</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TPM</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Charger </a:t>
                      </a: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EC</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BIOS flash, SPI ROM</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Accelerometer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security module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WWAN</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a:t>LAN (corp only, usually Intel solution)</a:t>
                      </a:r>
                    </a:p>
                    <a:p>
                      <a:endParaRPr lang="en-US" sz="1600"/>
                    </a:p>
                  </a:txBody>
                  <a:tcPr/>
                </a:tc>
                <a:extLst>
                  <a:ext uri="{0D108BD9-81ED-4DB2-BD59-A6C34878D82A}">
                    <a16:rowId xmlns:a16="http://schemas.microsoft.com/office/drawing/2014/main" val="1174414799"/>
                  </a:ext>
                </a:extLst>
              </a:tr>
            </a:tbl>
          </a:graphicData>
        </a:graphic>
      </p:graphicFrame>
      <p:sp>
        <p:nvSpPr>
          <p:cNvPr id="8" name="TextBox 7">
            <a:extLst>
              <a:ext uri="{FF2B5EF4-FFF2-40B4-BE49-F238E27FC236}">
                <a16:creationId xmlns:a16="http://schemas.microsoft.com/office/drawing/2014/main" id="{650A6FD5-9D74-D789-61E8-DD8B192A4343}"/>
              </a:ext>
            </a:extLst>
          </p:cNvPr>
          <p:cNvSpPr txBox="1"/>
          <p:nvPr/>
        </p:nvSpPr>
        <p:spPr>
          <a:xfrm>
            <a:off x="8617979" y="5074921"/>
            <a:ext cx="3089710" cy="1062599"/>
          </a:xfrm>
          <a:prstGeom prst="rect">
            <a:avLst/>
          </a:prstGeom>
          <a:noFill/>
        </p:spPr>
        <p:txBody>
          <a:bodyPr wrap="square" rtlCol="0">
            <a:spAutoFit/>
          </a:bodyPr>
          <a:lstStyle/>
          <a:p>
            <a:r>
              <a:rPr lang="en-US" sz="1400">
                <a:solidFill>
                  <a:srgbClr val="00B0F0"/>
                </a:solidFill>
              </a:rPr>
              <a:t>6 out of 9 PTL EE designs are reuse chassis, assume some/many key components may re-used from previous gen, need deep dive BOM review session with OEM/ODM </a:t>
            </a:r>
          </a:p>
        </p:txBody>
      </p:sp>
    </p:spTree>
    <p:extLst>
      <p:ext uri="{BB962C8B-B14F-4D97-AF65-F5344CB8AC3E}">
        <p14:creationId xmlns:p14="http://schemas.microsoft.com/office/powerpoint/2010/main" val="3728191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9E7F1-1824-0E5E-EBF1-B8FDFC968C2A}"/>
              </a:ext>
            </a:extLst>
          </p:cNvPr>
          <p:cNvSpPr>
            <a:spLocks noGrp="1"/>
          </p:cNvSpPr>
          <p:nvPr>
            <p:ph type="title"/>
          </p:nvPr>
        </p:nvSpPr>
        <p:spPr>
          <a:xfrm>
            <a:off x="341761" y="49428"/>
            <a:ext cx="10972800" cy="1199822"/>
          </a:xfrm>
        </p:spPr>
        <p:txBody>
          <a:bodyPr/>
          <a:lstStyle/>
          <a:p>
            <a:r>
              <a:rPr lang="en-US" sz="3600"/>
              <a:t>PTL EE Design and RVP/</a:t>
            </a:r>
            <a:r>
              <a:rPr lang="en-US" sz="3600" err="1"/>
              <a:t>xEP</a:t>
            </a:r>
            <a:r>
              <a:rPr lang="en-US" sz="3600"/>
              <a:t> BOM Risk Level and Action Plan </a:t>
            </a:r>
            <a:endParaRPr lang="en-US"/>
          </a:p>
        </p:txBody>
      </p:sp>
      <p:sp>
        <p:nvSpPr>
          <p:cNvPr id="6" name="Arrow: Right 5">
            <a:extLst>
              <a:ext uri="{FF2B5EF4-FFF2-40B4-BE49-F238E27FC236}">
                <a16:creationId xmlns:a16="http://schemas.microsoft.com/office/drawing/2014/main" id="{7BBD1EA2-5D25-8CB3-D1C4-7BAD1E2A908C}"/>
              </a:ext>
            </a:extLst>
          </p:cNvPr>
          <p:cNvSpPr/>
          <p:nvPr/>
        </p:nvSpPr>
        <p:spPr>
          <a:xfrm rot="5400000">
            <a:off x="-1086039" y="2754453"/>
            <a:ext cx="4605900" cy="2171700"/>
          </a:xfrm>
          <a:prstGeom prst="rightArrow">
            <a:avLst>
              <a:gd name="adj1" fmla="val 57017"/>
              <a:gd name="adj2" fmla="val 50000"/>
            </a:avLst>
          </a:prstGeom>
          <a:gradFill flip="none" rotWithShape="1">
            <a:gsLst>
              <a:gs pos="29000">
                <a:srgbClr val="66FF66"/>
              </a:gs>
              <a:gs pos="50000">
                <a:srgbClr val="FFFF00"/>
              </a:gs>
              <a:gs pos="81000">
                <a:schemeClr val="accent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1C42DFA-560B-5E5C-3333-ED5FF45CE602}"/>
              </a:ext>
            </a:extLst>
          </p:cNvPr>
          <p:cNvSpPr txBox="1"/>
          <p:nvPr/>
        </p:nvSpPr>
        <p:spPr>
          <a:xfrm>
            <a:off x="567939" y="1537351"/>
            <a:ext cx="1297942" cy="591957"/>
          </a:xfrm>
          <a:prstGeom prst="rect">
            <a:avLst/>
          </a:prstGeom>
          <a:noFill/>
        </p:spPr>
        <p:txBody>
          <a:bodyPr wrap="square" rtlCol="0">
            <a:spAutoFit/>
          </a:bodyPr>
          <a:lstStyle/>
          <a:p>
            <a:pPr algn="ctr"/>
            <a:r>
              <a:rPr lang="en-US" sz="1800"/>
              <a:t>Lowest Risk </a:t>
            </a:r>
          </a:p>
        </p:txBody>
      </p:sp>
      <p:sp>
        <p:nvSpPr>
          <p:cNvPr id="8" name="TextBox 7">
            <a:extLst>
              <a:ext uri="{FF2B5EF4-FFF2-40B4-BE49-F238E27FC236}">
                <a16:creationId xmlns:a16="http://schemas.microsoft.com/office/drawing/2014/main" id="{226E1E06-BAAB-C6AF-69C9-1128A6DA831F}"/>
              </a:ext>
            </a:extLst>
          </p:cNvPr>
          <p:cNvSpPr txBox="1"/>
          <p:nvPr/>
        </p:nvSpPr>
        <p:spPr>
          <a:xfrm>
            <a:off x="252218" y="5357421"/>
            <a:ext cx="1929383" cy="342658"/>
          </a:xfrm>
          <a:prstGeom prst="rect">
            <a:avLst/>
          </a:prstGeom>
          <a:noFill/>
        </p:spPr>
        <p:txBody>
          <a:bodyPr wrap="square" rtlCol="0">
            <a:spAutoFit/>
          </a:bodyPr>
          <a:lstStyle/>
          <a:p>
            <a:pPr algn="ctr"/>
            <a:r>
              <a:rPr lang="en-US" sz="1800"/>
              <a:t>High Risk</a:t>
            </a:r>
          </a:p>
        </p:txBody>
      </p:sp>
      <p:sp>
        <p:nvSpPr>
          <p:cNvPr id="9" name="TextBox 8">
            <a:extLst>
              <a:ext uri="{FF2B5EF4-FFF2-40B4-BE49-F238E27FC236}">
                <a16:creationId xmlns:a16="http://schemas.microsoft.com/office/drawing/2014/main" id="{9027F6CA-8264-85E2-36EB-745B1E0177A4}"/>
              </a:ext>
            </a:extLst>
          </p:cNvPr>
          <p:cNvSpPr txBox="1"/>
          <p:nvPr/>
        </p:nvSpPr>
        <p:spPr>
          <a:xfrm>
            <a:off x="2335467" y="1639865"/>
            <a:ext cx="5792533" cy="647485"/>
          </a:xfrm>
          <a:prstGeom prst="rect">
            <a:avLst/>
          </a:prstGeom>
          <a:solidFill>
            <a:srgbClr val="66FF66"/>
          </a:solidFill>
        </p:spPr>
        <p:txBody>
          <a:bodyPr wrap="square" rtlCol="0">
            <a:spAutoFit/>
          </a:bodyPr>
          <a:lstStyle/>
          <a:p>
            <a:r>
              <a:rPr lang="en-US" sz="2000"/>
              <a:t>100% follow RVP/</a:t>
            </a:r>
            <a:r>
              <a:rPr lang="en-US" sz="2000" err="1"/>
              <a:t>xEP</a:t>
            </a:r>
            <a:r>
              <a:rPr lang="en-US" sz="2000"/>
              <a:t> BOM and design include “must follow” and “nice to follow” items </a:t>
            </a:r>
          </a:p>
        </p:txBody>
      </p:sp>
      <p:sp>
        <p:nvSpPr>
          <p:cNvPr id="11" name="TextBox 10">
            <a:extLst>
              <a:ext uri="{FF2B5EF4-FFF2-40B4-BE49-F238E27FC236}">
                <a16:creationId xmlns:a16="http://schemas.microsoft.com/office/drawing/2014/main" id="{6021A8EB-CBE9-D60E-BE04-EC631ADCDF02}"/>
              </a:ext>
            </a:extLst>
          </p:cNvPr>
          <p:cNvSpPr txBox="1"/>
          <p:nvPr/>
        </p:nvSpPr>
        <p:spPr>
          <a:xfrm>
            <a:off x="2335466" y="2737173"/>
            <a:ext cx="5792534" cy="342658"/>
          </a:xfrm>
          <a:prstGeom prst="rect">
            <a:avLst/>
          </a:prstGeom>
          <a:solidFill>
            <a:srgbClr val="66FF66"/>
          </a:solidFill>
        </p:spPr>
        <p:txBody>
          <a:bodyPr wrap="square" rtlCol="0">
            <a:spAutoFit/>
          </a:bodyPr>
          <a:lstStyle/>
          <a:p>
            <a:r>
              <a:rPr lang="en-US" sz="1800"/>
              <a:t>Customer BOM Follow RVP/</a:t>
            </a:r>
            <a:r>
              <a:rPr lang="en-US" sz="1800" err="1"/>
              <a:t>xEP</a:t>
            </a:r>
            <a:r>
              <a:rPr lang="en-US" sz="1800"/>
              <a:t>  “Must Follow” BOM. </a:t>
            </a:r>
          </a:p>
        </p:txBody>
      </p:sp>
      <p:sp>
        <p:nvSpPr>
          <p:cNvPr id="12" name="TextBox 11">
            <a:extLst>
              <a:ext uri="{FF2B5EF4-FFF2-40B4-BE49-F238E27FC236}">
                <a16:creationId xmlns:a16="http://schemas.microsoft.com/office/drawing/2014/main" id="{25DABE01-B182-4AC5-96B4-6C9A029DB87E}"/>
              </a:ext>
            </a:extLst>
          </p:cNvPr>
          <p:cNvSpPr txBox="1"/>
          <p:nvPr/>
        </p:nvSpPr>
        <p:spPr>
          <a:xfrm>
            <a:off x="2423919" y="3630630"/>
            <a:ext cx="5731433" cy="841256"/>
          </a:xfrm>
          <a:prstGeom prst="rect">
            <a:avLst/>
          </a:prstGeom>
          <a:solidFill>
            <a:srgbClr val="A3FF3D"/>
          </a:solidFill>
        </p:spPr>
        <p:txBody>
          <a:bodyPr wrap="square" rtlCol="0">
            <a:spAutoFit/>
          </a:bodyPr>
          <a:lstStyle/>
          <a:p>
            <a:r>
              <a:rPr lang="en-US" sz="1800"/>
              <a:t>Not Follow RVP/</a:t>
            </a:r>
            <a:r>
              <a:rPr lang="en-US" sz="1800" err="1"/>
              <a:t>xEP</a:t>
            </a:r>
            <a:r>
              <a:rPr lang="en-US" sz="1800"/>
              <a:t> “Must Follow” BOM on RVP/</a:t>
            </a:r>
            <a:r>
              <a:rPr lang="en-US" sz="1800" err="1"/>
              <a:t>xEP</a:t>
            </a:r>
            <a:r>
              <a:rPr lang="en-US" sz="1800"/>
              <a:t> but BOM already mass production or validated in previous gen  </a:t>
            </a:r>
          </a:p>
        </p:txBody>
      </p:sp>
      <p:sp>
        <p:nvSpPr>
          <p:cNvPr id="13" name="TextBox 12">
            <a:extLst>
              <a:ext uri="{FF2B5EF4-FFF2-40B4-BE49-F238E27FC236}">
                <a16:creationId xmlns:a16="http://schemas.microsoft.com/office/drawing/2014/main" id="{4ADEF87D-EA12-59E0-EADC-0B900D812393}"/>
              </a:ext>
            </a:extLst>
          </p:cNvPr>
          <p:cNvSpPr txBox="1"/>
          <p:nvPr/>
        </p:nvSpPr>
        <p:spPr>
          <a:xfrm>
            <a:off x="2403880" y="5108122"/>
            <a:ext cx="5731433" cy="841256"/>
          </a:xfrm>
          <a:prstGeom prst="rect">
            <a:avLst/>
          </a:prstGeom>
          <a:solidFill>
            <a:srgbClr val="E96115"/>
          </a:solidFill>
        </p:spPr>
        <p:txBody>
          <a:bodyPr wrap="square" rtlCol="0">
            <a:spAutoFit/>
          </a:bodyPr>
          <a:lstStyle/>
          <a:p>
            <a:r>
              <a:rPr lang="en-US" sz="1800">
                <a:solidFill>
                  <a:schemeClr val="bg1"/>
                </a:solidFill>
              </a:rPr>
              <a:t>Customer BOM not using RVP/</a:t>
            </a:r>
            <a:r>
              <a:rPr lang="en-US" sz="1800" err="1">
                <a:solidFill>
                  <a:schemeClr val="bg1"/>
                </a:solidFill>
              </a:rPr>
              <a:t>xEP</a:t>
            </a:r>
            <a:r>
              <a:rPr lang="en-US" sz="1800">
                <a:solidFill>
                  <a:schemeClr val="bg1"/>
                </a:solidFill>
              </a:rPr>
              <a:t> “Must Follow” BOM and were not validated or mass production in previous gen </a:t>
            </a:r>
          </a:p>
        </p:txBody>
      </p:sp>
      <p:sp>
        <p:nvSpPr>
          <p:cNvPr id="16" name="Arrow: Right 15">
            <a:extLst>
              <a:ext uri="{FF2B5EF4-FFF2-40B4-BE49-F238E27FC236}">
                <a16:creationId xmlns:a16="http://schemas.microsoft.com/office/drawing/2014/main" id="{839F7AE9-D8A7-D305-698D-7FDA222DA18F}"/>
              </a:ext>
            </a:extLst>
          </p:cNvPr>
          <p:cNvSpPr/>
          <p:nvPr/>
        </p:nvSpPr>
        <p:spPr>
          <a:xfrm>
            <a:off x="8236432" y="5342742"/>
            <a:ext cx="1168400" cy="342658"/>
          </a:xfrm>
          <a:prstGeom prst="rightArrow">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B067594-F333-A175-CE7C-B4DD1C4F5588}"/>
              </a:ext>
            </a:extLst>
          </p:cNvPr>
          <p:cNvSpPr txBox="1"/>
          <p:nvPr/>
        </p:nvSpPr>
        <p:spPr>
          <a:xfrm>
            <a:off x="9404832" y="5108122"/>
            <a:ext cx="2330449" cy="841256"/>
          </a:xfrm>
          <a:prstGeom prst="rect">
            <a:avLst/>
          </a:prstGeom>
          <a:noFill/>
        </p:spPr>
        <p:txBody>
          <a:bodyPr wrap="square" rtlCol="0">
            <a:spAutoFit/>
          </a:bodyPr>
          <a:lstStyle/>
          <a:p>
            <a:r>
              <a:rPr lang="en-US" sz="1800">
                <a:solidFill>
                  <a:srgbClr val="FF0000"/>
                </a:solidFill>
              </a:rPr>
              <a:t>Force customer to follow RVP/</a:t>
            </a:r>
            <a:r>
              <a:rPr lang="en-US" sz="1800" err="1">
                <a:solidFill>
                  <a:srgbClr val="FF0000"/>
                </a:solidFill>
              </a:rPr>
              <a:t>xEP</a:t>
            </a:r>
            <a:r>
              <a:rPr lang="en-US" sz="1800">
                <a:solidFill>
                  <a:srgbClr val="FF0000"/>
                </a:solidFill>
              </a:rPr>
              <a:t> “Must follow” BOM</a:t>
            </a:r>
          </a:p>
        </p:txBody>
      </p:sp>
      <p:sp>
        <p:nvSpPr>
          <p:cNvPr id="18" name="Arrow: Right 17">
            <a:extLst>
              <a:ext uri="{FF2B5EF4-FFF2-40B4-BE49-F238E27FC236}">
                <a16:creationId xmlns:a16="http://schemas.microsoft.com/office/drawing/2014/main" id="{DC8BC68E-0057-64F0-BA32-37F34F246EA5}"/>
              </a:ext>
            </a:extLst>
          </p:cNvPr>
          <p:cNvSpPr/>
          <p:nvPr/>
        </p:nvSpPr>
        <p:spPr>
          <a:xfrm>
            <a:off x="8236432" y="3847923"/>
            <a:ext cx="1168400" cy="342658"/>
          </a:xfrm>
          <a:prstGeom prst="rightArrow">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5CA6A49-3FE5-03B5-9AD8-57DFAD85F72E}"/>
              </a:ext>
            </a:extLst>
          </p:cNvPr>
          <p:cNvSpPr txBox="1"/>
          <p:nvPr/>
        </p:nvSpPr>
        <p:spPr>
          <a:xfrm>
            <a:off x="9404832" y="3579498"/>
            <a:ext cx="2330449" cy="1256498"/>
          </a:xfrm>
          <a:prstGeom prst="rect">
            <a:avLst/>
          </a:prstGeom>
          <a:noFill/>
        </p:spPr>
        <p:txBody>
          <a:bodyPr wrap="square" rtlCol="0">
            <a:spAutoFit/>
          </a:bodyPr>
          <a:lstStyle/>
          <a:p>
            <a:r>
              <a:rPr lang="en-US" sz="1400">
                <a:solidFill>
                  <a:srgbClr val="FF0000"/>
                </a:solidFill>
              </a:rPr>
              <a:t>Force customer to follow RVP/</a:t>
            </a:r>
            <a:r>
              <a:rPr lang="en-US" sz="1400" err="1">
                <a:solidFill>
                  <a:srgbClr val="FF0000"/>
                </a:solidFill>
              </a:rPr>
              <a:t>xEP</a:t>
            </a:r>
            <a:r>
              <a:rPr lang="en-US" sz="1400">
                <a:solidFill>
                  <a:srgbClr val="FF0000"/>
                </a:solidFill>
              </a:rPr>
              <a:t> “Must follow” BOM. If customer cannot change, Need alignment on validation plan to ensure low risk </a:t>
            </a:r>
          </a:p>
        </p:txBody>
      </p:sp>
    </p:spTree>
    <p:extLst>
      <p:ext uri="{BB962C8B-B14F-4D97-AF65-F5344CB8AC3E}">
        <p14:creationId xmlns:p14="http://schemas.microsoft.com/office/powerpoint/2010/main" val="1833286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5D292-98C5-FF13-D026-888F1648C42A}"/>
              </a:ext>
            </a:extLst>
          </p:cNvPr>
          <p:cNvSpPr>
            <a:spLocks noGrp="1"/>
          </p:cNvSpPr>
          <p:nvPr>
            <p:ph type="title"/>
          </p:nvPr>
        </p:nvSpPr>
        <p:spPr>
          <a:xfrm>
            <a:off x="234696" y="47493"/>
            <a:ext cx="10972800" cy="526335"/>
          </a:xfrm>
        </p:spPr>
        <p:txBody>
          <a:bodyPr>
            <a:normAutofit fontScale="90000"/>
          </a:bodyPr>
          <a:lstStyle/>
          <a:p>
            <a:r>
              <a:rPr lang="en-US" sz="3600"/>
              <a:t>PTL EE Design and RVP/</a:t>
            </a:r>
            <a:r>
              <a:rPr lang="en-US" sz="3600" err="1"/>
              <a:t>xEP</a:t>
            </a:r>
            <a:r>
              <a:rPr lang="en-US" sz="3600"/>
              <a:t> BOM Alignment Strategy</a:t>
            </a:r>
            <a:endParaRPr lang="en-US"/>
          </a:p>
        </p:txBody>
      </p:sp>
      <p:graphicFrame>
        <p:nvGraphicFramePr>
          <p:cNvPr id="4" name="Table 3">
            <a:extLst>
              <a:ext uri="{FF2B5EF4-FFF2-40B4-BE49-F238E27FC236}">
                <a16:creationId xmlns:a16="http://schemas.microsoft.com/office/drawing/2014/main" id="{37444ACE-9529-F41A-24AF-308AC23A34F1}"/>
              </a:ext>
            </a:extLst>
          </p:cNvPr>
          <p:cNvGraphicFramePr>
            <a:graphicFrameLocks noGrp="1"/>
          </p:cNvGraphicFramePr>
          <p:nvPr>
            <p:extLst>
              <p:ext uri="{D42A27DB-BD31-4B8C-83A1-F6EECF244321}">
                <p14:modId xmlns:p14="http://schemas.microsoft.com/office/powerpoint/2010/main" val="413426906"/>
              </p:ext>
            </p:extLst>
          </p:nvPr>
        </p:nvGraphicFramePr>
        <p:xfrm>
          <a:off x="234696" y="640080"/>
          <a:ext cx="11533631" cy="6069843"/>
        </p:xfrm>
        <a:graphic>
          <a:graphicData uri="http://schemas.openxmlformats.org/drawingml/2006/table">
            <a:tbl>
              <a:tblPr/>
              <a:tblGrid>
                <a:gridCol w="746335">
                  <a:extLst>
                    <a:ext uri="{9D8B030D-6E8A-4147-A177-3AD203B41FA5}">
                      <a16:colId xmlns:a16="http://schemas.microsoft.com/office/drawing/2014/main" val="8705841"/>
                    </a:ext>
                  </a:extLst>
                </a:gridCol>
                <a:gridCol w="2181067">
                  <a:extLst>
                    <a:ext uri="{9D8B030D-6E8A-4147-A177-3AD203B41FA5}">
                      <a16:colId xmlns:a16="http://schemas.microsoft.com/office/drawing/2014/main" val="4063888774"/>
                    </a:ext>
                  </a:extLst>
                </a:gridCol>
                <a:gridCol w="1099006">
                  <a:extLst>
                    <a:ext uri="{9D8B030D-6E8A-4147-A177-3AD203B41FA5}">
                      <a16:colId xmlns:a16="http://schemas.microsoft.com/office/drawing/2014/main" val="3800568405"/>
                    </a:ext>
                  </a:extLst>
                </a:gridCol>
                <a:gridCol w="1600200">
                  <a:extLst>
                    <a:ext uri="{9D8B030D-6E8A-4147-A177-3AD203B41FA5}">
                      <a16:colId xmlns:a16="http://schemas.microsoft.com/office/drawing/2014/main" val="3596278443"/>
                    </a:ext>
                  </a:extLst>
                </a:gridCol>
                <a:gridCol w="1773936">
                  <a:extLst>
                    <a:ext uri="{9D8B030D-6E8A-4147-A177-3AD203B41FA5}">
                      <a16:colId xmlns:a16="http://schemas.microsoft.com/office/drawing/2014/main" val="1958453213"/>
                    </a:ext>
                  </a:extLst>
                </a:gridCol>
                <a:gridCol w="4133087">
                  <a:extLst>
                    <a:ext uri="{9D8B030D-6E8A-4147-A177-3AD203B41FA5}">
                      <a16:colId xmlns:a16="http://schemas.microsoft.com/office/drawing/2014/main" val="1762619134"/>
                    </a:ext>
                  </a:extLst>
                </a:gridCol>
              </a:tblGrid>
              <a:tr h="223299">
                <a:tc>
                  <a:txBody>
                    <a:bodyPr/>
                    <a:lstStyle/>
                    <a:p>
                      <a:pPr algn="ctr" fontAlgn="ctr"/>
                      <a:endParaRPr lang="en-US" sz="1050" b="1"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200" b="1" i="0" u="none" strike="noStrike">
                          <a:solidFill>
                            <a:srgbClr val="0070C0"/>
                          </a:solidFill>
                          <a:effectLst/>
                          <a:latin typeface="Aptos" panose="020B0004020202020204" pitchFamily="34" charset="0"/>
                        </a:rPr>
                        <a:t>RVP, BEP, AEP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200" b="1" i="0" u="none" strike="noStrike">
                          <a:solidFill>
                            <a:srgbClr val="0070C0"/>
                          </a:solidFill>
                          <a:effectLst/>
                          <a:latin typeface="Aptos" panose="020B0004020202020204" pitchFamily="34" charset="0"/>
                        </a:rPr>
                        <a:t>Must Follow</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200" b="1" i="0" u="none" strike="noStrike">
                          <a:solidFill>
                            <a:srgbClr val="0070C0"/>
                          </a:solidFill>
                          <a:effectLst/>
                          <a:latin typeface="Aptos" panose="020B0004020202020204" pitchFamily="34" charset="0"/>
                        </a:rPr>
                        <a:t>Stability Sensitive</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200" b="1" i="0" u="none" strike="noStrike">
                          <a:solidFill>
                            <a:srgbClr val="0070C0"/>
                          </a:solidFill>
                          <a:effectLst/>
                          <a:latin typeface="Aptos" panose="020B0004020202020204" pitchFamily="34" charset="0"/>
                        </a:rPr>
                        <a:t>Battery Life Sensitive</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200" b="1" i="0" u="none" strike="noStrike">
                          <a:solidFill>
                            <a:srgbClr val="0070C0"/>
                          </a:solidFill>
                          <a:effectLst/>
                          <a:latin typeface="Aptos" panose="020B0004020202020204" pitchFamily="34" charset="0"/>
                        </a:rPr>
                        <a:t>Interoperability, User Experience sensitive </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437146852"/>
                  </a:ext>
                </a:extLst>
              </a:tr>
              <a:tr h="158346">
                <a:tc>
                  <a:txBody>
                    <a:bodyPr/>
                    <a:lstStyle/>
                    <a:p>
                      <a:pPr algn="ctr" fontAlgn="ctr"/>
                      <a:r>
                        <a:rPr lang="en-US" sz="900" b="0" i="0" u="none" strike="noStrike">
                          <a:solidFill>
                            <a:srgbClr val="000000"/>
                          </a:solidFill>
                          <a:effectLst/>
                          <a:latin typeface="Aptos" panose="020B0004020202020204" pitchFamily="34" charset="0"/>
                        </a:rPr>
                        <a:t>SOC</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900" b="0" i="0" u="none" strike="noStrike">
                          <a:solidFill>
                            <a:srgbClr val="000000"/>
                          </a:solidFill>
                          <a:effectLst/>
                          <a:latin typeface="Aptos" panose="020B0004020202020204" pitchFamily="34" charset="0"/>
                        </a:rPr>
                        <a:t>Replaceable</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900" b="0"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900" b="0"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900" b="0"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900" b="0"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27972426"/>
                  </a:ext>
                </a:extLst>
              </a:tr>
              <a:tr h="180569">
                <a:tc>
                  <a:txBody>
                    <a:bodyPr/>
                    <a:lstStyle/>
                    <a:p>
                      <a:pPr algn="ctr" fontAlgn="ctr"/>
                      <a:r>
                        <a:rPr lang="en-US" sz="900" b="0" i="0" u="none" strike="noStrike">
                          <a:solidFill>
                            <a:srgbClr val="000000"/>
                          </a:solidFill>
                          <a:effectLst/>
                          <a:latin typeface="Aptos" panose="020B0004020202020204" pitchFamily="34" charset="0"/>
                        </a:rPr>
                        <a:t>DRAM</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ctr"/>
                      <a:r>
                        <a:rPr lang="da-DK" sz="900" b="0" i="0" u="none" strike="noStrike">
                          <a:solidFill>
                            <a:srgbClr val="000000"/>
                          </a:solidFill>
                          <a:effectLst/>
                          <a:latin typeface="Aptos" panose="020B0004020202020204" pitchFamily="34" charset="0"/>
                        </a:rPr>
                        <a:t>LPCAMM(LP5x), MD(LP5x), SODIMM(DDR5)</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ctr"/>
                      <a:r>
                        <a:rPr lang="da-DK" sz="1050" b="1" i="0" u="none" strike="noStrike">
                          <a:solidFill>
                            <a:srgbClr val="FF0000"/>
                          </a:solidFill>
                          <a:effectLst/>
                          <a:latin typeface="Aptos" panose="020B0004020202020204" pitchFamily="34" charset="0"/>
                        </a:rPr>
                        <a:t>V</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ctr"/>
                      <a:r>
                        <a:rPr lang="da-DK" sz="900" b="0" i="0" u="none" strike="noStrike">
                          <a:solidFill>
                            <a:srgbClr val="000000"/>
                          </a:solidFill>
                          <a:effectLst/>
                          <a:latin typeface="Aptos" panose="020B0004020202020204" pitchFamily="34" charset="0"/>
                        </a:rPr>
                        <a:t>V</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ctr"/>
                      <a:endParaRPr lang="da-DK" sz="900" b="0"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da-DK" sz="900" b="0"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71472884"/>
                  </a:ext>
                </a:extLst>
              </a:tr>
              <a:tr h="291686">
                <a:tc>
                  <a:txBody>
                    <a:bodyPr/>
                    <a:lstStyle/>
                    <a:p>
                      <a:pPr algn="ctr" fontAlgn="ctr"/>
                      <a:r>
                        <a:rPr lang="en-US" sz="900" b="0" i="0" u="none" strike="noStrike">
                          <a:solidFill>
                            <a:srgbClr val="000000"/>
                          </a:solidFill>
                          <a:effectLst/>
                          <a:latin typeface="Aptos" panose="020B0004020202020204" pitchFamily="34" charset="0"/>
                        </a:rPr>
                        <a:t>VR Controller</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ctr"/>
                      <a:r>
                        <a:rPr lang="nl-NL" sz="900" b="0" i="0" u="none" strike="noStrike">
                          <a:solidFill>
                            <a:srgbClr val="000000"/>
                          </a:solidFill>
                          <a:effectLst/>
                          <a:latin typeface="Aptos" panose="020B0004020202020204" pitchFamily="34" charset="0"/>
                        </a:rPr>
                        <a:t>Richtek RT3645BEN-01A</a:t>
                      </a:r>
                      <a:br>
                        <a:rPr lang="nl-NL" sz="900" b="0" i="0" u="none" strike="noStrike">
                          <a:solidFill>
                            <a:srgbClr val="000000"/>
                          </a:solidFill>
                          <a:effectLst/>
                          <a:latin typeface="Aptos" panose="020B0004020202020204" pitchFamily="34" charset="0"/>
                        </a:rPr>
                      </a:br>
                      <a:r>
                        <a:rPr lang="nl-NL" sz="900" b="0" i="0" u="none" strike="noStrike">
                          <a:solidFill>
                            <a:srgbClr val="000000"/>
                          </a:solidFill>
                          <a:effectLst/>
                          <a:latin typeface="Aptos" panose="020B0004020202020204" pitchFamily="34" charset="0"/>
                        </a:rPr>
                        <a:t>MPS  MP29011GQKT(BEP)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ctr"/>
                      <a:r>
                        <a:rPr lang="nl-NL" sz="1050" b="1" i="0" u="none" strike="noStrike">
                          <a:solidFill>
                            <a:srgbClr val="FF0000"/>
                          </a:solidFill>
                          <a:effectLst/>
                          <a:latin typeface="Aptos" panose="020B0004020202020204" pitchFamily="34" charset="0"/>
                        </a:rPr>
                        <a:t>V</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ctr"/>
                      <a:r>
                        <a:rPr lang="nl-NL" sz="900" b="0" i="0" u="none" strike="noStrike">
                          <a:solidFill>
                            <a:srgbClr val="000000"/>
                          </a:solidFill>
                          <a:effectLst/>
                          <a:latin typeface="Aptos" panose="020B0004020202020204" pitchFamily="34" charset="0"/>
                        </a:rPr>
                        <a:t>V</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ctr"/>
                      <a:r>
                        <a:rPr lang="nl-NL" sz="900" b="0" i="0" u="none" strike="noStrike">
                          <a:solidFill>
                            <a:srgbClr val="000000"/>
                          </a:solidFill>
                          <a:effectLst/>
                          <a:latin typeface="Aptos" panose="020B0004020202020204" pitchFamily="34" charset="0"/>
                        </a:rPr>
                        <a:t>V</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ctr"/>
                      <a:endParaRPr lang="nl-NL" sz="900" b="0"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6687436"/>
                  </a:ext>
                </a:extLst>
              </a:tr>
              <a:tr h="291686">
                <a:tc>
                  <a:txBody>
                    <a:bodyPr/>
                    <a:lstStyle/>
                    <a:p>
                      <a:pPr algn="ctr" fontAlgn="b"/>
                      <a:r>
                        <a:rPr lang="en-US" sz="900" b="0" i="0" u="none" strike="noStrike">
                          <a:solidFill>
                            <a:srgbClr val="000000"/>
                          </a:solidFill>
                          <a:effectLst/>
                          <a:latin typeface="Aptos Narrow" panose="020B0004020202020204" pitchFamily="34" charset="0"/>
                        </a:rPr>
                        <a:t>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Aptos Narrow" panose="020B0004020202020204" pitchFamily="34" charset="0"/>
                        </a:rPr>
                        <a:t>Microchip MEC1723 </a:t>
                      </a:r>
                      <a:r>
                        <a:rPr lang="en-US" sz="900" b="0" i="0" u="none" strike="noStrike" err="1">
                          <a:solidFill>
                            <a:srgbClr val="000000"/>
                          </a:solidFill>
                          <a:effectLst/>
                          <a:latin typeface="Aptos Narrow" panose="020B0004020202020204" pitchFamily="34" charset="0"/>
                        </a:rPr>
                        <a:t>eSPI</a:t>
                      </a:r>
                      <a:r>
                        <a:rPr lang="en-US" sz="900" b="0" i="0" u="none" strike="noStrike">
                          <a:solidFill>
                            <a:srgbClr val="000000"/>
                          </a:solidFill>
                          <a:effectLst/>
                          <a:latin typeface="Aptos Narrow" panose="020B0004020202020204" pitchFamily="34" charset="0"/>
                        </a:rPr>
                        <a:t> (RVP, AEP)</a:t>
                      </a:r>
                      <a:br>
                        <a:rPr lang="en-US" sz="900" b="0" i="0" u="none" strike="noStrike">
                          <a:solidFill>
                            <a:srgbClr val="000000"/>
                          </a:solidFill>
                          <a:effectLst/>
                          <a:latin typeface="Aptos Narrow" panose="020B0004020202020204" pitchFamily="34" charset="0"/>
                        </a:rPr>
                      </a:br>
                      <a:r>
                        <a:rPr lang="en-US" sz="900" b="0" i="0" u="none" strike="noStrike">
                          <a:solidFill>
                            <a:srgbClr val="000000"/>
                          </a:solidFill>
                          <a:effectLst/>
                          <a:latin typeface="Aptos Narrow" panose="020B0004020202020204" pitchFamily="34" charset="0"/>
                        </a:rPr>
                        <a:t>ITE IT82002VG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1050" b="1" i="0" u="none" strike="noStrike">
                        <a:solidFill>
                          <a:srgbClr val="FF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29888980"/>
                  </a:ext>
                </a:extLst>
              </a:tr>
              <a:tr h="180569">
                <a:tc>
                  <a:txBody>
                    <a:bodyPr/>
                    <a:lstStyle/>
                    <a:p>
                      <a:pPr algn="ctr" fontAlgn="b"/>
                      <a:r>
                        <a:rPr lang="en-US" sz="900" b="0" i="0" u="none" strike="noStrike">
                          <a:solidFill>
                            <a:srgbClr val="000000"/>
                          </a:solidFill>
                          <a:effectLst/>
                          <a:latin typeface="Aptos Narrow" panose="020B0004020202020204" pitchFamily="34" charset="0"/>
                        </a:rPr>
                        <a:t>LAN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Aptos Narrow" panose="020B0004020202020204" pitchFamily="34" charset="0"/>
                        </a:rPr>
                        <a:t>Jacksonville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1050" b="1" i="0" u="none" strike="noStrike">
                        <a:solidFill>
                          <a:srgbClr val="FF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48460561"/>
                  </a:ext>
                </a:extLst>
              </a:tr>
              <a:tr h="180569">
                <a:tc>
                  <a:txBody>
                    <a:bodyPr/>
                    <a:lstStyle/>
                    <a:p>
                      <a:pPr algn="ctr" fontAlgn="b"/>
                      <a:r>
                        <a:rPr lang="en-US" sz="900" b="0" i="0" u="none" strike="noStrike">
                          <a:solidFill>
                            <a:srgbClr val="000000"/>
                          </a:solidFill>
                          <a:effectLst/>
                          <a:latin typeface="Aptos Narrow" panose="020B0004020202020204" pitchFamily="34" charset="0"/>
                        </a:rPr>
                        <a:t>WLAN/BT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Whalepeak-2 (2x2)</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1050" b="1" i="0" u="none" strike="noStrike">
                          <a:solidFill>
                            <a:srgbClr val="FF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3091601825"/>
                  </a:ext>
                </a:extLst>
              </a:tr>
              <a:tr h="425026">
                <a:tc>
                  <a:txBody>
                    <a:bodyPr/>
                    <a:lstStyle/>
                    <a:p>
                      <a:pPr algn="ctr" fontAlgn="b"/>
                      <a:r>
                        <a:rPr lang="en-US" sz="900" b="0" i="0" u="none" strike="noStrike">
                          <a:solidFill>
                            <a:srgbClr val="000000"/>
                          </a:solidFill>
                          <a:effectLst/>
                          <a:latin typeface="Aptos Narrow" panose="020B0004020202020204" pitchFamily="34" charset="0"/>
                        </a:rPr>
                        <a:t>Audio Codec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Realtek ALC712-VB, ALC1320 , ALC722(RVP)</a:t>
                      </a:r>
                      <a:br>
                        <a:rPr lang="en-US" sz="900" b="0" i="0" u="none" strike="noStrike">
                          <a:solidFill>
                            <a:srgbClr val="000000"/>
                          </a:solidFill>
                          <a:effectLst/>
                          <a:latin typeface="Aptos Narrow" panose="020B0004020202020204" pitchFamily="34" charset="0"/>
                        </a:rPr>
                      </a:br>
                      <a:r>
                        <a:rPr lang="en-US" sz="900" b="0" i="0" u="none" strike="noStrike">
                          <a:solidFill>
                            <a:srgbClr val="000000"/>
                          </a:solidFill>
                          <a:effectLst/>
                          <a:latin typeface="Aptos Narrow" panose="020B0004020202020204" pitchFamily="34" charset="0"/>
                        </a:rPr>
                        <a:t>Cirrus Logic CS35L56(AEP)</a:t>
                      </a:r>
                      <a:br>
                        <a:rPr lang="en-US" sz="900" b="0" i="0" u="none" strike="noStrike">
                          <a:solidFill>
                            <a:srgbClr val="000000"/>
                          </a:solidFill>
                          <a:effectLst/>
                          <a:latin typeface="Aptos Narrow" panose="020B0004020202020204" pitchFamily="34" charset="0"/>
                        </a:rPr>
                      </a:br>
                      <a:r>
                        <a:rPr lang="en-US" sz="900" b="0" i="0" u="none" strike="noStrike">
                          <a:solidFill>
                            <a:srgbClr val="000000"/>
                          </a:solidFill>
                          <a:effectLst/>
                          <a:latin typeface="Aptos Narrow" panose="020B0004020202020204" pitchFamily="34" charset="0"/>
                        </a:rPr>
                        <a:t>Cirrus Logic CS42L43(BEP MIPI/I2S)</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1050" b="1" i="0" u="none" strike="noStrike">
                          <a:solidFill>
                            <a:srgbClr val="FF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980061223"/>
                  </a:ext>
                </a:extLst>
              </a:tr>
              <a:tr h="291686">
                <a:tc>
                  <a:txBody>
                    <a:bodyPr/>
                    <a:lstStyle/>
                    <a:p>
                      <a:pPr algn="ctr" fontAlgn="b"/>
                      <a:r>
                        <a:rPr lang="en-US" sz="900" b="0" i="0" u="none" strike="noStrike">
                          <a:solidFill>
                            <a:srgbClr val="000000"/>
                          </a:solidFill>
                          <a:effectLst/>
                          <a:latin typeface="Aptos Narrow" panose="020B0004020202020204" pitchFamily="34" charset="0"/>
                        </a:rPr>
                        <a:t>Audio Amplify</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N/A , within codec (RVP)</a:t>
                      </a:r>
                      <a:br>
                        <a:rPr lang="en-US" sz="900" b="0" i="0" u="none" strike="noStrike">
                          <a:solidFill>
                            <a:srgbClr val="000000"/>
                          </a:solidFill>
                          <a:effectLst/>
                          <a:latin typeface="Aptos Narrow" panose="020B0004020202020204" pitchFamily="34" charset="0"/>
                        </a:rPr>
                      </a:br>
                      <a:r>
                        <a:rPr lang="en-US" sz="900" b="0" i="0" u="none" strike="noStrike">
                          <a:solidFill>
                            <a:srgbClr val="000000"/>
                          </a:solidFill>
                          <a:effectLst/>
                          <a:latin typeface="Aptos Narrow" panose="020B0004020202020204" pitchFamily="34" charset="0"/>
                        </a:rPr>
                        <a:t>CLASS_D_AMP,NA,CS35L63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1050" b="1" i="0" u="none" strike="noStrike">
                          <a:solidFill>
                            <a:srgbClr val="FF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524175713"/>
                  </a:ext>
                </a:extLst>
              </a:tr>
              <a:tr h="291686">
                <a:tc>
                  <a:txBody>
                    <a:bodyPr/>
                    <a:lstStyle/>
                    <a:p>
                      <a:pPr algn="ctr" fontAlgn="b"/>
                      <a:r>
                        <a:rPr lang="en-US" sz="900" b="0" i="0" u="none" strike="noStrike">
                          <a:solidFill>
                            <a:srgbClr val="000000"/>
                          </a:solidFill>
                          <a:effectLst/>
                          <a:latin typeface="Aptos Narrow" panose="020B0004020202020204" pitchFamily="34" charset="0"/>
                        </a:rPr>
                        <a:t>BIOS Flash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900" b="0" i="0" u="none" strike="noStrike" err="1">
                          <a:solidFill>
                            <a:srgbClr val="000000"/>
                          </a:solidFill>
                          <a:effectLst/>
                          <a:latin typeface="Aptos Narrow" panose="020B0004020202020204" pitchFamily="34" charset="0"/>
                        </a:rPr>
                        <a:t>Macronix</a:t>
                      </a:r>
                      <a:r>
                        <a:rPr lang="en-US" sz="900" b="0" i="0" u="none" strike="noStrike">
                          <a:solidFill>
                            <a:srgbClr val="000000"/>
                          </a:solidFill>
                          <a:effectLst/>
                          <a:latin typeface="Aptos Narrow" panose="020B0004020202020204" pitchFamily="34" charset="0"/>
                        </a:rPr>
                        <a:t> 64MB</a:t>
                      </a:r>
                      <a:br>
                        <a:rPr lang="en-US" sz="900" b="0" i="0" u="none" strike="noStrike">
                          <a:solidFill>
                            <a:srgbClr val="000000"/>
                          </a:solidFill>
                          <a:effectLst/>
                          <a:latin typeface="Aptos Narrow" panose="020B0004020202020204" pitchFamily="34" charset="0"/>
                        </a:rPr>
                      </a:br>
                      <a:r>
                        <a:rPr lang="en-US" sz="900" b="0" i="0" u="none" strike="noStrike" err="1">
                          <a:solidFill>
                            <a:srgbClr val="000000"/>
                          </a:solidFill>
                          <a:effectLst/>
                          <a:latin typeface="Aptos Narrow" panose="020B0004020202020204" pitchFamily="34" charset="0"/>
                        </a:rPr>
                        <a:t>GigaDevice</a:t>
                      </a:r>
                      <a:r>
                        <a:rPr lang="en-US" sz="900" b="0" i="0" u="none" strike="noStrike">
                          <a:solidFill>
                            <a:srgbClr val="000000"/>
                          </a:solidFill>
                          <a:effectLst/>
                          <a:latin typeface="Aptos Narrow" panose="020B0004020202020204" pitchFamily="34" charset="0"/>
                        </a:rPr>
                        <a:t> GD25LB512MEYIGR 64MB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1050" b="1" i="0" u="none" strike="noStrike">
                        <a:solidFill>
                          <a:srgbClr val="FF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34362848"/>
                  </a:ext>
                </a:extLst>
              </a:tr>
              <a:tr h="425026">
                <a:tc>
                  <a:txBody>
                    <a:bodyPr/>
                    <a:lstStyle/>
                    <a:p>
                      <a:pPr algn="ctr" fontAlgn="b"/>
                      <a:r>
                        <a:rPr lang="en-US" sz="900" b="0" i="0" u="none" strike="noStrike">
                          <a:solidFill>
                            <a:srgbClr val="000000"/>
                          </a:solidFill>
                          <a:effectLst/>
                          <a:latin typeface="Aptos Narrow" panose="020B0004020202020204" pitchFamily="34" charset="0"/>
                        </a:rPr>
                        <a:t>DP </a:t>
                      </a:r>
                      <a:r>
                        <a:rPr lang="en-US" sz="900" b="0" i="0" u="none" strike="noStrike" err="1">
                          <a:solidFill>
                            <a:srgbClr val="000000"/>
                          </a:solidFill>
                          <a:effectLst/>
                          <a:latin typeface="Aptos Narrow" panose="020B0004020202020204" pitchFamily="34" charset="0"/>
                        </a:rPr>
                        <a:t>Redriver</a:t>
                      </a:r>
                      <a:br>
                        <a:rPr lang="en-US" sz="900" b="0" i="0" u="none" strike="noStrike">
                          <a:solidFill>
                            <a:srgbClr val="000000"/>
                          </a:solidFill>
                          <a:effectLst/>
                          <a:latin typeface="Aptos Narrow" panose="020B0004020202020204" pitchFamily="34" charset="0"/>
                        </a:rPr>
                      </a:br>
                      <a:r>
                        <a:rPr lang="en-US" sz="900" b="0" i="0" u="none" strike="noStrike">
                          <a:solidFill>
                            <a:srgbClr val="000000"/>
                          </a:solidFill>
                          <a:effectLst/>
                          <a:latin typeface="Aptos Narrow" panose="020B0004020202020204" pitchFamily="34" charset="0"/>
                        </a:rPr>
                        <a:t>DP </a:t>
                      </a:r>
                      <a:r>
                        <a:rPr lang="en-US" sz="900" b="0" i="0" u="none" strike="noStrike" err="1">
                          <a:solidFill>
                            <a:srgbClr val="000000"/>
                          </a:solidFill>
                          <a:effectLst/>
                          <a:latin typeface="Aptos Narrow" panose="020B0004020202020204" pitchFamily="34" charset="0"/>
                        </a:rPr>
                        <a:t>Retimer</a:t>
                      </a:r>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no DP </a:t>
                      </a:r>
                      <a:r>
                        <a:rPr lang="en-US" sz="900" b="0" i="0" u="none" strike="noStrike" err="1">
                          <a:solidFill>
                            <a:srgbClr val="000000"/>
                          </a:solidFill>
                          <a:effectLst/>
                          <a:latin typeface="Aptos Narrow" panose="020B0004020202020204" pitchFamily="34" charset="0"/>
                        </a:rPr>
                        <a:t>redriver</a:t>
                      </a:r>
                      <a:r>
                        <a:rPr lang="en-US" sz="900" b="0" i="0" u="none" strike="noStrike">
                          <a:solidFill>
                            <a:srgbClr val="000000"/>
                          </a:solidFill>
                          <a:effectLst/>
                          <a:latin typeface="Aptos Narrow" panose="020B0004020202020204" pitchFamily="34" charset="0"/>
                        </a:rPr>
                        <a:t>/</a:t>
                      </a:r>
                      <a:r>
                        <a:rPr lang="en-US" sz="900" b="0" i="0" u="none" strike="noStrike" err="1">
                          <a:solidFill>
                            <a:srgbClr val="000000"/>
                          </a:solidFill>
                          <a:effectLst/>
                          <a:latin typeface="Aptos Narrow" panose="020B0004020202020204" pitchFamily="34" charset="0"/>
                        </a:rPr>
                        <a:t>retimer</a:t>
                      </a:r>
                      <a:br>
                        <a:rPr lang="en-US" sz="900" b="0" i="0" u="none" strike="noStrike">
                          <a:solidFill>
                            <a:srgbClr val="000000"/>
                          </a:solidFill>
                          <a:effectLst/>
                          <a:latin typeface="Aptos Narrow" panose="020B0004020202020204" pitchFamily="34" charset="0"/>
                        </a:rPr>
                      </a:br>
                      <a:r>
                        <a:rPr lang="en-US" sz="900" b="0" i="0" u="none" strike="noStrike">
                          <a:solidFill>
                            <a:srgbClr val="000000"/>
                          </a:solidFill>
                          <a:effectLst/>
                          <a:latin typeface="Aptos Narrow" panose="020B0004020202020204" pitchFamily="34" charset="0"/>
                        </a:rPr>
                        <a:t>PS8419(</a:t>
                      </a:r>
                      <a:r>
                        <a:rPr lang="en-US" sz="900" b="0" i="0" u="none" strike="noStrike" err="1">
                          <a:solidFill>
                            <a:srgbClr val="000000"/>
                          </a:solidFill>
                          <a:effectLst/>
                          <a:latin typeface="Aptos Narrow" panose="020B0004020202020204" pitchFamily="34" charset="0"/>
                        </a:rPr>
                        <a:t>retimer</a:t>
                      </a:r>
                      <a:r>
                        <a:rPr lang="en-US" sz="900" b="0" i="0" u="none" strike="noStrike">
                          <a:solidFill>
                            <a:srgbClr val="000000"/>
                          </a:solidFill>
                          <a:effectLst/>
                          <a:latin typeface="Aptos Narrow" panose="020B0004020202020204" pitchFamily="34" charset="0"/>
                        </a:rPr>
                        <a:t> , for HDMI)</a:t>
                      </a:r>
                      <a:br>
                        <a:rPr lang="en-US" sz="900" b="0" i="0" u="none" strike="noStrike">
                          <a:solidFill>
                            <a:srgbClr val="000000"/>
                          </a:solidFill>
                          <a:effectLst/>
                          <a:latin typeface="Aptos Narrow" panose="020B0004020202020204" pitchFamily="34" charset="0"/>
                        </a:rPr>
                      </a:br>
                      <a:r>
                        <a:rPr lang="en-US" sz="900" b="0" i="0" u="none" strike="noStrike">
                          <a:solidFill>
                            <a:srgbClr val="000000"/>
                          </a:solidFill>
                          <a:effectLst/>
                          <a:latin typeface="Aptos Narrow" panose="020B0004020202020204" pitchFamily="34" charset="0"/>
                        </a:rPr>
                        <a:t>PS8219(</a:t>
                      </a:r>
                      <a:r>
                        <a:rPr lang="en-US" sz="900" b="0" i="0" u="none" strike="noStrike" err="1">
                          <a:solidFill>
                            <a:srgbClr val="000000"/>
                          </a:solidFill>
                          <a:effectLst/>
                          <a:latin typeface="Aptos Narrow" panose="020B0004020202020204" pitchFamily="34" charset="0"/>
                        </a:rPr>
                        <a:t>redriver</a:t>
                      </a:r>
                      <a:r>
                        <a:rPr lang="en-US" sz="900" b="0" i="0" u="none" strike="noStrike">
                          <a:solidFill>
                            <a:srgbClr val="000000"/>
                          </a:solidFill>
                          <a:effectLst/>
                          <a:latin typeface="Aptos Narrow" panose="020B0004020202020204" pitchFamily="34" charset="0"/>
                        </a:rPr>
                        <a:t>, for HDMI)</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1050" b="1" i="0" u="none" strike="noStrike">
                          <a:solidFill>
                            <a:srgbClr val="FF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3322813198"/>
                  </a:ext>
                </a:extLst>
              </a:tr>
              <a:tr h="180569">
                <a:tc>
                  <a:txBody>
                    <a:bodyPr/>
                    <a:lstStyle/>
                    <a:p>
                      <a:pPr algn="ctr" fontAlgn="b"/>
                      <a:r>
                        <a:rPr lang="en-US" sz="900" b="0" i="0" u="none" strike="noStrike">
                          <a:solidFill>
                            <a:srgbClr val="000000"/>
                          </a:solidFill>
                          <a:effectLst/>
                          <a:latin typeface="Aptos Narrow" panose="020B0004020202020204" pitchFamily="34" charset="0"/>
                        </a:rPr>
                        <a:t>Discrete TBT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Barlow Ridge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1050" b="1" i="0" u="none" strike="noStrike">
                          <a:solidFill>
                            <a:srgbClr val="FF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3013949663"/>
                  </a:ext>
                </a:extLst>
              </a:tr>
              <a:tr h="180569">
                <a:tc>
                  <a:txBody>
                    <a:bodyPr/>
                    <a:lstStyle/>
                    <a:p>
                      <a:pPr algn="ctr" fontAlgn="b"/>
                      <a:r>
                        <a:rPr lang="en-US" sz="900" b="0" i="0" u="none" strike="noStrike">
                          <a:solidFill>
                            <a:srgbClr val="000000"/>
                          </a:solidFill>
                          <a:effectLst/>
                          <a:latin typeface="Aptos Narrow" panose="020B0004020202020204" pitchFamily="34" charset="0"/>
                        </a:rPr>
                        <a:t>TBT Retimer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HBR(RVP, AEP)  , GBR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1050" b="1" i="0" u="none" strike="noStrike">
                          <a:solidFill>
                            <a:srgbClr val="FF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3928402739"/>
                  </a:ext>
                </a:extLst>
              </a:tr>
              <a:tr h="425026">
                <a:tc>
                  <a:txBody>
                    <a:bodyPr/>
                    <a:lstStyle/>
                    <a:p>
                      <a:pPr algn="ctr" fontAlgn="b"/>
                      <a:r>
                        <a:rPr lang="en-US" sz="900" b="0" i="0" u="none" strike="noStrike">
                          <a:solidFill>
                            <a:srgbClr val="000000"/>
                          </a:solidFill>
                          <a:effectLst/>
                          <a:latin typeface="Aptos Narrow" panose="020B0004020202020204" pitchFamily="34" charset="0"/>
                        </a:rPr>
                        <a:t>PD Controller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CYPD6229(RVP) ; </a:t>
                      </a:r>
                      <a:r>
                        <a:rPr lang="en-US" sz="900" b="0" i="0" u="none" strike="noStrike">
                          <a:solidFill>
                            <a:srgbClr val="FF0000"/>
                          </a:solidFill>
                          <a:effectLst/>
                          <a:latin typeface="Aptos Narrow" panose="020B0004020202020204" pitchFamily="34" charset="0"/>
                        </a:rPr>
                        <a:t>TPS66994 (AEP);</a:t>
                      </a:r>
                      <a:r>
                        <a:rPr lang="en-US" sz="900" b="0" i="0" u="none" strike="noStrike">
                          <a:solidFill>
                            <a:srgbClr val="000000"/>
                          </a:solidFill>
                          <a:effectLst/>
                          <a:latin typeface="Aptos Narrow" panose="020B0004020202020204" pitchFamily="34" charset="0"/>
                        </a:rPr>
                        <a:t> RTS5453P-28(RVP)</a:t>
                      </a:r>
                      <a:br>
                        <a:rPr lang="en-US" sz="900" b="0" i="0" u="none" strike="noStrike">
                          <a:solidFill>
                            <a:srgbClr val="000000"/>
                          </a:solidFill>
                          <a:effectLst/>
                          <a:latin typeface="Aptos Narrow" panose="020B0004020202020204" pitchFamily="34" charset="0"/>
                        </a:rPr>
                      </a:br>
                      <a:r>
                        <a:rPr lang="en-US" sz="900" b="0" i="0" u="none" strike="noStrike">
                          <a:solidFill>
                            <a:srgbClr val="000000"/>
                          </a:solidFill>
                          <a:effectLst/>
                          <a:latin typeface="Aptos Narrow" panose="020B0004020202020204" pitchFamily="34" charset="0"/>
                        </a:rPr>
                        <a:t>GBR(BEP)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1050" b="1" i="0" u="none" strike="noStrike">
                          <a:solidFill>
                            <a:srgbClr val="FF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1612571609"/>
                  </a:ext>
                </a:extLst>
              </a:tr>
              <a:tr h="291686">
                <a:tc>
                  <a:txBody>
                    <a:bodyPr/>
                    <a:lstStyle/>
                    <a:p>
                      <a:pPr algn="ctr" fontAlgn="b"/>
                      <a:r>
                        <a:rPr lang="en-US" sz="900" b="0" i="0" u="none" strike="noStrike">
                          <a:solidFill>
                            <a:srgbClr val="000000"/>
                          </a:solidFill>
                          <a:effectLst/>
                          <a:latin typeface="Aptos Narrow" panose="020B0004020202020204" pitchFamily="34" charset="0"/>
                        </a:rPr>
                        <a:t>USB3.2 Gen2 </a:t>
                      </a:r>
                      <a:br>
                        <a:rPr lang="en-US" sz="900" b="0" i="0" u="none" strike="noStrike">
                          <a:solidFill>
                            <a:srgbClr val="000000"/>
                          </a:solidFill>
                          <a:effectLst/>
                          <a:latin typeface="Aptos Narrow" panose="020B0004020202020204" pitchFamily="34" charset="0"/>
                        </a:rPr>
                      </a:br>
                      <a:r>
                        <a:rPr lang="en-US" sz="900" b="0" i="0" u="none" strike="noStrike">
                          <a:solidFill>
                            <a:srgbClr val="000000"/>
                          </a:solidFill>
                          <a:effectLst/>
                          <a:latin typeface="Aptos Narrow" panose="020B0004020202020204" pitchFamily="34" charset="0"/>
                        </a:rPr>
                        <a:t>Retimer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900" b="0" i="0" u="none" strike="noStrike" err="1">
                          <a:solidFill>
                            <a:srgbClr val="000000"/>
                          </a:solidFill>
                          <a:effectLst/>
                          <a:latin typeface="Aptos Narrow" panose="020B0004020202020204" pitchFamily="34" charset="0"/>
                        </a:rPr>
                        <a:t>Doides</a:t>
                      </a:r>
                      <a:r>
                        <a:rPr lang="en-US" sz="900" b="0" i="0" u="none" strike="noStrike">
                          <a:solidFill>
                            <a:srgbClr val="000000"/>
                          </a:solidFill>
                          <a:effectLst/>
                          <a:latin typeface="Aptos Narrow" panose="020B0004020202020204" pitchFamily="34" charset="0"/>
                        </a:rPr>
                        <a:t> PI3EQX1004E2ZTFEX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1050" b="1" i="0" u="none" strike="noStrike">
                        <a:solidFill>
                          <a:srgbClr val="FF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92751722"/>
                  </a:ext>
                </a:extLst>
              </a:tr>
              <a:tr h="291686">
                <a:tc>
                  <a:txBody>
                    <a:bodyPr/>
                    <a:lstStyle/>
                    <a:p>
                      <a:pPr algn="ctr" fontAlgn="b"/>
                      <a:r>
                        <a:rPr lang="en-US" sz="900" b="0" i="0" u="none" strike="noStrike">
                          <a:solidFill>
                            <a:srgbClr val="000000"/>
                          </a:solidFill>
                          <a:effectLst/>
                          <a:latin typeface="Aptos Narrow" panose="020B0004020202020204" pitchFamily="34" charset="0"/>
                        </a:rPr>
                        <a:t>USB3 Retimer</a:t>
                      </a:r>
                      <a:br>
                        <a:rPr lang="en-US" sz="900" b="0" i="0" u="none" strike="noStrike">
                          <a:solidFill>
                            <a:srgbClr val="000000"/>
                          </a:solidFill>
                          <a:effectLst/>
                          <a:latin typeface="Aptos Narrow" panose="020B0004020202020204" pitchFamily="34" charset="0"/>
                        </a:rPr>
                      </a:br>
                      <a:r>
                        <a:rPr lang="en-US" sz="900" b="0" i="0" u="none" strike="noStrike">
                          <a:solidFill>
                            <a:srgbClr val="000000"/>
                          </a:solidFill>
                          <a:effectLst/>
                          <a:latin typeface="Aptos Narrow" panose="020B0004020202020204" pitchFamily="34" charset="0"/>
                        </a:rPr>
                        <a:t>USB3 Redriver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Aptos Narrow" panose="020B0004020202020204" pitchFamily="34" charset="0"/>
                        </a:rPr>
                        <a:t>Diodes PI3EQX1002E </a:t>
                      </a:r>
                      <a:r>
                        <a:rPr lang="en-US" sz="900" b="0" i="0" u="none" strike="noStrike" err="1">
                          <a:solidFill>
                            <a:srgbClr val="000000"/>
                          </a:solidFill>
                          <a:effectLst/>
                          <a:latin typeface="Aptos Narrow" panose="020B0004020202020204" pitchFamily="34" charset="0"/>
                        </a:rPr>
                        <a:t>redriver</a:t>
                      </a:r>
                      <a:r>
                        <a:rPr lang="en-US" sz="900" b="0" i="0" u="none" strike="noStrike">
                          <a:solidFill>
                            <a:srgbClr val="000000"/>
                          </a:solidFill>
                          <a:effectLst/>
                          <a:latin typeface="Aptos Narrow" panose="020B0004020202020204" pitchFamily="34" charset="0"/>
                        </a:rPr>
                        <a:t>  (RVP)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1050" b="1" i="0" u="none" strike="noStrike">
                        <a:solidFill>
                          <a:srgbClr val="FF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76700977"/>
                  </a:ext>
                </a:extLst>
              </a:tr>
              <a:tr h="180569">
                <a:tc>
                  <a:txBody>
                    <a:bodyPr/>
                    <a:lstStyle/>
                    <a:p>
                      <a:pPr algn="ctr" fontAlgn="b"/>
                      <a:r>
                        <a:rPr lang="en-US" sz="900" b="0" i="0" u="none" strike="noStrike">
                          <a:solidFill>
                            <a:srgbClr val="000000"/>
                          </a:solidFill>
                          <a:effectLst/>
                          <a:latin typeface="Aptos Narrow" panose="020B0004020202020204" pitchFamily="34" charset="0"/>
                        </a:rPr>
                        <a:t>USB2 Redriver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Aptos Narrow" panose="020B0004020202020204" pitchFamily="34" charset="0"/>
                        </a:rPr>
                        <a:t>TUSB212IRWBR(AEP , BEP-reserved)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1050" b="1" i="0" u="none" strike="noStrike">
                        <a:solidFill>
                          <a:srgbClr val="FF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3934227"/>
                  </a:ext>
                </a:extLst>
              </a:tr>
              <a:tr h="291686">
                <a:tc>
                  <a:txBody>
                    <a:bodyPr/>
                    <a:lstStyle/>
                    <a:p>
                      <a:pPr algn="ctr" fontAlgn="b"/>
                      <a:r>
                        <a:rPr lang="en-US" sz="900" b="0" i="0" u="none" strike="noStrike">
                          <a:solidFill>
                            <a:srgbClr val="000000"/>
                          </a:solidFill>
                          <a:effectLst/>
                          <a:latin typeface="Aptos Narrow" panose="020B0004020202020204" pitchFamily="34" charset="0"/>
                        </a:rPr>
                        <a:t>Discrete TPM</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Infineon SLB9672VQ 2.0 (RVP, AEP, BEP)</a:t>
                      </a:r>
                      <a:br>
                        <a:rPr lang="en-US" sz="900" b="0" i="0" u="none" strike="noStrike">
                          <a:solidFill>
                            <a:srgbClr val="000000"/>
                          </a:solidFill>
                          <a:effectLst/>
                          <a:latin typeface="Aptos Narrow" panose="020B0004020202020204" pitchFamily="34" charset="0"/>
                        </a:rPr>
                      </a:br>
                      <a:r>
                        <a:rPr lang="en-US" sz="900" b="0" i="0" u="none" strike="noStrike">
                          <a:solidFill>
                            <a:srgbClr val="000000"/>
                          </a:solidFill>
                          <a:effectLst/>
                          <a:latin typeface="Aptos Narrow" panose="020B0004020202020204" pitchFamily="34" charset="0"/>
                        </a:rPr>
                        <a:t>Nations Tech Z32H330TC(RVP)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1050" b="1" i="0" u="none" strike="noStrike">
                          <a:solidFill>
                            <a:srgbClr val="FF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83545037"/>
                  </a:ext>
                </a:extLst>
              </a:tr>
              <a:tr h="180569">
                <a:tc>
                  <a:txBody>
                    <a:bodyPr/>
                    <a:lstStyle/>
                    <a:p>
                      <a:pPr algn="ctr" fontAlgn="b"/>
                      <a:r>
                        <a:rPr lang="en-US" sz="900" b="0" i="0" u="none" strike="noStrike">
                          <a:solidFill>
                            <a:srgbClr val="000000"/>
                          </a:solidFill>
                          <a:effectLst/>
                          <a:latin typeface="Aptos Narrow" panose="020B0004020202020204" pitchFamily="34" charset="0"/>
                        </a:rPr>
                        <a:t>Card Reader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Aptos Narrow" panose="020B0004020202020204" pitchFamily="34" charset="0"/>
                        </a:rPr>
                        <a:t>BayHub BH770GG7(AEP)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1050" b="1" i="0" u="none" strike="noStrike">
                        <a:solidFill>
                          <a:srgbClr val="FF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72488477"/>
                  </a:ext>
                </a:extLst>
              </a:tr>
              <a:tr h="291686">
                <a:tc>
                  <a:txBody>
                    <a:bodyPr/>
                    <a:lstStyle/>
                    <a:p>
                      <a:pPr algn="ctr" fontAlgn="b"/>
                      <a:r>
                        <a:rPr lang="en-US" sz="900" b="0" i="0" u="none" strike="noStrike">
                          <a:solidFill>
                            <a:srgbClr val="000000"/>
                          </a:solidFill>
                          <a:effectLst/>
                          <a:latin typeface="Aptos Narrow" panose="020B0004020202020204" pitchFamily="34" charset="0"/>
                        </a:rPr>
                        <a:t>eDP Panel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Follow 3PE team recommendation for best battery life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1050" b="1" i="0" u="none" strike="noStrike">
                          <a:solidFill>
                            <a:srgbClr val="FF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 </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247640725"/>
                  </a:ext>
                </a:extLst>
              </a:tr>
              <a:tr h="180569">
                <a:tc>
                  <a:txBody>
                    <a:bodyPr/>
                    <a:lstStyle/>
                    <a:p>
                      <a:pPr algn="ctr" fontAlgn="b"/>
                      <a:r>
                        <a:rPr lang="en-US" sz="900" b="0" i="0" u="none" strike="noStrike">
                          <a:solidFill>
                            <a:srgbClr val="000000"/>
                          </a:solidFill>
                          <a:effectLst/>
                          <a:latin typeface="Aptos Narrow" panose="020B0004020202020204" pitchFamily="34" charset="0"/>
                        </a:rPr>
                        <a:t>PCB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T3 or T4, 6L or 8L or 10 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1050" b="1" i="0" u="none" strike="noStrike">
                          <a:solidFill>
                            <a:srgbClr val="FF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344192"/>
                  </a:ext>
                </a:extLst>
              </a:tr>
              <a:tr h="180569">
                <a:tc>
                  <a:txBody>
                    <a:bodyPr/>
                    <a:lstStyle/>
                    <a:p>
                      <a:pPr algn="ctr" fontAlgn="b"/>
                      <a:r>
                        <a:rPr lang="en-US" sz="900" b="0" i="0" u="none" strike="noStrike">
                          <a:solidFill>
                            <a:srgbClr val="000000"/>
                          </a:solidFill>
                          <a:effectLst/>
                          <a:latin typeface="Aptos Narrow" panose="020B0004020202020204" pitchFamily="34" charset="0"/>
                        </a:rPr>
                        <a:t>Storage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Gen4 </a:t>
                      </a:r>
                      <a:r>
                        <a:rPr lang="en-US" sz="900" b="0" i="0" u="none" strike="noStrike" err="1">
                          <a:solidFill>
                            <a:srgbClr val="000000"/>
                          </a:solidFill>
                          <a:effectLst/>
                          <a:latin typeface="Aptos Narrow" panose="020B0004020202020204" pitchFamily="34" charset="0"/>
                        </a:rPr>
                        <a:t>NVMe</a:t>
                      </a:r>
                      <a:r>
                        <a:rPr lang="en-US" sz="900" b="0" i="0" u="none" strike="noStrike">
                          <a:solidFill>
                            <a:srgbClr val="000000"/>
                          </a:solidFill>
                          <a:effectLst/>
                          <a:latin typeface="Aptos Narrow" panose="020B0004020202020204" pitchFamily="34" charset="0"/>
                        </a:rPr>
                        <a:t> WD SN810 CS-512GB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1050" b="1" i="0" u="none" strike="noStrike">
                          <a:solidFill>
                            <a:srgbClr val="FF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996321"/>
                  </a:ext>
                </a:extLst>
              </a:tr>
              <a:tr h="291686">
                <a:tc>
                  <a:txBody>
                    <a:bodyPr/>
                    <a:lstStyle/>
                    <a:p>
                      <a:pPr algn="ctr" fontAlgn="b"/>
                      <a:r>
                        <a:rPr lang="en-US" sz="900" b="0" i="0" u="none" strike="noStrike">
                          <a:solidFill>
                            <a:srgbClr val="000000"/>
                          </a:solidFill>
                          <a:effectLst/>
                          <a:latin typeface="Aptos Narrow" panose="020B0004020202020204" pitchFamily="34" charset="0"/>
                        </a:rPr>
                        <a:t>Charger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000000"/>
                          </a:solidFill>
                          <a:effectLst/>
                          <a:latin typeface="Aptos Narrow" panose="020B0004020202020204" pitchFamily="34" charset="0"/>
                        </a:rPr>
                        <a:t>RAA489110ARGNP(RVP, AEP)</a:t>
                      </a:r>
                      <a:br>
                        <a:rPr lang="en-US" sz="900" b="0" i="0" u="none" strike="noStrike">
                          <a:solidFill>
                            <a:srgbClr val="000000"/>
                          </a:solidFill>
                          <a:effectLst/>
                          <a:latin typeface="Aptos Narrow" panose="020B0004020202020204" pitchFamily="34" charset="0"/>
                        </a:rPr>
                      </a:br>
                      <a:r>
                        <a:rPr lang="en-US" sz="900" b="0" i="0" u="none" strike="noStrike">
                          <a:solidFill>
                            <a:srgbClr val="000000"/>
                          </a:solidFill>
                          <a:effectLst/>
                          <a:latin typeface="Aptos Narrow" panose="020B0004020202020204" pitchFamily="34" charset="0"/>
                        </a:rPr>
                        <a:t> SC8885SQDER(BEP)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r>
                        <a:rPr lang="en-US" sz="900" b="0" i="0" u="none" strike="noStrike">
                          <a:solidFill>
                            <a:srgbClr val="FF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Aptos Narrow" panose="020B0004020202020204" pitchFamily="34" charset="0"/>
                        </a:rPr>
                        <a:t>V</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09192100"/>
                  </a:ext>
                </a:extLst>
              </a:tr>
            </a:tbl>
          </a:graphicData>
        </a:graphic>
      </p:graphicFrame>
    </p:spTree>
    <p:extLst>
      <p:ext uri="{BB962C8B-B14F-4D97-AF65-F5344CB8AC3E}">
        <p14:creationId xmlns:p14="http://schemas.microsoft.com/office/powerpoint/2010/main" val="3972659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71BD2-AA15-9628-ED2C-5CDCC778A973}"/>
              </a:ext>
            </a:extLst>
          </p:cNvPr>
          <p:cNvSpPr>
            <a:spLocks noGrp="1"/>
          </p:cNvSpPr>
          <p:nvPr>
            <p:ph type="title"/>
          </p:nvPr>
        </p:nvSpPr>
        <p:spPr>
          <a:xfrm>
            <a:off x="381000" y="221694"/>
            <a:ext cx="10972800" cy="692706"/>
          </a:xfrm>
        </p:spPr>
        <p:txBody>
          <a:bodyPr/>
          <a:lstStyle/>
          <a:p>
            <a:r>
              <a:rPr lang="en-US"/>
              <a:t>PTL EE/CSLP BOM Alignment Status </a:t>
            </a:r>
          </a:p>
        </p:txBody>
      </p:sp>
      <p:graphicFrame>
        <p:nvGraphicFramePr>
          <p:cNvPr id="5" name="Table 4">
            <a:extLst>
              <a:ext uri="{FF2B5EF4-FFF2-40B4-BE49-F238E27FC236}">
                <a16:creationId xmlns:a16="http://schemas.microsoft.com/office/drawing/2014/main" id="{7C6E2486-CC95-F822-5426-BC8462A04E4E}"/>
              </a:ext>
            </a:extLst>
          </p:cNvPr>
          <p:cNvGraphicFramePr>
            <a:graphicFrameLocks noGrp="1"/>
          </p:cNvGraphicFramePr>
          <p:nvPr>
            <p:extLst>
              <p:ext uri="{D42A27DB-BD31-4B8C-83A1-F6EECF244321}">
                <p14:modId xmlns:p14="http://schemas.microsoft.com/office/powerpoint/2010/main" val="4172472327"/>
              </p:ext>
            </p:extLst>
          </p:nvPr>
        </p:nvGraphicFramePr>
        <p:xfrm>
          <a:off x="212724" y="914400"/>
          <a:ext cx="11766551" cy="4982533"/>
        </p:xfrm>
        <a:graphic>
          <a:graphicData uri="http://schemas.openxmlformats.org/drawingml/2006/table">
            <a:tbl>
              <a:tblPr/>
              <a:tblGrid>
                <a:gridCol w="192957">
                  <a:extLst>
                    <a:ext uri="{9D8B030D-6E8A-4147-A177-3AD203B41FA5}">
                      <a16:colId xmlns:a16="http://schemas.microsoft.com/office/drawing/2014/main" val="3650275191"/>
                    </a:ext>
                  </a:extLst>
                </a:gridCol>
                <a:gridCol w="1654907">
                  <a:extLst>
                    <a:ext uri="{9D8B030D-6E8A-4147-A177-3AD203B41FA5}">
                      <a16:colId xmlns:a16="http://schemas.microsoft.com/office/drawing/2014/main" val="988938565"/>
                    </a:ext>
                  </a:extLst>
                </a:gridCol>
                <a:gridCol w="1808768">
                  <a:extLst>
                    <a:ext uri="{9D8B030D-6E8A-4147-A177-3AD203B41FA5}">
                      <a16:colId xmlns:a16="http://schemas.microsoft.com/office/drawing/2014/main" val="3760833567"/>
                    </a:ext>
                  </a:extLst>
                </a:gridCol>
                <a:gridCol w="1973179">
                  <a:extLst>
                    <a:ext uri="{9D8B030D-6E8A-4147-A177-3AD203B41FA5}">
                      <a16:colId xmlns:a16="http://schemas.microsoft.com/office/drawing/2014/main" val="2524269149"/>
                    </a:ext>
                  </a:extLst>
                </a:gridCol>
                <a:gridCol w="789271">
                  <a:extLst>
                    <a:ext uri="{9D8B030D-6E8A-4147-A177-3AD203B41FA5}">
                      <a16:colId xmlns:a16="http://schemas.microsoft.com/office/drawing/2014/main" val="826834844"/>
                    </a:ext>
                  </a:extLst>
                </a:gridCol>
                <a:gridCol w="1183908">
                  <a:extLst>
                    <a:ext uri="{9D8B030D-6E8A-4147-A177-3AD203B41FA5}">
                      <a16:colId xmlns:a16="http://schemas.microsoft.com/office/drawing/2014/main" val="675053050"/>
                    </a:ext>
                  </a:extLst>
                </a:gridCol>
                <a:gridCol w="1174282">
                  <a:extLst>
                    <a:ext uri="{9D8B030D-6E8A-4147-A177-3AD203B41FA5}">
                      <a16:colId xmlns:a16="http://schemas.microsoft.com/office/drawing/2014/main" val="3295188784"/>
                    </a:ext>
                  </a:extLst>
                </a:gridCol>
                <a:gridCol w="2989279">
                  <a:extLst>
                    <a:ext uri="{9D8B030D-6E8A-4147-A177-3AD203B41FA5}">
                      <a16:colId xmlns:a16="http://schemas.microsoft.com/office/drawing/2014/main" val="1257340172"/>
                    </a:ext>
                  </a:extLst>
                </a:gridCol>
              </a:tblGrid>
              <a:tr h="476951">
                <a:tc>
                  <a:txBody>
                    <a:bodyPr/>
                    <a:lstStyle/>
                    <a:p>
                      <a:pPr algn="l" fontAlgn="ctr"/>
                      <a:r>
                        <a:rPr lang="en-US" sz="1600" b="1" i="0" u="none" strike="noStrike">
                          <a:solidFill>
                            <a:srgbClr val="FFFFFF"/>
                          </a:solidFill>
                          <a:effectLst/>
                          <a:latin typeface="IntelOne Display AR Light" panose="020B0403020203020204" pitchFamily="34" charset="-78"/>
                          <a:cs typeface="IntelOne Display AR Light" panose="020B0403020203020204" pitchFamily="34" charset="-78"/>
                        </a:rPr>
                        <a: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8B5"/>
                    </a:solidFill>
                  </a:tcPr>
                </a:tc>
                <a:tc>
                  <a:txBody>
                    <a:bodyPr/>
                    <a:lstStyle/>
                    <a:p>
                      <a:pPr algn="l" fontAlgn="ctr"/>
                      <a:r>
                        <a:rPr lang="en-US" sz="1600" b="1" i="0" u="none" strike="noStrike">
                          <a:solidFill>
                            <a:srgbClr val="FFFFFF"/>
                          </a:solidFill>
                          <a:effectLst/>
                          <a:latin typeface="IntelOne Display AR Light" panose="020B0403020203020204" pitchFamily="34" charset="-78"/>
                          <a:cs typeface="IntelOne Display AR Light" panose="020B0403020203020204" pitchFamily="34" charset="-78"/>
                        </a:rPr>
                        <a:t>OEM​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8B5"/>
                    </a:solidFill>
                  </a:tcPr>
                </a:tc>
                <a:tc>
                  <a:txBody>
                    <a:bodyPr/>
                    <a:lstStyle/>
                    <a:p>
                      <a:pPr algn="l" fontAlgn="ctr"/>
                      <a:r>
                        <a:rPr lang="en-US" sz="1600" b="1" i="0" u="none" strike="noStrike">
                          <a:solidFill>
                            <a:srgbClr val="FFFFFF"/>
                          </a:solidFill>
                          <a:effectLst/>
                          <a:latin typeface="IntelOne Display AR Light" panose="020B0403020203020204" pitchFamily="34" charset="-78"/>
                          <a:cs typeface="IntelOne Display AR Light" panose="020B0403020203020204" pitchFamily="34" charset="-78"/>
                        </a:rPr>
                        <a:t>LOB​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8B5"/>
                    </a:solidFill>
                  </a:tcPr>
                </a:tc>
                <a:tc>
                  <a:txBody>
                    <a:bodyPr/>
                    <a:lstStyle/>
                    <a:p>
                      <a:pPr algn="l" fontAlgn="ctr"/>
                      <a:r>
                        <a:rPr lang="en-US" sz="1600" b="1" i="0" u="none" strike="noStrike">
                          <a:solidFill>
                            <a:srgbClr val="FFFFFF"/>
                          </a:solidFill>
                          <a:effectLst/>
                          <a:latin typeface="IntelOne Display AR Light" panose="020B0403020203020204" pitchFamily="34" charset="-78"/>
                          <a:cs typeface="IntelOne Display AR Light" panose="020B0403020203020204" pitchFamily="34" charset="-78"/>
                        </a:rPr>
                        <a:t>Design name​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8B5"/>
                    </a:solidFill>
                  </a:tcPr>
                </a:tc>
                <a:tc>
                  <a:txBody>
                    <a:bodyPr/>
                    <a:lstStyle/>
                    <a:p>
                      <a:pPr algn="l" fontAlgn="ctr"/>
                      <a:r>
                        <a:rPr lang="en-US" sz="1600" b="1" i="0" u="none" strike="noStrike">
                          <a:solidFill>
                            <a:srgbClr val="FFFFFF"/>
                          </a:solidFill>
                          <a:effectLst/>
                          <a:latin typeface="IntelOne Display AR Light" panose="020B0403020203020204" pitchFamily="34" charset="-78"/>
                          <a:cs typeface="IntelOne Display AR Light" panose="020B0403020203020204" pitchFamily="34" charset="-78"/>
                        </a:rPr>
                        <a:t>Chassis​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8B5"/>
                    </a:solidFill>
                  </a:tcPr>
                </a:tc>
                <a:tc>
                  <a:txBody>
                    <a:bodyPr/>
                    <a:lstStyle/>
                    <a:p>
                      <a:pPr algn="l" fontAlgn="ctr"/>
                      <a:r>
                        <a:rPr lang="en-US" sz="1600" b="1" i="0" u="none" strike="noStrike">
                          <a:solidFill>
                            <a:srgbClr val="FFFFFF"/>
                          </a:solidFill>
                          <a:effectLst/>
                          <a:latin typeface="IntelOne Display AR Light" panose="020B0403020203020204" pitchFamily="34" charset="-78"/>
                          <a:cs typeface="IntelOne Display AR Light" panose="020B0403020203020204" pitchFamily="34" charset="-78"/>
                        </a:rPr>
                        <a:t>Gerber out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8B5"/>
                    </a:solidFill>
                  </a:tcPr>
                </a:tc>
                <a:tc>
                  <a:txBody>
                    <a:bodyPr/>
                    <a:lstStyle/>
                    <a:p>
                      <a:pPr algn="l" fontAlgn="ctr"/>
                      <a:r>
                        <a:rPr lang="en-US" sz="1600" b="1" i="0" u="none" strike="noStrike">
                          <a:solidFill>
                            <a:srgbClr val="FFFFFF"/>
                          </a:solidFill>
                          <a:effectLst/>
                          <a:latin typeface="IntelOne Display AR Light" panose="020B0403020203020204" pitchFamily="34" charset="-78"/>
                          <a:cs typeface="IntelOne Display AR Light" panose="020B0403020203020204" pitchFamily="34" charset="-78"/>
                        </a:rPr>
                        <a:t>Power 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8B5"/>
                    </a:solidFill>
                  </a:tcPr>
                </a:tc>
                <a:tc>
                  <a:txBody>
                    <a:bodyPr/>
                    <a:lstStyle/>
                    <a:p>
                      <a:pPr algn="ctr" fontAlgn="ctr"/>
                      <a:r>
                        <a:rPr lang="en-US" sz="1600" b="1" i="0" u="none" strike="noStrike">
                          <a:solidFill>
                            <a:srgbClr val="FFFFFF"/>
                          </a:solidFill>
                          <a:effectLst/>
                          <a:latin typeface="IntelOne Display AR Light" panose="020B0403020203020204" pitchFamily="34" charset="-78"/>
                          <a:cs typeface="IntelOne Display AR Light" panose="020B0403020203020204" pitchFamily="34" charset="-78"/>
                        </a:rPr>
                        <a:t>BOM Alignment Status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8B5"/>
                    </a:solidFill>
                  </a:tcPr>
                </a:tc>
                <a:extLst>
                  <a:ext uri="{0D108BD9-81ED-4DB2-BD59-A6C34878D82A}">
                    <a16:rowId xmlns:a16="http://schemas.microsoft.com/office/drawing/2014/main" val="1618667017"/>
                  </a:ext>
                </a:extLst>
              </a:tr>
              <a:tr h="566601">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Dell​ (CSLP)</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Inspiron Plus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Jarvis MLK 16” CS​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highlight>
                            <a:srgbClr val="00FF00"/>
                          </a:highlight>
                          <a:latin typeface="IntelOne Display AR Light" panose="020B0403020203020204" pitchFamily="34" charset="-78"/>
                          <a:cs typeface="IntelOne Display AR Light" panose="020B0403020203020204" pitchFamily="34" charset="-78"/>
                        </a:rPr>
                        <a:t>Reuse​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WW42.2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WW42 ES0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Meeting plan WW43.4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69199940"/>
                  </a:ext>
                </a:extLst>
              </a:tr>
              <a:tr h="499573">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HP​ (CSLP)</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Omnibook 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Trekker​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highlight>
                            <a:srgbClr val="00FF00"/>
                          </a:highlight>
                          <a:latin typeface="IntelOne Display AR Light" panose="020B0403020203020204" pitchFamily="34" charset="-78"/>
                          <a:cs typeface="IntelOne Display AR Light" panose="020B0403020203020204" pitchFamily="34" charset="-78"/>
                        </a:rPr>
                        <a:t>Reuse​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WW46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WW50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Meeting plan WW44.3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96155486"/>
                  </a:ext>
                </a:extLst>
              </a:tr>
              <a:tr h="757871">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Dell CSLP</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Dell Pro Plus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err="1">
                          <a:solidFill>
                            <a:srgbClr val="000000"/>
                          </a:solidFill>
                          <a:effectLst/>
                          <a:latin typeface="IntelOne Display AR Light" panose="020B0403020203020204" pitchFamily="34" charset="-78"/>
                          <a:cs typeface="IntelOne Display AR Light" panose="020B0403020203020204" pitchFamily="34" charset="-78"/>
                        </a:rPr>
                        <a:t>Taroko</a:t>
                      </a: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r>
                        <a:rPr lang="en-US" sz="1600" b="0" i="0" u="none" strike="noStrike" err="1">
                          <a:solidFill>
                            <a:srgbClr val="000000"/>
                          </a:solidFill>
                          <a:effectLst/>
                          <a:latin typeface="IntelOne Display AR Light" panose="020B0403020203020204" pitchFamily="34" charset="-78"/>
                          <a:cs typeface="IntelOne Display AR Light" panose="020B0403020203020204" pitchFamily="34" charset="-78"/>
                        </a:rPr>
                        <a:t>corp</a:t>
                      </a: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non-EE)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highlight>
                            <a:srgbClr val="00FF00"/>
                          </a:highlight>
                          <a:latin typeface="IntelOne Display AR Light" panose="020B0403020203020204" pitchFamily="34" charset="-78"/>
                          <a:cs typeface="IntelOne Display AR Light" panose="020B0403020203020204" pitchFamily="34" charset="-78"/>
                        </a:rPr>
                        <a:t>Reuse​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Pending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Q1’25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First meeting on WW43.1</a:t>
                      </a:r>
                    </a:p>
                    <a:p>
                      <a:pPr algn="l" fontAlgn="b"/>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Follow up meeting on WW43.5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19804387"/>
                  </a:ext>
                </a:extLst>
              </a:tr>
              <a:tr h="434637">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Lenovo​ (CSLP)</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Ideapad 5 Pro​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S511-16P​</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highlight>
                            <a:srgbClr val="00FF00"/>
                          </a:highlight>
                          <a:latin typeface="IntelOne Display AR Light" panose="020B0403020203020204" pitchFamily="34" charset="-78"/>
                          <a:cs typeface="IntelOne Display AR Light" panose="020B0403020203020204" pitchFamily="34" charset="-78"/>
                        </a:rPr>
                        <a:t>Reuse​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WW42 ES0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14789652"/>
                  </a:ext>
                </a:extLst>
              </a:tr>
              <a:tr h="408511">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Acer​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Swift​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E-Ray​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New​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WW48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440970637"/>
                  </a:ext>
                </a:extLst>
              </a:tr>
              <a:tr h="442762">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Asus​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Zenbook S14​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UX5406​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highlight>
                            <a:srgbClr val="00FF00"/>
                          </a:highlight>
                          <a:latin typeface="IntelOne Display AR Light" panose="020B0403020203020204" pitchFamily="34" charset="-78"/>
                          <a:cs typeface="IntelOne Display AR Light" panose="020B0403020203020204" pitchFamily="34" charset="-78"/>
                        </a:rPr>
                        <a:t>Reuse​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WW48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449934933"/>
                  </a:ext>
                </a:extLst>
              </a:tr>
              <a:tr h="472578">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Samsung​ (ACE)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Galaxy Book 6 Pro 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Venus6​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New​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WW51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91722493"/>
                  </a:ext>
                </a:extLst>
              </a:tr>
              <a:tr h="220374">
                <a:tc rowSpan="2">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MSFT​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Surface Laptop &amp; Pro​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Marietta (Laptop)​</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algn="l" fontAlgn="ctr"/>
                      <a:r>
                        <a:rPr lang="en-US" sz="1600" b="0" i="0" u="none" strike="noStrike">
                          <a:solidFill>
                            <a:srgbClr val="000000"/>
                          </a:solidFill>
                          <a:effectLst/>
                          <a:highlight>
                            <a:srgbClr val="00FF00"/>
                          </a:highlight>
                          <a:latin typeface="IntelOne Display AR Light" panose="020B0403020203020204" pitchFamily="34" charset="-78"/>
                          <a:cs typeface="IntelOne Display AR Light" panose="020B0403020203020204" pitchFamily="34" charset="-78"/>
                        </a:rPr>
                        <a:t>Reuse​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WW48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40322212"/>
                  </a:ext>
                </a:extLst>
              </a:tr>
              <a:tr h="384138">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Woodhaven (Pro)​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endParaRPr lang="en-US"/>
                    </a:p>
                  </a:txBody>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endParaRPr lang="en-US"/>
                    </a:p>
                  </a:txBody>
                  <a:tcPr/>
                </a:tc>
                <a:tc>
                  <a:txBody>
                    <a:bodyPr/>
                    <a:lstStyle/>
                    <a:p>
                      <a:pPr algn="l" fontAlgn="b"/>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64254556"/>
                  </a:ext>
                </a:extLst>
              </a:tr>
              <a:tr h="220374">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MSI​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Prestige​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tbd​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New​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WW48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600" b="0" i="0" u="none" strike="noStrike">
                          <a:solidFill>
                            <a:srgbClr val="000000"/>
                          </a:solidFill>
                          <a:effectLst/>
                          <a:latin typeface="IntelOne Display AR Light" panose="020B0403020203020204" pitchFamily="34" charset="-78"/>
                          <a:cs typeface="IntelOne Display AR Light" panose="020B0403020203020204" pitchFamily="34" charset="-78"/>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12228970"/>
                  </a:ext>
                </a:extLst>
              </a:tr>
            </a:tbl>
          </a:graphicData>
        </a:graphic>
      </p:graphicFrame>
    </p:spTree>
    <p:extLst>
      <p:ext uri="{BB962C8B-B14F-4D97-AF65-F5344CB8AC3E}">
        <p14:creationId xmlns:p14="http://schemas.microsoft.com/office/powerpoint/2010/main" val="4157460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E9C2FB9-8B38-F96A-5C47-80AD7F91050B}"/>
              </a:ext>
            </a:extLst>
          </p:cNvPr>
          <p:cNvGraphicFramePr>
            <a:graphicFrameLocks noGrp="1"/>
          </p:cNvGraphicFramePr>
          <p:nvPr>
            <p:extLst>
              <p:ext uri="{D42A27DB-BD31-4B8C-83A1-F6EECF244321}">
                <p14:modId xmlns:p14="http://schemas.microsoft.com/office/powerpoint/2010/main" val="1900113858"/>
              </p:ext>
            </p:extLst>
          </p:nvPr>
        </p:nvGraphicFramePr>
        <p:xfrm>
          <a:off x="283464" y="274692"/>
          <a:ext cx="11494009" cy="6206616"/>
        </p:xfrm>
        <a:graphic>
          <a:graphicData uri="http://schemas.openxmlformats.org/drawingml/2006/table">
            <a:tbl>
              <a:tblPr/>
              <a:tblGrid>
                <a:gridCol w="1012790">
                  <a:extLst>
                    <a:ext uri="{9D8B030D-6E8A-4147-A177-3AD203B41FA5}">
                      <a16:colId xmlns:a16="http://schemas.microsoft.com/office/drawing/2014/main" val="54181809"/>
                    </a:ext>
                  </a:extLst>
                </a:gridCol>
                <a:gridCol w="1739554">
                  <a:extLst>
                    <a:ext uri="{9D8B030D-6E8A-4147-A177-3AD203B41FA5}">
                      <a16:colId xmlns:a16="http://schemas.microsoft.com/office/drawing/2014/main" val="3069853359"/>
                    </a:ext>
                  </a:extLst>
                </a:gridCol>
                <a:gridCol w="3583492">
                  <a:extLst>
                    <a:ext uri="{9D8B030D-6E8A-4147-A177-3AD203B41FA5}">
                      <a16:colId xmlns:a16="http://schemas.microsoft.com/office/drawing/2014/main" val="825509546"/>
                    </a:ext>
                  </a:extLst>
                </a:gridCol>
                <a:gridCol w="1719391">
                  <a:extLst>
                    <a:ext uri="{9D8B030D-6E8A-4147-A177-3AD203B41FA5}">
                      <a16:colId xmlns:a16="http://schemas.microsoft.com/office/drawing/2014/main" val="2464141664"/>
                    </a:ext>
                  </a:extLst>
                </a:gridCol>
                <a:gridCol w="1719391">
                  <a:extLst>
                    <a:ext uri="{9D8B030D-6E8A-4147-A177-3AD203B41FA5}">
                      <a16:colId xmlns:a16="http://schemas.microsoft.com/office/drawing/2014/main" val="237296344"/>
                    </a:ext>
                  </a:extLst>
                </a:gridCol>
                <a:gridCol w="1719391">
                  <a:extLst>
                    <a:ext uri="{9D8B030D-6E8A-4147-A177-3AD203B41FA5}">
                      <a16:colId xmlns:a16="http://schemas.microsoft.com/office/drawing/2014/main" val="676668686"/>
                    </a:ext>
                  </a:extLst>
                </a:gridCol>
              </a:tblGrid>
              <a:tr h="261373">
                <a:tc>
                  <a:txBody>
                    <a:bodyPr/>
                    <a:lstStyle/>
                    <a:p>
                      <a:pPr algn="ctr" fontAlgn="ctr"/>
                      <a:endParaRPr lang="en-US" sz="800" b="1"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ctr" fontAlgn="ctr"/>
                      <a:endParaRPr lang="en-US" sz="800" b="1"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Aptos" panose="020B0004020202020204" pitchFamily="34" charset="0"/>
                        </a:rPr>
                        <a:t>RVP, BEP, AEP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Aptos" panose="020B0004020202020204" pitchFamily="34" charset="0"/>
                        </a:rPr>
                        <a:t>Dell Cons. CSLP</a:t>
                      </a:r>
                      <a:br>
                        <a:rPr lang="en-US" sz="800" b="1" i="0" u="none" strike="noStrike">
                          <a:solidFill>
                            <a:srgbClr val="000000"/>
                          </a:solidFill>
                          <a:effectLst/>
                          <a:latin typeface="Aptos" panose="020B0004020202020204" pitchFamily="34" charset="0"/>
                        </a:rPr>
                      </a:br>
                      <a:r>
                        <a:rPr lang="en-US" sz="800" b="1" i="0" u="none" strike="noStrike">
                          <a:solidFill>
                            <a:srgbClr val="000000"/>
                          </a:solidFill>
                          <a:effectLst/>
                          <a:latin typeface="Aptos" panose="020B0004020202020204" pitchFamily="34" charset="0"/>
                        </a:rPr>
                        <a:t>Jarvis-PTL</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Aptos" panose="020B0004020202020204" pitchFamily="34" charset="0"/>
                        </a:rPr>
                        <a:t>Dell Corp. CSLP</a:t>
                      </a:r>
                      <a:br>
                        <a:rPr lang="en-US" sz="800" b="1" i="0" u="none" strike="noStrike">
                          <a:solidFill>
                            <a:srgbClr val="000000"/>
                          </a:solidFill>
                          <a:effectLst/>
                          <a:latin typeface="Aptos" panose="020B0004020202020204" pitchFamily="34" charset="0"/>
                        </a:rPr>
                      </a:br>
                      <a:r>
                        <a:rPr lang="en-US" sz="800" b="1" i="0" u="none" strike="noStrike" err="1">
                          <a:solidFill>
                            <a:srgbClr val="000000"/>
                          </a:solidFill>
                          <a:effectLst/>
                          <a:latin typeface="Aptos" panose="020B0004020202020204" pitchFamily="34" charset="0"/>
                        </a:rPr>
                        <a:t>Taroko</a:t>
                      </a:r>
                      <a:r>
                        <a:rPr lang="en-US" sz="800" b="1" i="0" u="none" strike="noStrike">
                          <a:solidFill>
                            <a:srgbClr val="000000"/>
                          </a:solidFill>
                          <a:effectLst/>
                          <a:latin typeface="Aptos" panose="020B0004020202020204" pitchFamily="34" charset="0"/>
                        </a:rPr>
                        <a:t>-PTL</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Aptos" panose="020B0004020202020204" pitchFamily="34" charset="0"/>
                        </a:rPr>
                        <a:t>HP Trekker</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063062"/>
                  </a:ext>
                </a:extLst>
              </a:tr>
              <a:tr h="141889">
                <a:tc>
                  <a:txBody>
                    <a:bodyPr/>
                    <a:lstStyle/>
                    <a:p>
                      <a:pPr algn="ctr" fontAlgn="ctr"/>
                      <a:r>
                        <a:rPr lang="en-US" sz="800" b="0" i="0" u="none" strike="noStrike">
                          <a:solidFill>
                            <a:srgbClr val="000000"/>
                          </a:solidFill>
                          <a:effectLst/>
                          <a:latin typeface="Aptos" panose="020B0004020202020204" pitchFamily="34" charset="0"/>
                        </a:rPr>
                        <a:t>SOC</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0"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Aptos" panose="020B0004020202020204" pitchFamily="34" charset="0"/>
                        </a:rPr>
                        <a:t>Replaceable</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PTL H 12Xe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PTL H 404</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PTL H 12Xe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8895928"/>
                  </a:ext>
                </a:extLst>
              </a:tr>
              <a:tr h="141889">
                <a:tc>
                  <a:txBody>
                    <a:bodyPr/>
                    <a:lstStyle/>
                    <a:p>
                      <a:pPr algn="ctr" fontAlgn="ctr"/>
                      <a:r>
                        <a:rPr lang="en-US" sz="800" b="0" i="0" u="none" strike="noStrike">
                          <a:solidFill>
                            <a:srgbClr val="000000"/>
                          </a:solidFill>
                          <a:effectLst/>
                          <a:latin typeface="Aptos" panose="020B0004020202020204" pitchFamily="34" charset="0"/>
                        </a:rPr>
                        <a:t>DRAM</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da-DK" sz="800" b="0"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da-DK" sz="800" b="0" i="0" u="none" strike="noStrike">
                          <a:solidFill>
                            <a:srgbClr val="000000"/>
                          </a:solidFill>
                          <a:effectLst/>
                          <a:latin typeface="Aptos" panose="020B0004020202020204" pitchFamily="34" charset="0"/>
                        </a:rPr>
                        <a:t>LPCAMM(LP5x), MD(LP5x), SODIMM(DDR5)</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LPDDR5/x</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Light" panose="020B0403020203020204" pitchFamily="34" charset="0"/>
                        </a:rPr>
                        <a:t>DDR5 SODIMM 1DPC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LPDDR5/x</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9363277"/>
                  </a:ext>
                </a:extLst>
              </a:tr>
              <a:tr h="261373">
                <a:tc>
                  <a:txBody>
                    <a:bodyPr/>
                    <a:lstStyle/>
                    <a:p>
                      <a:pPr algn="ctr" fontAlgn="ctr"/>
                      <a:r>
                        <a:rPr lang="en-US" sz="800" b="0" i="0" u="none" strike="noStrike">
                          <a:solidFill>
                            <a:srgbClr val="000000"/>
                          </a:solidFill>
                          <a:effectLst/>
                          <a:latin typeface="Aptos" panose="020B0004020202020204" pitchFamily="34" charset="0"/>
                        </a:rPr>
                        <a:t>VR Controller</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nl-NL" sz="800" b="0" i="0" u="none" strike="noStrike">
                          <a:solidFill>
                            <a:srgbClr val="000000"/>
                          </a:solidFill>
                          <a:effectLst/>
                          <a:latin typeface="Aptos" panose="020B0004020202020204" pitchFamily="34" charset="0"/>
                        </a:rPr>
                        <a:t>Terry</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nl-NL" sz="800" b="0" i="0" u="none" strike="noStrike">
                          <a:solidFill>
                            <a:srgbClr val="000000"/>
                          </a:solidFill>
                          <a:effectLst/>
                          <a:latin typeface="Aptos" panose="020B0004020202020204" pitchFamily="34" charset="0"/>
                        </a:rPr>
                        <a:t>Richtek RT3645BEN-01A</a:t>
                      </a:r>
                      <a:br>
                        <a:rPr lang="nl-NL" sz="800" b="0" i="0" u="none" strike="noStrike">
                          <a:solidFill>
                            <a:srgbClr val="000000"/>
                          </a:solidFill>
                          <a:effectLst/>
                          <a:latin typeface="Aptos" panose="020B0004020202020204" pitchFamily="34" charset="0"/>
                        </a:rPr>
                      </a:br>
                      <a:r>
                        <a:rPr lang="nl-NL" sz="800" b="0" i="0" u="none" strike="noStrike">
                          <a:solidFill>
                            <a:srgbClr val="000000"/>
                          </a:solidFill>
                          <a:effectLst/>
                          <a:latin typeface="Aptos" panose="020B0004020202020204" pitchFamily="34" charset="0"/>
                        </a:rPr>
                        <a:t>MPS  MP29011GQKT(BEP)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lumMod val="50000"/>
                            </a:schemeClr>
                          </a:solidFill>
                          <a:effectLst/>
                          <a:latin typeface="Aptos Narrow" panose="020B0004020202020204" pitchFamily="34" charset="0"/>
                        </a:rPr>
                        <a:t>MPS MP29011 (code-sign with RTQ3700FH)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IntelOne Display Light" panose="020B0403020203020204" pitchFamily="34" charset="0"/>
                        </a:rPr>
                        <a:t>MPS MP29011</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panose="020B0004020202020204" pitchFamily="34" charset="0"/>
                        </a:rPr>
                        <a:t>Richtek RT3700</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32541749"/>
                  </a:ext>
                </a:extLst>
              </a:tr>
              <a:tr h="261373">
                <a:tc>
                  <a:txBody>
                    <a:bodyPr/>
                    <a:lstStyle/>
                    <a:p>
                      <a:pPr algn="ctr" fontAlgn="b"/>
                      <a:r>
                        <a:rPr lang="en-US" sz="800" b="0" i="0" u="none" strike="noStrike">
                          <a:solidFill>
                            <a:srgbClr val="000000"/>
                          </a:solidFill>
                          <a:effectLst/>
                          <a:latin typeface="Aptos Narrow" panose="020B0004020202020204" pitchFamily="34" charset="0"/>
                        </a:rPr>
                        <a:t>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Ethan Hsu</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Microchip MEC1723 </a:t>
                      </a:r>
                      <a:r>
                        <a:rPr lang="en-US" sz="800" b="0" i="0" u="none" strike="noStrike" err="1">
                          <a:solidFill>
                            <a:srgbClr val="000000"/>
                          </a:solidFill>
                          <a:effectLst/>
                          <a:latin typeface="Aptos Narrow" panose="020B0004020202020204" pitchFamily="34" charset="0"/>
                        </a:rPr>
                        <a:t>eSPI</a:t>
                      </a:r>
                      <a:r>
                        <a:rPr lang="en-US" sz="800" b="0" i="0" u="none" strike="noStrike">
                          <a:solidFill>
                            <a:srgbClr val="000000"/>
                          </a:solidFill>
                          <a:effectLst/>
                          <a:latin typeface="Aptos Narrow" panose="020B0004020202020204" pitchFamily="34" charset="0"/>
                        </a:rPr>
                        <a:t> (RVP, AEP)</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ITE IT82002VG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panose="020B0004020202020204" pitchFamily="34" charset="0"/>
                        </a:rPr>
                        <a:t>NUVOTON NPCX497XA0BX</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Light" panose="020B0403020203020204" pitchFamily="34" charset="0"/>
                        </a:rPr>
                        <a:t>Microchip MEC5407</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panose="020B0004020202020204" pitchFamily="34" charset="0"/>
                        </a:rPr>
                        <a:t>ITE IT51366VG-512/CW</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44730728"/>
                  </a:ext>
                </a:extLst>
              </a:tr>
              <a:tr h="141889">
                <a:tc>
                  <a:txBody>
                    <a:bodyPr/>
                    <a:lstStyle/>
                    <a:p>
                      <a:pPr algn="ctr" fontAlgn="b"/>
                      <a:r>
                        <a:rPr lang="en-US" sz="800" b="0" i="0" u="none" strike="noStrike">
                          <a:solidFill>
                            <a:srgbClr val="000000"/>
                          </a:solidFill>
                          <a:effectLst/>
                          <a:latin typeface="Aptos Narrow" panose="020B0004020202020204" pitchFamily="34" charset="0"/>
                        </a:rPr>
                        <a:t>MCU</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panose="020B0004020202020204" pitchFamily="34" charset="0"/>
                        </a:rPr>
                        <a:t>N/A </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Light" panose="020B0403020203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9218327"/>
                  </a:ext>
                </a:extLst>
              </a:tr>
              <a:tr h="141889">
                <a:tc>
                  <a:txBody>
                    <a:bodyPr/>
                    <a:lstStyle/>
                    <a:p>
                      <a:pPr algn="ctr" fontAlgn="b"/>
                      <a:r>
                        <a:rPr lang="en-US" sz="800" b="0" i="0" u="none" strike="noStrike">
                          <a:solidFill>
                            <a:srgbClr val="000000"/>
                          </a:solidFill>
                          <a:effectLst/>
                          <a:latin typeface="Aptos Narrow" panose="020B0004020202020204" pitchFamily="34" charset="0"/>
                        </a:rPr>
                        <a:t>SIO</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Light" panose="020B0403020203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4504600"/>
                  </a:ext>
                </a:extLst>
              </a:tr>
              <a:tr h="141889">
                <a:tc>
                  <a:txBody>
                    <a:bodyPr/>
                    <a:lstStyle/>
                    <a:p>
                      <a:pPr algn="ctr" fontAlgn="b"/>
                      <a:r>
                        <a:rPr lang="en-US" sz="800" b="0" i="0" u="none" strike="noStrike">
                          <a:solidFill>
                            <a:srgbClr val="000000"/>
                          </a:solidFill>
                          <a:effectLst/>
                          <a:latin typeface="Aptos Narrow" panose="020B0004020202020204" pitchFamily="34" charset="0"/>
                        </a:rPr>
                        <a:t>LAN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panose="020B0004020202020204" pitchFamily="34" charset="0"/>
                        </a:rPr>
                        <a:t>Jacksonville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Light" panose="020B0403020203020204" pitchFamily="34" charset="0"/>
                        </a:rPr>
                        <a:t>Intel WGI219LM-SLKJ2-A0</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994110"/>
                  </a:ext>
                </a:extLst>
              </a:tr>
              <a:tr h="141889">
                <a:tc>
                  <a:txBody>
                    <a:bodyPr/>
                    <a:lstStyle/>
                    <a:p>
                      <a:pPr algn="ctr" fontAlgn="b"/>
                      <a:r>
                        <a:rPr lang="en-US" sz="800" b="0" i="0" u="none" strike="noStrike">
                          <a:solidFill>
                            <a:srgbClr val="000000"/>
                          </a:solidFill>
                          <a:effectLst/>
                          <a:latin typeface="Aptos Narrow" panose="020B0004020202020204" pitchFamily="34" charset="0"/>
                        </a:rPr>
                        <a:t>WLAN/BT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Jonathan, Ethan</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Whalepeak-2 (2x2)</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panose="020B0004020202020204" pitchFamily="34" charset="0"/>
                        </a:rPr>
                        <a:t>Intel M.2 2230 BE201/BE211</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Light" panose="020B0403020203020204" pitchFamily="34" charset="0"/>
                        </a:rPr>
                        <a:t>CNVI/PCIe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panose="020B0004020202020204" pitchFamily="34" charset="0"/>
                        </a:rPr>
                        <a:t>Intel AX211</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15887230"/>
                  </a:ext>
                </a:extLst>
              </a:tr>
              <a:tr h="380855">
                <a:tc>
                  <a:txBody>
                    <a:bodyPr/>
                    <a:lstStyle/>
                    <a:p>
                      <a:pPr algn="ctr" fontAlgn="b"/>
                      <a:r>
                        <a:rPr lang="en-US" sz="800" b="0" i="0" u="none" strike="noStrike">
                          <a:solidFill>
                            <a:srgbClr val="000000"/>
                          </a:solidFill>
                          <a:effectLst/>
                          <a:latin typeface="Aptos Narrow" panose="020B0004020202020204" pitchFamily="34" charset="0"/>
                        </a:rPr>
                        <a:t>Audio Codec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Ivan, Vincent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Realtek ALC712-VB, ALC1320 , ALC722(RVP)</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Cirrus Logic CS35L56(AEP)</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Cirrus Logic CS42L43(BEP MIPI/I2S)</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panose="020B0004020202020204" pitchFamily="34" charset="0"/>
                        </a:rPr>
                        <a:t>REALTEK ALC3329</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Light" panose="020B0403020203020204" pitchFamily="34" charset="0"/>
                        </a:rPr>
                        <a:t>Planned use Cirrus CS42L45</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panose="020B0004020202020204" pitchFamily="34" charset="0"/>
                        </a:rPr>
                        <a:t>Realtek ALC3315-CG</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83619733"/>
                  </a:ext>
                </a:extLst>
              </a:tr>
              <a:tr h="261373">
                <a:tc>
                  <a:txBody>
                    <a:bodyPr/>
                    <a:lstStyle/>
                    <a:p>
                      <a:pPr algn="ctr" fontAlgn="b"/>
                      <a:r>
                        <a:rPr lang="en-US" sz="800" b="0" i="0" u="none" strike="noStrike">
                          <a:solidFill>
                            <a:srgbClr val="000000"/>
                          </a:solidFill>
                          <a:effectLst/>
                          <a:latin typeface="Aptos Narrow" panose="020B0004020202020204" pitchFamily="34" charset="0"/>
                        </a:rPr>
                        <a:t>Audio Amplify</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Ivan, Vincent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N/A , within codec (RVP)</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CLASS_D_AMP,NA,CS35L63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Light" panose="020B0403020203020204" pitchFamily="34" charset="0"/>
                        </a:rPr>
                        <a:t>Planned use Cirrus CS35L63</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panose="020B0004020202020204" pitchFamily="34" charset="0"/>
                        </a:rPr>
                        <a:t>Cirrus Logic CS35L51A-CWZR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447059692"/>
                  </a:ext>
                </a:extLst>
              </a:tr>
              <a:tr h="261373">
                <a:tc>
                  <a:txBody>
                    <a:bodyPr/>
                    <a:lstStyle/>
                    <a:p>
                      <a:pPr algn="ctr" fontAlgn="b"/>
                      <a:r>
                        <a:rPr lang="en-US" sz="800" b="0" i="0" u="none" strike="noStrike">
                          <a:solidFill>
                            <a:srgbClr val="000000"/>
                          </a:solidFill>
                          <a:effectLst/>
                          <a:latin typeface="Aptos Narrow" panose="020B0004020202020204" pitchFamily="34" charset="0"/>
                        </a:rPr>
                        <a:t>BIOS Flash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panose="020B0004020202020204" pitchFamily="34" charset="0"/>
                        </a:rPr>
                        <a:t>Macronix 64MB</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GigaDevice GD25LB512MEYIGR 64MB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32MB+16MB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Light" panose="020B0403020203020204" pitchFamily="34" charset="0"/>
                        </a:rPr>
                        <a:t>Winbond W25R512NWEIQ</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32MB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3668067"/>
                  </a:ext>
                </a:extLst>
              </a:tr>
              <a:tr h="141889">
                <a:tc>
                  <a:txBody>
                    <a:bodyPr/>
                    <a:lstStyle/>
                    <a:p>
                      <a:pPr algn="ctr" fontAlgn="b"/>
                      <a:r>
                        <a:rPr lang="en-US" sz="800" b="0" i="0" u="none" strike="noStrike">
                          <a:solidFill>
                            <a:srgbClr val="000000"/>
                          </a:solidFill>
                          <a:effectLst/>
                          <a:latin typeface="Aptos Narrow" panose="020B0004020202020204" pitchFamily="34" charset="0"/>
                        </a:rPr>
                        <a:t>DDS Switch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Light" panose="020B0403020203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0062091"/>
                  </a:ext>
                </a:extLst>
              </a:tr>
              <a:tr h="141889">
                <a:tc>
                  <a:txBody>
                    <a:bodyPr/>
                    <a:lstStyle/>
                    <a:p>
                      <a:pPr algn="ctr" fontAlgn="b"/>
                      <a:r>
                        <a:rPr lang="en-US" sz="800" b="0" i="0" u="none" strike="noStrike">
                          <a:solidFill>
                            <a:srgbClr val="000000"/>
                          </a:solidFill>
                          <a:effectLst/>
                          <a:latin typeface="Aptos Narrow" panose="020B0004020202020204" pitchFamily="34" charset="0"/>
                        </a:rPr>
                        <a:t>HDMI Pcon</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Light" panose="020B0403020203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0465091"/>
                  </a:ext>
                </a:extLst>
              </a:tr>
              <a:tr h="380855">
                <a:tc>
                  <a:txBody>
                    <a:bodyPr/>
                    <a:lstStyle/>
                    <a:p>
                      <a:pPr algn="ctr" fontAlgn="b"/>
                      <a:r>
                        <a:rPr lang="en-US" sz="800" b="0" i="0" u="none" strike="noStrike">
                          <a:solidFill>
                            <a:srgbClr val="000000"/>
                          </a:solidFill>
                          <a:effectLst/>
                          <a:latin typeface="Aptos Narrow" panose="020B0004020202020204" pitchFamily="34" charset="0"/>
                        </a:rPr>
                        <a:t>DP </a:t>
                      </a:r>
                      <a:r>
                        <a:rPr lang="en-US" sz="800" b="0" i="0" u="none" strike="noStrike" err="1">
                          <a:solidFill>
                            <a:srgbClr val="000000"/>
                          </a:solidFill>
                          <a:effectLst/>
                          <a:latin typeface="Aptos Narrow" panose="020B0004020202020204" pitchFamily="34" charset="0"/>
                        </a:rPr>
                        <a:t>Redriver</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DP </a:t>
                      </a:r>
                      <a:r>
                        <a:rPr lang="en-US" sz="800" b="0" i="0" u="none" strike="noStrike" err="1">
                          <a:solidFill>
                            <a:srgbClr val="000000"/>
                          </a:solidFill>
                          <a:effectLst/>
                          <a:latin typeface="Aptos Narrow" panose="020B0004020202020204" pitchFamily="34" charset="0"/>
                        </a:rPr>
                        <a:t>Retimer</a:t>
                      </a:r>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Ethan help power</a:t>
                      </a:r>
                    </a:p>
                    <a:p>
                      <a:pPr algn="ctr" fontAlgn="b"/>
                      <a:r>
                        <a:rPr lang="en-US" sz="800" b="0" i="0" u="none" strike="noStrike">
                          <a:solidFill>
                            <a:srgbClr val="000000"/>
                          </a:solidFill>
                          <a:effectLst/>
                          <a:latin typeface="Aptos Narrow" panose="020B0004020202020204" pitchFamily="34" charset="0"/>
                        </a:rPr>
                        <a:t>Antonio check with Lyndon</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no DP </a:t>
                      </a:r>
                      <a:r>
                        <a:rPr lang="en-US" sz="800" b="0" i="0" u="none" strike="noStrike" err="1">
                          <a:solidFill>
                            <a:srgbClr val="000000"/>
                          </a:solidFill>
                          <a:effectLst/>
                          <a:latin typeface="Aptos Narrow" panose="020B0004020202020204" pitchFamily="34" charset="0"/>
                        </a:rPr>
                        <a:t>redriver</a:t>
                      </a:r>
                      <a:r>
                        <a:rPr lang="en-US" sz="800" b="0" i="0" u="none" strike="noStrike">
                          <a:solidFill>
                            <a:srgbClr val="000000"/>
                          </a:solidFill>
                          <a:effectLst/>
                          <a:latin typeface="Aptos Narrow" panose="020B0004020202020204" pitchFamily="34" charset="0"/>
                        </a:rPr>
                        <a:t>/</a:t>
                      </a:r>
                      <a:r>
                        <a:rPr lang="en-US" sz="800" b="0" i="0" u="none" strike="noStrike" err="1">
                          <a:solidFill>
                            <a:srgbClr val="000000"/>
                          </a:solidFill>
                          <a:effectLst/>
                          <a:latin typeface="Aptos Narrow" panose="020B0004020202020204" pitchFamily="34" charset="0"/>
                        </a:rPr>
                        <a:t>retimer</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PS8419(</a:t>
                      </a:r>
                      <a:r>
                        <a:rPr lang="en-US" sz="800" b="0" i="0" u="none" strike="noStrike" err="1">
                          <a:solidFill>
                            <a:srgbClr val="000000"/>
                          </a:solidFill>
                          <a:effectLst/>
                          <a:latin typeface="Aptos Narrow" panose="020B0004020202020204" pitchFamily="34" charset="0"/>
                        </a:rPr>
                        <a:t>retimer</a:t>
                      </a:r>
                      <a:r>
                        <a:rPr lang="en-US" sz="800" b="0" i="0" u="none" strike="noStrike">
                          <a:solidFill>
                            <a:srgbClr val="000000"/>
                          </a:solidFill>
                          <a:effectLst/>
                          <a:latin typeface="Aptos Narrow" panose="020B0004020202020204" pitchFamily="34" charset="0"/>
                        </a:rPr>
                        <a:t> , for HDMI)</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PS8219(</a:t>
                      </a:r>
                      <a:r>
                        <a:rPr lang="en-US" sz="800" b="0" i="0" u="none" strike="noStrike" err="1">
                          <a:solidFill>
                            <a:srgbClr val="000000"/>
                          </a:solidFill>
                          <a:effectLst/>
                          <a:latin typeface="Aptos Narrow" panose="020B0004020202020204" pitchFamily="34" charset="0"/>
                        </a:rPr>
                        <a:t>redriver</a:t>
                      </a:r>
                      <a:r>
                        <a:rPr lang="en-US" sz="800" b="0" i="0" u="none" strike="noStrike">
                          <a:solidFill>
                            <a:srgbClr val="000000"/>
                          </a:solidFill>
                          <a:effectLst/>
                          <a:latin typeface="Aptos Narrow" panose="020B0004020202020204" pitchFamily="34" charset="0"/>
                        </a:rPr>
                        <a:t>, for HDMI)</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panose="020B0004020202020204" pitchFamily="34" charset="0"/>
                        </a:rPr>
                        <a:t>PARADE PS8210</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Light" panose="020B0403020203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US" sz="800" b="0" i="0" u="none" strike="noStrike">
                          <a:solidFill>
                            <a:srgbClr val="000000"/>
                          </a:solidFill>
                          <a:effectLst/>
                          <a:latin typeface="Aptos Narrow" panose="020B0004020202020204" pitchFamily="34" charset="0"/>
                        </a:rPr>
                        <a:t>ANX7494 (HDMI re-driver)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33360713"/>
                  </a:ext>
                </a:extLst>
              </a:tr>
              <a:tr h="261373">
                <a:tc>
                  <a:txBody>
                    <a:bodyPr/>
                    <a:lstStyle/>
                    <a:p>
                      <a:pPr algn="ctr" fontAlgn="b"/>
                      <a:r>
                        <a:rPr lang="en-US" sz="800" b="0" i="0" u="none" strike="noStrike">
                          <a:solidFill>
                            <a:srgbClr val="000000"/>
                          </a:solidFill>
                          <a:effectLst/>
                          <a:latin typeface="Aptos Narrow" panose="020B0004020202020204" pitchFamily="34" charset="0"/>
                        </a:rPr>
                        <a:t>PCIE Redriver</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PCIE Retimer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Light" panose="020B0403020203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5317973"/>
                  </a:ext>
                </a:extLst>
              </a:tr>
              <a:tr h="132355">
                <a:tc>
                  <a:txBody>
                    <a:bodyPr/>
                    <a:lstStyle/>
                    <a:p>
                      <a:pPr algn="ctr" fontAlgn="b"/>
                      <a:r>
                        <a:rPr lang="en-US" sz="800" b="0" i="0" u="none" strike="noStrike">
                          <a:solidFill>
                            <a:srgbClr val="000000"/>
                          </a:solidFill>
                          <a:effectLst/>
                          <a:latin typeface="Aptos Narrow" panose="020B0004020202020204" pitchFamily="34" charset="0"/>
                        </a:rPr>
                        <a:t>Discrete TBT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panose="020B0004020202020204" pitchFamily="34" charset="0"/>
                        </a:rPr>
                        <a:t>Barlow Ridge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Light" panose="020B0403020203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9992952"/>
                  </a:ext>
                </a:extLst>
              </a:tr>
              <a:tr h="141889">
                <a:tc>
                  <a:txBody>
                    <a:bodyPr/>
                    <a:lstStyle/>
                    <a:p>
                      <a:pPr algn="ctr" fontAlgn="b"/>
                      <a:r>
                        <a:rPr lang="en-US" sz="800" b="0" i="0" u="none" strike="noStrike">
                          <a:solidFill>
                            <a:srgbClr val="000000"/>
                          </a:solidFill>
                          <a:effectLst/>
                          <a:latin typeface="Aptos Narrow" panose="020B0004020202020204" pitchFamily="34" charset="0"/>
                        </a:rPr>
                        <a:t>TBT Retimer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panose="020B0004020202020204" pitchFamily="34" charset="0"/>
                        </a:rPr>
                        <a:t>HBR(RVP, AEP)  , GBR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Intel Hayden Bridge JHL9040R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Light" panose="020B0403020203020204" pitchFamily="34" charset="0"/>
                        </a:rPr>
                        <a:t>HBR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Intel Hayden Bridge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3388833"/>
                  </a:ext>
                </a:extLst>
              </a:tr>
              <a:tr h="261373">
                <a:tc>
                  <a:txBody>
                    <a:bodyPr/>
                    <a:lstStyle/>
                    <a:p>
                      <a:pPr algn="ctr" fontAlgn="b"/>
                      <a:r>
                        <a:rPr lang="en-US" sz="800" b="0" i="0" u="none" strike="noStrike">
                          <a:solidFill>
                            <a:srgbClr val="000000"/>
                          </a:solidFill>
                          <a:effectLst/>
                          <a:latin typeface="Aptos Narrow" panose="020B0004020202020204" pitchFamily="34" charset="0"/>
                        </a:rPr>
                        <a:t>PD Controller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Kent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CYPD6229(RVP) ; </a:t>
                      </a:r>
                      <a:r>
                        <a:rPr lang="en-US" sz="800" b="0" i="0" u="none" strike="noStrike">
                          <a:solidFill>
                            <a:srgbClr val="FF0000"/>
                          </a:solidFill>
                          <a:effectLst/>
                          <a:latin typeface="Aptos Narrow" panose="020B0004020202020204" pitchFamily="34" charset="0"/>
                        </a:rPr>
                        <a:t>TPS66994 (AEP);</a:t>
                      </a:r>
                      <a:r>
                        <a:rPr lang="en-US" sz="800" b="0" i="0" u="none" strike="noStrike">
                          <a:solidFill>
                            <a:srgbClr val="000000"/>
                          </a:solidFill>
                          <a:effectLst/>
                          <a:latin typeface="Aptos Narrow" panose="020B0004020202020204" pitchFamily="34" charset="0"/>
                        </a:rPr>
                        <a:t> RTS5453P-28(RVP)</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GBR(BEP)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panose="020B0004020202020204" pitchFamily="34" charset="0"/>
                        </a:rPr>
                        <a:t>Cypress CYPD6229</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IntelOne Display Light" panose="020B0403020203020204" pitchFamily="34" charset="0"/>
                        </a:rPr>
                        <a:t>TI TPS66994E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panose="020B0004020202020204" pitchFamily="34" charset="0"/>
                        </a:rPr>
                        <a:t>Realtek RTS5458P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895989801"/>
                  </a:ext>
                </a:extLst>
              </a:tr>
              <a:tr h="261373">
                <a:tc>
                  <a:txBody>
                    <a:bodyPr/>
                    <a:lstStyle/>
                    <a:p>
                      <a:pPr algn="ctr" fontAlgn="b"/>
                      <a:r>
                        <a:rPr lang="en-US" sz="800" b="0" i="0" u="none" strike="noStrike">
                          <a:solidFill>
                            <a:srgbClr val="000000"/>
                          </a:solidFill>
                          <a:effectLst/>
                          <a:latin typeface="Aptos Narrow" panose="020B0004020202020204" pitchFamily="34" charset="0"/>
                        </a:rPr>
                        <a:t>USB3.2 Gen2 </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Retimer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panose="020B0004020202020204" pitchFamily="34" charset="0"/>
                        </a:rPr>
                        <a:t>Doides PI3EQX1004E2ZTFEX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Light" panose="020B0403020203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TI TUSB1002ARGER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3815059"/>
                  </a:ext>
                </a:extLst>
              </a:tr>
              <a:tr h="261373">
                <a:tc>
                  <a:txBody>
                    <a:bodyPr/>
                    <a:lstStyle/>
                    <a:p>
                      <a:pPr algn="ctr" fontAlgn="b"/>
                      <a:r>
                        <a:rPr lang="en-US" sz="800" b="0" i="0" u="none" strike="noStrike">
                          <a:solidFill>
                            <a:srgbClr val="000000"/>
                          </a:solidFill>
                          <a:effectLst/>
                          <a:latin typeface="Aptos Narrow" panose="020B0004020202020204" pitchFamily="34" charset="0"/>
                        </a:rPr>
                        <a:t>USB3 </a:t>
                      </a:r>
                      <a:r>
                        <a:rPr lang="en-US" sz="800" b="0" i="0" u="none" strike="noStrike" err="1">
                          <a:solidFill>
                            <a:srgbClr val="000000"/>
                          </a:solidFill>
                          <a:effectLst/>
                          <a:latin typeface="Aptos Narrow" panose="020B0004020202020204" pitchFamily="34" charset="0"/>
                        </a:rPr>
                        <a:t>Retimer</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USB3 </a:t>
                      </a:r>
                      <a:r>
                        <a:rPr lang="en-US" sz="800" b="0" i="0" u="none" strike="noStrike" err="1">
                          <a:solidFill>
                            <a:srgbClr val="000000"/>
                          </a:solidFill>
                          <a:effectLst/>
                          <a:latin typeface="Aptos Narrow" panose="020B0004020202020204" pitchFamily="34" charset="0"/>
                        </a:rPr>
                        <a:t>Redriver</a:t>
                      </a:r>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Ethan Hsu to help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Diodes PI3EQX1002E redriver  (RVP)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panose="020B0004020202020204" pitchFamily="34" charset="0"/>
                        </a:rPr>
                        <a:t>TI TUSB522</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Light" panose="020B0403020203020204" pitchFamily="34" charset="0"/>
                        </a:rPr>
                        <a:t>TI TUSB522PIRGER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US" sz="800" b="0" i="0" u="none" strike="noStrike">
                          <a:solidFill>
                            <a:srgbClr val="000000"/>
                          </a:solidFill>
                          <a:effectLst/>
                          <a:latin typeface="Aptos Narrow" panose="020B0004020202020204" pitchFamily="34" charset="0"/>
                        </a:rPr>
                        <a:t>TUSB522PRGER (5G re-driver)</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TUSB1002ARGER (10G re-driver)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87134404"/>
                  </a:ext>
                </a:extLst>
              </a:tr>
              <a:tr h="141889">
                <a:tc>
                  <a:txBody>
                    <a:bodyPr/>
                    <a:lstStyle/>
                    <a:p>
                      <a:pPr algn="ctr" fontAlgn="b"/>
                      <a:r>
                        <a:rPr lang="en-US" sz="800" b="0" i="0" u="none" strike="noStrike">
                          <a:solidFill>
                            <a:srgbClr val="000000"/>
                          </a:solidFill>
                          <a:effectLst/>
                          <a:latin typeface="Aptos Narrow" panose="020B0004020202020204" pitchFamily="34" charset="0"/>
                        </a:rPr>
                        <a:t>USB2 Redriver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panose="020B0004020202020204" pitchFamily="34" charset="0"/>
                        </a:rPr>
                        <a:t>TUSB212IRWBR(AEP , BEP-reserved)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Light" panose="020B0403020203020204" pitchFamily="34" charset="0"/>
                        </a:rPr>
                        <a:t>TUSB212IRWBR(reserved)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582764"/>
                  </a:ext>
                </a:extLst>
              </a:tr>
              <a:tr h="261373">
                <a:tc>
                  <a:txBody>
                    <a:bodyPr/>
                    <a:lstStyle/>
                    <a:p>
                      <a:pPr algn="ctr" fontAlgn="b"/>
                      <a:r>
                        <a:rPr lang="en-US" sz="800" b="0" i="0" u="none" strike="noStrike">
                          <a:solidFill>
                            <a:srgbClr val="000000"/>
                          </a:solidFill>
                          <a:effectLst/>
                          <a:latin typeface="Aptos Narrow" panose="020B0004020202020204" pitchFamily="34" charset="0"/>
                        </a:rPr>
                        <a:t>Discrete TPM</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Ethan Hsu to help comment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Infineon SLB9672VQ 2.0 (RVP, AEP, BEP)</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Nations Tech Z32H330TC(RVP)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err="1">
                          <a:solidFill>
                            <a:srgbClr val="FF0000"/>
                          </a:solidFill>
                          <a:effectLst/>
                          <a:latin typeface="Aptos Narrow" panose="020B0004020202020204" pitchFamily="34" charset="0"/>
                        </a:rPr>
                        <a:t>Nuvoton</a:t>
                      </a:r>
                      <a:r>
                        <a:rPr lang="en-US" sz="800" b="0" i="0" u="none" strike="noStrike">
                          <a:solidFill>
                            <a:srgbClr val="FF0000"/>
                          </a:solidFill>
                          <a:effectLst/>
                          <a:latin typeface="Aptos Narrow" panose="020B0004020202020204" pitchFamily="34" charset="0"/>
                        </a:rPr>
                        <a:t> NPCT760JABYX</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err="1">
                          <a:solidFill>
                            <a:srgbClr val="FF0000"/>
                          </a:solidFill>
                          <a:effectLst/>
                          <a:latin typeface="IntelOne Display Light" panose="020B0403020203020204" pitchFamily="34" charset="0"/>
                        </a:rPr>
                        <a:t>STMicro</a:t>
                      </a:r>
                      <a:r>
                        <a:rPr lang="en-US" sz="800" b="0" i="0" u="none" strike="noStrike">
                          <a:solidFill>
                            <a:srgbClr val="FF0000"/>
                          </a:solidFill>
                          <a:effectLst/>
                          <a:latin typeface="IntelOne Display Light" panose="020B0403020203020204" pitchFamily="34" charset="0"/>
                        </a:rPr>
                        <a:t> ST33HTPH2X32AHE4</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panose="020B0004020202020204" pitchFamily="34" charset="0"/>
                        </a:rPr>
                        <a:t>NPCT760HABYX</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663906609"/>
                  </a:ext>
                </a:extLst>
              </a:tr>
              <a:tr h="141889">
                <a:tc>
                  <a:txBody>
                    <a:bodyPr/>
                    <a:lstStyle/>
                    <a:p>
                      <a:pPr algn="ctr" fontAlgn="b"/>
                      <a:r>
                        <a:rPr lang="en-US" sz="800" b="0" i="0" u="none" strike="noStrike">
                          <a:solidFill>
                            <a:srgbClr val="000000"/>
                          </a:solidFill>
                          <a:effectLst/>
                          <a:latin typeface="Aptos Narrow" panose="020B0004020202020204" pitchFamily="34" charset="0"/>
                        </a:rPr>
                        <a:t>Card Reader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err="1">
                          <a:solidFill>
                            <a:srgbClr val="000000"/>
                          </a:solidFill>
                          <a:effectLst/>
                          <a:latin typeface="Aptos Narrow" panose="020B0004020202020204" pitchFamily="34" charset="0"/>
                        </a:rPr>
                        <a:t>BayHub</a:t>
                      </a:r>
                      <a:r>
                        <a:rPr lang="en-US" sz="800" b="0" i="0" u="none" strike="noStrike">
                          <a:solidFill>
                            <a:srgbClr val="000000"/>
                          </a:solidFill>
                          <a:effectLst/>
                          <a:latin typeface="Aptos Narrow" panose="020B0004020202020204" pitchFamily="34" charset="0"/>
                        </a:rPr>
                        <a:t> BH770GG7(AEP)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Light" panose="020B0403020203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8671468"/>
                  </a:ext>
                </a:extLst>
              </a:tr>
              <a:tr h="141889">
                <a:tc>
                  <a:txBody>
                    <a:bodyPr/>
                    <a:lstStyle/>
                    <a:p>
                      <a:pPr algn="ctr" fontAlgn="b"/>
                      <a:r>
                        <a:rPr lang="en-US" sz="800" b="0" i="0" u="none" strike="noStrike" err="1">
                          <a:solidFill>
                            <a:srgbClr val="000000"/>
                          </a:solidFill>
                          <a:effectLst/>
                          <a:latin typeface="Aptos Narrow" panose="020B0004020202020204" pitchFamily="34" charset="0"/>
                        </a:rPr>
                        <a:t>eDP</a:t>
                      </a:r>
                      <a:r>
                        <a:rPr lang="en-US" sz="800" b="0" i="0" u="none" strike="noStrike">
                          <a:solidFill>
                            <a:srgbClr val="000000"/>
                          </a:solidFill>
                          <a:effectLst/>
                          <a:latin typeface="Aptos Narrow" panose="020B0004020202020204" pitchFamily="34" charset="0"/>
                        </a:rPr>
                        <a:t> Panel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CY Liang, Alfred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rPr>
                        <a:t>FHD / QHD / OLED QHD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Light" panose="020B0403020203020204" pitchFamily="34" charset="0"/>
                        </a:rPr>
                        <a:t>Non-TCON+ on LW panels</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173525851"/>
                  </a:ext>
                </a:extLst>
              </a:tr>
              <a:tr h="141889">
                <a:tc>
                  <a:txBody>
                    <a:bodyPr/>
                    <a:lstStyle/>
                    <a:p>
                      <a:pPr algn="ctr" fontAlgn="b"/>
                      <a:r>
                        <a:rPr lang="en-US" sz="800" b="0" i="0" u="none" strike="noStrike">
                          <a:solidFill>
                            <a:srgbClr val="000000"/>
                          </a:solidFill>
                          <a:effectLst/>
                          <a:latin typeface="Aptos Narrow" panose="020B0004020202020204" pitchFamily="34" charset="0"/>
                        </a:rPr>
                        <a:t>PCB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HW team</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T3 or T4, 6L or 8L or 10 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rPr>
                        <a:t>Type-3, 10L, Mid-loss EM370 equivalent material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Light" panose="020B0403020203020204" pitchFamily="34" charset="0"/>
                        </a:rPr>
                        <a:t>T3 10L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US" sz="800" b="0" i="0" u="none" strike="noStrike">
                          <a:solidFill>
                            <a:srgbClr val="000000"/>
                          </a:solidFill>
                          <a:effectLst/>
                          <a:latin typeface="Aptos Narrow" panose="020B0004020202020204" pitchFamily="34" charset="0"/>
                        </a:rPr>
                        <a:t>T3/10L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96831092"/>
                  </a:ext>
                </a:extLst>
              </a:tr>
              <a:tr h="141889">
                <a:tc>
                  <a:txBody>
                    <a:bodyPr/>
                    <a:lstStyle/>
                    <a:p>
                      <a:pPr algn="ctr" fontAlgn="b"/>
                      <a:r>
                        <a:rPr lang="en-US" sz="800" b="0" i="0" u="none" strike="noStrike">
                          <a:solidFill>
                            <a:srgbClr val="000000"/>
                          </a:solidFill>
                          <a:effectLst/>
                          <a:latin typeface="Aptos Narrow" panose="020B0004020202020204" pitchFamily="34" charset="0"/>
                        </a:rPr>
                        <a:t>Storage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Ethan Hsu recommend Gen4</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Gen4 NVMe WD SN810 CS-512GB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rPr>
                        <a:t>2230/2280 PCIe Gen4 SSD, UI:Gen5 SSD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Light" panose="020B0403020203020204" pitchFamily="34" charset="0"/>
                        </a:rPr>
                        <a:t>M.2 2280 SSD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panose="020B0004020202020204" pitchFamily="34" charset="0"/>
                        </a:rPr>
                        <a:t>M.2 2280 SSD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79406696"/>
                  </a:ext>
                </a:extLst>
              </a:tr>
              <a:tr h="261373">
                <a:tc>
                  <a:txBody>
                    <a:bodyPr/>
                    <a:lstStyle/>
                    <a:p>
                      <a:pPr algn="ctr" fontAlgn="b"/>
                      <a:r>
                        <a:rPr lang="en-US" sz="800" b="0" i="0" u="none" strike="noStrike">
                          <a:solidFill>
                            <a:srgbClr val="000000"/>
                          </a:solidFill>
                          <a:effectLst/>
                          <a:latin typeface="Aptos Narrow" panose="020B0004020202020204" pitchFamily="34" charset="0"/>
                        </a:rPr>
                        <a:t>Charger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Terry</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panose="020B0004020202020204" pitchFamily="34" charset="0"/>
                        </a:rPr>
                        <a:t>RAA489110ARGNP(RVP, AEP)</a:t>
                      </a:r>
                      <a:br>
                        <a:rPr lang="en-US" sz="800" b="0" i="0" u="none" strike="noStrike">
                          <a:solidFill>
                            <a:srgbClr val="000000"/>
                          </a:solidFill>
                          <a:effectLst/>
                          <a:latin typeface="Aptos Narrow" panose="020B0004020202020204" pitchFamily="34" charset="0"/>
                        </a:rPr>
                      </a:br>
                      <a:r>
                        <a:rPr lang="en-US" sz="800" b="0" i="0" u="none" strike="noStrike">
                          <a:solidFill>
                            <a:srgbClr val="000000"/>
                          </a:solidFill>
                          <a:effectLst/>
                          <a:latin typeface="Aptos Narrow" panose="020B0004020202020204" pitchFamily="34" charset="0"/>
                        </a:rPr>
                        <a:t> SC8885SQDER(BEP)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IntelOne Display AR Light" panose="020B0403020203020204" pitchFamily="34" charset="-78"/>
                          <a:cs typeface="IntelOne Display AR Light" panose="020B0403020203020204" pitchFamily="34" charset="-78"/>
                        </a:rPr>
                        <a:t>TI  BQ25728RSNR (buck-boost)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Light" panose="020B0403020203020204" pitchFamily="34" charset="0"/>
                        </a:rPr>
                        <a:t>RENESAS</a:t>
                      </a:r>
                      <a:br>
                        <a:rPr lang="en-US" sz="800" b="0" i="0" u="none" strike="noStrike">
                          <a:solidFill>
                            <a:srgbClr val="000000"/>
                          </a:solidFill>
                          <a:effectLst/>
                          <a:latin typeface="IntelOne Display Light" panose="020B0403020203020204" pitchFamily="34" charset="0"/>
                        </a:rPr>
                      </a:br>
                      <a:r>
                        <a:rPr lang="en-US" sz="800" b="0" i="0" u="none" strike="noStrike">
                          <a:solidFill>
                            <a:srgbClr val="000000"/>
                          </a:solidFill>
                          <a:effectLst/>
                          <a:latin typeface="IntelOne Display Light" panose="020B0403020203020204" pitchFamily="34" charset="0"/>
                        </a:rPr>
                        <a:t>ISL9538CHRTZ-T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panose="020B0004020202020204" pitchFamily="34" charset="0"/>
                        </a:rPr>
                        <a:t>TI BQ25728</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98611769"/>
                  </a:ext>
                </a:extLst>
              </a:tr>
            </a:tbl>
          </a:graphicData>
        </a:graphic>
      </p:graphicFrame>
      <p:sp>
        <p:nvSpPr>
          <p:cNvPr id="5" name="TextBox 4">
            <a:extLst>
              <a:ext uri="{FF2B5EF4-FFF2-40B4-BE49-F238E27FC236}">
                <a16:creationId xmlns:a16="http://schemas.microsoft.com/office/drawing/2014/main" id="{4F388C07-3CA2-AFAA-4830-D8EE8951AEB8}"/>
              </a:ext>
            </a:extLst>
          </p:cNvPr>
          <p:cNvSpPr txBox="1"/>
          <p:nvPr/>
        </p:nvSpPr>
        <p:spPr>
          <a:xfrm>
            <a:off x="4745735" y="-54864"/>
            <a:ext cx="245059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PTL Designs BOM </a:t>
            </a:r>
          </a:p>
        </p:txBody>
      </p:sp>
      <p:sp>
        <p:nvSpPr>
          <p:cNvPr id="3" name="TextBox 2">
            <a:extLst>
              <a:ext uri="{FF2B5EF4-FFF2-40B4-BE49-F238E27FC236}">
                <a16:creationId xmlns:a16="http://schemas.microsoft.com/office/drawing/2014/main" id="{5638410A-41E5-F346-03C4-ED373F2933BF}"/>
              </a:ext>
            </a:extLst>
          </p:cNvPr>
          <p:cNvSpPr txBox="1"/>
          <p:nvPr/>
        </p:nvSpPr>
        <p:spPr>
          <a:xfrm>
            <a:off x="6159260" y="470877"/>
            <a:ext cx="6096000" cy="759247"/>
          </a:xfrm>
          <a:prstGeom prst="rect">
            <a:avLst/>
          </a:prstGeom>
          <a:noFill/>
        </p:spPr>
        <p:txBody>
          <a:bodyPr wrap="square">
            <a:spAutoFit/>
          </a:bodyPr>
          <a:lstStyle/>
          <a:p>
            <a:br>
              <a:rPr lang="en-US"/>
            </a:br>
            <a:endParaRPr lang="en-US"/>
          </a:p>
        </p:txBody>
      </p:sp>
    </p:spTree>
    <p:extLst>
      <p:ext uri="{BB962C8B-B14F-4D97-AF65-F5344CB8AC3E}">
        <p14:creationId xmlns:p14="http://schemas.microsoft.com/office/powerpoint/2010/main" val="3808527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E9C2FB9-8B38-F96A-5C47-80AD7F91050B}"/>
              </a:ext>
            </a:extLst>
          </p:cNvPr>
          <p:cNvGraphicFramePr>
            <a:graphicFrameLocks noGrp="1"/>
          </p:cNvGraphicFramePr>
          <p:nvPr>
            <p:extLst>
              <p:ext uri="{D42A27DB-BD31-4B8C-83A1-F6EECF244321}">
                <p14:modId xmlns:p14="http://schemas.microsoft.com/office/powerpoint/2010/main" val="1744068036"/>
              </p:ext>
            </p:extLst>
          </p:nvPr>
        </p:nvGraphicFramePr>
        <p:xfrm>
          <a:off x="243839" y="363760"/>
          <a:ext cx="11704321" cy="6058974"/>
        </p:xfrm>
        <a:graphic>
          <a:graphicData uri="http://schemas.openxmlformats.org/drawingml/2006/table">
            <a:tbl>
              <a:tblPr/>
              <a:tblGrid>
                <a:gridCol w="1000761">
                  <a:extLst>
                    <a:ext uri="{9D8B030D-6E8A-4147-A177-3AD203B41FA5}">
                      <a16:colId xmlns:a16="http://schemas.microsoft.com/office/drawing/2014/main" val="54181809"/>
                    </a:ext>
                  </a:extLst>
                </a:gridCol>
                <a:gridCol w="1049867">
                  <a:extLst>
                    <a:ext uri="{9D8B030D-6E8A-4147-A177-3AD203B41FA5}">
                      <a16:colId xmlns:a16="http://schemas.microsoft.com/office/drawing/2014/main" val="3069853359"/>
                    </a:ext>
                  </a:extLst>
                </a:gridCol>
                <a:gridCol w="2667000">
                  <a:extLst>
                    <a:ext uri="{9D8B030D-6E8A-4147-A177-3AD203B41FA5}">
                      <a16:colId xmlns:a16="http://schemas.microsoft.com/office/drawing/2014/main" val="825509546"/>
                    </a:ext>
                  </a:extLst>
                </a:gridCol>
                <a:gridCol w="2184400">
                  <a:extLst>
                    <a:ext uri="{9D8B030D-6E8A-4147-A177-3AD203B41FA5}">
                      <a16:colId xmlns:a16="http://schemas.microsoft.com/office/drawing/2014/main" val="2464141664"/>
                    </a:ext>
                  </a:extLst>
                </a:gridCol>
                <a:gridCol w="2108200">
                  <a:extLst>
                    <a:ext uri="{9D8B030D-6E8A-4147-A177-3AD203B41FA5}">
                      <a16:colId xmlns:a16="http://schemas.microsoft.com/office/drawing/2014/main" val="237296344"/>
                    </a:ext>
                  </a:extLst>
                </a:gridCol>
                <a:gridCol w="2694093">
                  <a:extLst>
                    <a:ext uri="{9D8B030D-6E8A-4147-A177-3AD203B41FA5}">
                      <a16:colId xmlns:a16="http://schemas.microsoft.com/office/drawing/2014/main" val="2586031726"/>
                    </a:ext>
                  </a:extLst>
                </a:gridCol>
              </a:tblGrid>
              <a:tr h="231962">
                <a:tc>
                  <a:txBody>
                    <a:bodyPr/>
                    <a:lstStyle/>
                    <a:p>
                      <a:pPr algn="ctr" fontAlgn="ctr"/>
                      <a:endParaRPr lang="en-US" sz="800" b="1"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ctr" fontAlgn="ctr"/>
                      <a:endParaRPr lang="en-US" sz="800" b="1"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IntelOne Display AR Light" panose="020B0403020203020204" pitchFamily="34" charset="-78"/>
                          <a:cs typeface="IntelOne Display AR Light" panose="020B0403020203020204" pitchFamily="34" charset="-78"/>
                        </a:rPr>
                        <a:t>RVP, BEP, AEP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IntelOne Display AR Light"/>
                          <a:cs typeface="IntelOne Display AR Light"/>
                        </a:rPr>
                        <a:t>Dell Cons. CSLP</a:t>
                      </a:r>
                      <a:br>
                        <a:rPr lang="en-US" sz="800" b="1" i="0" u="none" strike="noStrike">
                          <a:solidFill>
                            <a:srgbClr val="000000"/>
                          </a:solidFill>
                          <a:effectLst/>
                          <a:latin typeface="IntelOne Display AR Light"/>
                          <a:cs typeface="IntelOne Display AR Light"/>
                        </a:rPr>
                      </a:br>
                      <a:r>
                        <a:rPr lang="en-US" sz="800" b="1" i="0" u="none" strike="noStrike">
                          <a:solidFill>
                            <a:srgbClr val="000000"/>
                          </a:solidFill>
                          <a:effectLst/>
                          <a:latin typeface="IntelOne Display AR Light"/>
                          <a:cs typeface="IntelOne Display AR Light"/>
                        </a:rPr>
                        <a:t>Jarvis-PTL</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IntelOne Display AR Light"/>
                          <a:cs typeface="IntelOne Display AR Light"/>
                        </a:rPr>
                        <a:t>Dell Corp. CSLP</a:t>
                      </a:r>
                      <a:br>
                        <a:rPr lang="en-US" sz="800" b="1" i="0" u="none" strike="noStrike">
                          <a:solidFill>
                            <a:srgbClr val="000000"/>
                          </a:solidFill>
                          <a:effectLst/>
                          <a:latin typeface="IntelOne Display AR Light"/>
                          <a:cs typeface="IntelOne Display AR Light"/>
                        </a:rPr>
                      </a:br>
                      <a:r>
                        <a:rPr lang="en-US" sz="800" b="1" i="0" u="none" strike="noStrike">
                          <a:solidFill>
                            <a:srgbClr val="000000"/>
                          </a:solidFill>
                          <a:effectLst/>
                          <a:latin typeface="IntelOne Display AR Light"/>
                          <a:cs typeface="IntelOne Display AR Light"/>
                        </a:rPr>
                        <a:t>Taroko-PTL</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IntelOne Display AR Light" panose="020B0403020203020204" pitchFamily="34" charset="-78"/>
                          <a:cs typeface="IntelOne Display AR Light" panose="020B0403020203020204" pitchFamily="34" charset="-78"/>
                        </a:rPr>
                        <a:t>Risk assessment and recommendation </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063062"/>
                  </a:ext>
                </a:extLst>
              </a:tr>
              <a:tr h="127048">
                <a:tc>
                  <a:txBody>
                    <a:bodyPr/>
                    <a:lstStyle/>
                    <a:p>
                      <a:pPr algn="ctr" fontAlgn="ctr"/>
                      <a:r>
                        <a:rPr lang="en-US" sz="800" b="0" i="0" u="none" strike="noStrike">
                          <a:solidFill>
                            <a:srgbClr val="000000"/>
                          </a:solidFill>
                          <a:effectLst/>
                          <a:latin typeface="IntelOne Display AR Light"/>
                          <a:cs typeface="IntelOne Display AR Light"/>
                        </a:rPr>
                        <a:t>SOC</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IntelOne Display AR Light"/>
                          <a:cs typeface="IntelOne Display AR Light"/>
                        </a:rPr>
                        <a:t>Replaceable</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a:cs typeface="IntelOne Display AR Light"/>
                        </a:rPr>
                        <a:t>PTL H 12Xe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rPr>
                        <a:t>PTL H 404</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8895928"/>
                  </a:ext>
                </a:extLst>
              </a:tr>
              <a:tr h="127048">
                <a:tc>
                  <a:txBody>
                    <a:bodyPr/>
                    <a:lstStyle/>
                    <a:p>
                      <a:pPr algn="ctr" fontAlgn="ctr"/>
                      <a:r>
                        <a:rPr lang="en-US" sz="800" b="0" i="0" u="none" strike="noStrike">
                          <a:solidFill>
                            <a:srgbClr val="000000"/>
                          </a:solidFill>
                          <a:effectLst/>
                          <a:latin typeface="IntelOne Display AR Light"/>
                          <a:cs typeface="IntelOne Display AR Light"/>
                        </a:rPr>
                        <a:t>DRAM</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da-DK"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da-DK" sz="800" b="0" i="0" u="none" strike="noStrike">
                          <a:solidFill>
                            <a:srgbClr val="000000"/>
                          </a:solidFill>
                          <a:effectLst/>
                          <a:latin typeface="IntelOne Display AR Light" panose="020B0403020203020204" pitchFamily="34" charset="-78"/>
                          <a:cs typeface="IntelOne Display AR Light" panose="020B0403020203020204" pitchFamily="34" charset="-78"/>
                        </a:rPr>
                        <a:t>LPCAMM(LP5x), MD(LP5x), SODIMM(DDR5)</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a:cs typeface="IntelOne Display AR Light"/>
                        </a:rPr>
                        <a:t>LPDDR5/x</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rPr>
                        <a:t>DDR5 SODIMM 1DPC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1609363277"/>
                  </a:ext>
                </a:extLst>
              </a:tr>
              <a:tr h="231962">
                <a:tc>
                  <a:txBody>
                    <a:bodyPr/>
                    <a:lstStyle/>
                    <a:p>
                      <a:pPr algn="ctr" fontAlgn="ct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VR Controller</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nl-NL" sz="800" b="0" i="0" u="none" strike="noStrike">
                          <a:solidFill>
                            <a:srgbClr val="000000"/>
                          </a:solidFill>
                          <a:effectLst/>
                          <a:latin typeface="IntelOne Display AR Light" panose="020B0403020203020204" pitchFamily="34" charset="-78"/>
                          <a:cs typeface="IntelOne Display AR Light" panose="020B0403020203020204" pitchFamily="34" charset="-78"/>
                        </a:rPr>
                        <a:t>Terry</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nl-NL" sz="800" b="0" i="0" u="none" strike="noStrike">
                          <a:solidFill>
                            <a:srgbClr val="000000"/>
                          </a:solidFill>
                          <a:effectLst/>
                          <a:latin typeface="IntelOne Display AR Light" panose="020B0403020203020204" pitchFamily="34" charset="-78"/>
                          <a:cs typeface="IntelOne Display AR Light" panose="020B0403020203020204" pitchFamily="34" charset="-78"/>
                        </a:rPr>
                        <a:t>Richtek RT3645BEN-01A</a:t>
                      </a:r>
                      <a:br>
                        <a:rPr lang="nl-NL" sz="800" b="0" i="0" u="none" strike="noStrike">
                          <a:solidFill>
                            <a:srgbClr val="000000"/>
                          </a:solidFill>
                          <a:effectLst/>
                          <a:latin typeface="IntelOne Display AR Light" panose="020B0403020203020204" pitchFamily="34" charset="-78"/>
                          <a:cs typeface="IntelOne Display AR Light" panose="020B0403020203020204" pitchFamily="34" charset="-78"/>
                        </a:rPr>
                      </a:br>
                      <a:r>
                        <a:rPr lang="nl-NL" sz="800" b="0" i="0" u="none" strike="noStrike">
                          <a:solidFill>
                            <a:srgbClr val="000000"/>
                          </a:solidFill>
                          <a:effectLst/>
                          <a:latin typeface="IntelOne Display AR Light" panose="020B0403020203020204" pitchFamily="34" charset="-78"/>
                          <a:cs typeface="IntelOne Display AR Light" panose="020B0403020203020204" pitchFamily="34" charset="-78"/>
                        </a:rPr>
                        <a:t>MPS  MP29011GQKT(BEP)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lumMod val="50000"/>
                            </a:schemeClr>
                          </a:solidFill>
                          <a:effectLst/>
                          <a:latin typeface="Aptos Narrow" panose="020B0004020202020204" pitchFamily="34" charset="0"/>
                        </a:rPr>
                        <a:t>MPS MP29011 (code-sign with RTQ3700FH)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lumMod val="50000"/>
                            </a:schemeClr>
                          </a:solidFill>
                          <a:effectLst/>
                          <a:latin typeface="IntelOne Display AR Light" panose="020B0403020203020204" pitchFamily="34" charset="-78"/>
                          <a:cs typeface="IntelOne Display AR Light" panose="020B0403020203020204" pitchFamily="34" charset="-78"/>
                        </a:rPr>
                        <a:t>MPS MP29011</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lumMod val="50000"/>
                            </a:schemeClr>
                          </a:solidFill>
                          <a:effectLst/>
                          <a:latin typeface="IntelOne Display AR Light"/>
                          <a:cs typeface="IntelOne Display AR Light"/>
                        </a:rPr>
                        <a:t>Jarvis/Taroko the same,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532541749"/>
                  </a:ext>
                </a:extLst>
              </a:tr>
              <a:tr h="231962">
                <a:tc>
                  <a:txBody>
                    <a:bodyPr/>
                    <a:lstStyle/>
                    <a:p>
                      <a:pPr algn="ctr" fontAlgn="b"/>
                      <a:r>
                        <a:rPr lang="en-US" sz="800" b="0" i="0" u="none" strike="noStrike">
                          <a:solidFill>
                            <a:srgbClr val="000000"/>
                          </a:solidFill>
                          <a:effectLst/>
                          <a:latin typeface="IntelOne Display AR Light"/>
                          <a:cs typeface="IntelOne Display AR Light"/>
                        </a:rPr>
                        <a:t>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Ethan Hsu</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Microchip MEC1723 </a:t>
                      </a:r>
                      <a:r>
                        <a:rPr lang="en-US" sz="800" b="0" i="0" u="none" strike="noStrike" err="1">
                          <a:solidFill>
                            <a:srgbClr val="000000"/>
                          </a:solidFill>
                          <a:effectLst/>
                          <a:latin typeface="IntelOne Display AR Light" panose="020B0403020203020204" pitchFamily="34" charset="-78"/>
                          <a:cs typeface="IntelOne Display AR Light" panose="020B0403020203020204" pitchFamily="34" charset="-78"/>
                        </a:rPr>
                        <a:t>eSPI</a:t>
                      </a: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 (RVP, AEP)</a:t>
                      </a:r>
                      <a:b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b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ITE IT82002VG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lumMod val="50000"/>
                            </a:schemeClr>
                          </a:solidFill>
                          <a:effectLst/>
                          <a:latin typeface="IntelOne Display AR Light" panose="020B0403020203020204" pitchFamily="34" charset="-78"/>
                          <a:cs typeface="IntelOne Display AR Light" panose="020B0403020203020204" pitchFamily="34" charset="-78"/>
                        </a:rPr>
                        <a:t>NUVOTON NPCX497XA0BX</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IntelOne Display AR Light" panose="020B0403020203020204" pitchFamily="34" charset="-78"/>
                          <a:cs typeface="IntelOne Display AR Light" panose="020B0403020203020204" pitchFamily="34" charset="-78"/>
                        </a:rPr>
                        <a:t>Microchip MEC5407</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IntelOne Display AR Light" panose="020B0403020203020204" pitchFamily="34" charset="-78"/>
                          <a:cs typeface="IntelOne Display AR Light" panose="020B0403020203020204" pitchFamily="34" charset="-78"/>
                        </a:rPr>
                        <a:t>Need to check EC power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444730728"/>
                  </a:ext>
                </a:extLst>
              </a:tr>
              <a:tr h="127048">
                <a:tc>
                  <a:txBody>
                    <a:bodyPr/>
                    <a:lstStyle/>
                    <a:p>
                      <a:pPr algn="ctr" fontAlgn="b"/>
                      <a:r>
                        <a:rPr lang="en-US" sz="800" b="0" i="0" u="none" strike="noStrike">
                          <a:solidFill>
                            <a:srgbClr val="000000"/>
                          </a:solidFill>
                          <a:effectLst/>
                          <a:latin typeface="IntelOne Display AR Light"/>
                          <a:cs typeface="IntelOne Display AR Light"/>
                        </a:rPr>
                        <a:t>MCU</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a:cs typeface="IntelOne Display AR Light"/>
                        </a:rPr>
                        <a:t>N/A </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a:cs typeface="IntelOne Display AR Light"/>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a:cs typeface="IntelOne Display AR Light"/>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9218327"/>
                  </a:ext>
                </a:extLst>
              </a:tr>
              <a:tr h="127048">
                <a:tc>
                  <a:txBody>
                    <a:bodyPr/>
                    <a:lstStyle/>
                    <a:p>
                      <a:pPr algn="ctr" fontAlgn="b"/>
                      <a:r>
                        <a:rPr lang="en-US" sz="800" b="0" i="0" u="none" strike="noStrike">
                          <a:solidFill>
                            <a:srgbClr val="000000"/>
                          </a:solidFill>
                          <a:effectLst/>
                          <a:latin typeface="IntelOne Display AR Light"/>
                          <a:cs typeface="IntelOne Display AR Light"/>
                        </a:rPr>
                        <a:t>SIO</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a:cs typeface="IntelOne Display AR Light"/>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a:cs typeface="IntelOne Display AR Light"/>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4504600"/>
                  </a:ext>
                </a:extLst>
              </a:tr>
              <a:tr h="127048">
                <a:tc>
                  <a:txBody>
                    <a:bodyPr/>
                    <a:lstStyle/>
                    <a:p>
                      <a:pPr algn="ctr" fontAlgn="b"/>
                      <a:r>
                        <a:rPr lang="en-US" sz="800" b="0" i="0" u="none" strike="noStrike">
                          <a:solidFill>
                            <a:srgbClr val="000000"/>
                          </a:solidFill>
                          <a:effectLst/>
                          <a:latin typeface="IntelOne Display AR Light"/>
                          <a:cs typeface="IntelOne Display AR Light"/>
                        </a:rPr>
                        <a:t>LAN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a:cs typeface="IntelOne Display AR Light"/>
                        </a:rPr>
                        <a:t>Jacksonville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a:cs typeface="IntelOne Display AR Light"/>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FF0000"/>
                          </a:solidFill>
                          <a:effectLst/>
                          <a:latin typeface="IntelOne Display AR Light" panose="020B0403020203020204" pitchFamily="34" charset="-78"/>
                          <a:cs typeface="IntelOne Display AR Light" panose="020B0403020203020204" pitchFamily="34" charset="-78"/>
                        </a:rPr>
                        <a:t>Intel WGI219LM-SLKJ2-A0</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rPr>
                        <a:t>Only </a:t>
                      </a:r>
                      <a:r>
                        <a:rPr lang="en-US" sz="800" b="0" i="0" u="none" strike="noStrike" err="1">
                          <a:solidFill>
                            <a:srgbClr val="215C98"/>
                          </a:solidFill>
                          <a:effectLst/>
                          <a:latin typeface="IntelOne Display AR Light" panose="020B0403020203020204" pitchFamily="34" charset="-78"/>
                          <a:cs typeface="IntelOne Display AR Light" panose="020B0403020203020204" pitchFamily="34" charset="-78"/>
                        </a:rPr>
                        <a:t>corp</a:t>
                      </a:r>
                      <a:r>
                        <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rPr>
                        <a:t> design has WLAN</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360994110"/>
                  </a:ext>
                </a:extLst>
              </a:tr>
              <a:tr h="127048">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WLAN/BT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Jonathan, Ethan</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Whalepeak-2 (2x2)</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rPr>
                        <a:t>Intel M.2 2230 BE201/BE211</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rPr>
                        <a:t>CNVI/PCIe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215887230"/>
                  </a:ext>
                </a:extLst>
              </a:tr>
              <a:tr h="336876">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Audio Codec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Ivan, Vincent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Realtek ALC712-VB, ALC1320 , ALC722(RVP)</a:t>
                      </a:r>
                      <a:b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b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Cirrus Logic CS35L56(AEP)</a:t>
                      </a:r>
                      <a:b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b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Cirrus Logic CS42L43(BEP MIPI/I2S)</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IntelOne Display AR Light" panose="020B0403020203020204" pitchFamily="34" charset="-78"/>
                          <a:cs typeface="IntelOne Display AR Light" panose="020B0403020203020204" pitchFamily="34" charset="-78"/>
                        </a:rPr>
                        <a:t>REALTEK ALC3329</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IntelOne Display AR Light" panose="020B0403020203020204" pitchFamily="34" charset="-78"/>
                          <a:cs typeface="IntelOne Display AR Light" panose="020B0403020203020204" pitchFamily="34" charset="-78"/>
                        </a:rPr>
                        <a:t>Planned use Cirrus CS42L45</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a:cs typeface="IntelOne Display AR Light"/>
                        </a:rPr>
                        <a:t>CS42L45 sample is Jan'25 and it is new codec which we haven't enabled, will need to work with Cirrus to bring up, Dell need to know the risk here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4283619733"/>
                  </a:ext>
                </a:extLst>
              </a:tr>
              <a:tr h="231962">
                <a:tc>
                  <a:txBody>
                    <a:bodyPr/>
                    <a:lstStyle/>
                    <a:p>
                      <a:pPr algn="ctr" fontAlgn="b"/>
                      <a:r>
                        <a:rPr lang="en-US" sz="800" b="0" i="0" u="none" strike="noStrike">
                          <a:solidFill>
                            <a:srgbClr val="000000"/>
                          </a:solidFill>
                          <a:effectLst/>
                          <a:latin typeface="IntelOne Display AR Light"/>
                          <a:cs typeface="IntelOne Display AR Light"/>
                        </a:rPr>
                        <a:t>Audio Amplify</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Ivan, Vincent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a:cs typeface="IntelOne Display AR Light"/>
                        </a:rPr>
                        <a:t>N/A , within codec (RVP)</a:t>
                      </a:r>
                      <a:br>
                        <a:rPr lang="en-US" sz="800" b="0" i="0" u="none" strike="noStrike">
                          <a:solidFill>
                            <a:srgbClr val="000000"/>
                          </a:solidFill>
                          <a:effectLst/>
                          <a:latin typeface="IntelOne Display AR Light"/>
                          <a:cs typeface="IntelOne Display AR Light"/>
                        </a:rPr>
                      </a:br>
                      <a:r>
                        <a:rPr lang="en-US" sz="800" b="0" i="0" u="none" strike="noStrike">
                          <a:solidFill>
                            <a:srgbClr val="000000"/>
                          </a:solidFill>
                          <a:effectLst/>
                          <a:latin typeface="IntelOne Display AR Light"/>
                          <a:cs typeface="IntelOne Display AR Light"/>
                        </a:rPr>
                        <a:t>CLASS_D_AMP,NA,CS35L63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a:cs typeface="IntelOne Display AR Light"/>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IntelOne Display AR Light" panose="020B0403020203020204" pitchFamily="34" charset="-78"/>
                          <a:cs typeface="IntelOne Display AR Light" panose="020B0403020203020204" pitchFamily="34" charset="-78"/>
                        </a:rPr>
                        <a:t>Planned use Cirrus CS35L63</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a:cs typeface="IntelOne Display AR Light"/>
                        </a:rPr>
                        <a:t>CS35L63 is new smart amp but most efforts can be leveraged from existing smart amp.</a:t>
                      </a:r>
                      <a:endPar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3447059692"/>
                  </a:ext>
                </a:extLst>
              </a:tr>
              <a:tr h="231962">
                <a:tc>
                  <a:txBody>
                    <a:bodyPr/>
                    <a:lstStyle/>
                    <a:p>
                      <a:pPr algn="ctr" fontAlgn="b"/>
                      <a:r>
                        <a:rPr lang="en-US" sz="800" b="0" i="0" u="none" strike="noStrike">
                          <a:solidFill>
                            <a:srgbClr val="000000"/>
                          </a:solidFill>
                          <a:effectLst/>
                          <a:latin typeface="IntelOne Display AR Light"/>
                          <a:cs typeface="IntelOne Display AR Light"/>
                        </a:rPr>
                        <a:t>BIOS Flash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a:cs typeface="IntelOne Display AR Light"/>
                        </a:rPr>
                        <a:t>Macronix 64MB</a:t>
                      </a:r>
                      <a:br>
                        <a:rPr lang="en-US" sz="800" b="0" i="0" u="none" strike="noStrike">
                          <a:solidFill>
                            <a:srgbClr val="000000"/>
                          </a:solidFill>
                          <a:effectLst/>
                          <a:latin typeface="IntelOne Display AR Light"/>
                          <a:cs typeface="IntelOne Display AR Light"/>
                        </a:rPr>
                      </a:br>
                      <a:r>
                        <a:rPr lang="en-US" sz="800" b="0" i="0" u="none" strike="noStrike">
                          <a:solidFill>
                            <a:srgbClr val="000000"/>
                          </a:solidFill>
                          <a:effectLst/>
                          <a:latin typeface="IntelOne Display AR Light"/>
                          <a:cs typeface="IntelOne Display AR Light"/>
                        </a:rPr>
                        <a:t>GigaDevice GD25LB512MEYIGR 64MB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a:cs typeface="IntelOne Display AR Light"/>
                        </a:rPr>
                        <a:t>32MB+16MB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Winbond W25R512NWEIQ</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3668067"/>
                  </a:ext>
                </a:extLst>
              </a:tr>
              <a:tr h="127048">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DDS Switch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a:cs typeface="IntelOne Display AR Light"/>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a:cs typeface="IntelOne Display AR Light"/>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a:cs typeface="IntelOne Display AR Light"/>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0062091"/>
                  </a:ext>
                </a:extLst>
              </a:tr>
              <a:tr h="127048">
                <a:tc>
                  <a:txBody>
                    <a:bodyPr/>
                    <a:lstStyle/>
                    <a:p>
                      <a:pPr algn="ctr" fontAlgn="b"/>
                      <a:r>
                        <a:rPr lang="en-US" sz="800" b="0" i="0" u="none" strike="noStrike">
                          <a:solidFill>
                            <a:srgbClr val="000000"/>
                          </a:solidFill>
                          <a:effectLst/>
                          <a:latin typeface="IntelOne Display AR Light"/>
                          <a:cs typeface="IntelOne Display AR Light"/>
                        </a:rPr>
                        <a:t>HDMI Pcon</a:t>
                      </a:r>
                      <a:endParaRPr lang="en-US" sz="800" b="0" i="0" u="none" strike="noStrike" err="1">
                        <a:solidFill>
                          <a:srgbClr val="000000"/>
                        </a:solidFill>
                        <a:effectLst/>
                        <a:latin typeface="IntelOne Display AR Light"/>
                        <a:cs typeface="IntelOne Display AR Light"/>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a:cs typeface="IntelOne Display AR Light"/>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0465091"/>
                  </a:ext>
                </a:extLst>
              </a:tr>
              <a:tr h="336876">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DP </a:t>
                      </a:r>
                      <a:r>
                        <a:rPr lang="en-US" sz="800" b="0" i="0" u="none" strike="noStrike" err="1">
                          <a:solidFill>
                            <a:srgbClr val="000000"/>
                          </a:solidFill>
                          <a:effectLst/>
                          <a:latin typeface="IntelOne Display AR Light" panose="020B0403020203020204" pitchFamily="34" charset="-78"/>
                          <a:cs typeface="IntelOne Display AR Light" panose="020B0403020203020204" pitchFamily="34" charset="-78"/>
                        </a:rPr>
                        <a:t>Redriver</a:t>
                      </a:r>
                      <a:b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b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DP </a:t>
                      </a:r>
                      <a:r>
                        <a:rPr lang="en-US" sz="800" b="0" i="0" u="none" strike="noStrike" err="1">
                          <a:solidFill>
                            <a:srgbClr val="000000"/>
                          </a:solidFill>
                          <a:effectLst/>
                          <a:latin typeface="IntelOne Display AR Light" panose="020B0403020203020204" pitchFamily="34" charset="-78"/>
                          <a:cs typeface="IntelOne Display AR Light" panose="020B0403020203020204" pitchFamily="34" charset="-78"/>
                        </a:rPr>
                        <a:t>Retimer</a:t>
                      </a:r>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Ethan help power</a:t>
                      </a:r>
                    </a:p>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Antonio check with Lyndon</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no DP </a:t>
                      </a:r>
                      <a:r>
                        <a:rPr lang="en-US" sz="800" b="0" i="0" u="none" strike="noStrike" err="1">
                          <a:solidFill>
                            <a:srgbClr val="000000"/>
                          </a:solidFill>
                          <a:effectLst/>
                          <a:latin typeface="IntelOne Display AR Light" panose="020B0403020203020204" pitchFamily="34" charset="-78"/>
                          <a:cs typeface="IntelOne Display AR Light" panose="020B0403020203020204" pitchFamily="34" charset="-78"/>
                        </a:rPr>
                        <a:t>redriver</a:t>
                      </a: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a:t>
                      </a:r>
                      <a:r>
                        <a:rPr lang="en-US" sz="800" b="0" i="0" u="none" strike="noStrike" err="1">
                          <a:solidFill>
                            <a:srgbClr val="000000"/>
                          </a:solidFill>
                          <a:effectLst/>
                          <a:latin typeface="IntelOne Display AR Light" panose="020B0403020203020204" pitchFamily="34" charset="-78"/>
                          <a:cs typeface="IntelOne Display AR Light" panose="020B0403020203020204" pitchFamily="34" charset="-78"/>
                        </a:rPr>
                        <a:t>retimer</a:t>
                      </a:r>
                      <a:b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b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PS8419(</a:t>
                      </a:r>
                      <a:r>
                        <a:rPr lang="en-US" sz="800" b="0" i="0" u="none" strike="noStrike" err="1">
                          <a:solidFill>
                            <a:srgbClr val="000000"/>
                          </a:solidFill>
                          <a:effectLst/>
                          <a:latin typeface="IntelOne Display AR Light" panose="020B0403020203020204" pitchFamily="34" charset="-78"/>
                          <a:cs typeface="IntelOne Display AR Light" panose="020B0403020203020204" pitchFamily="34" charset="-78"/>
                        </a:rPr>
                        <a:t>retimer</a:t>
                      </a: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 , for HDMI)</a:t>
                      </a:r>
                      <a:b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b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PS8219(</a:t>
                      </a:r>
                      <a:r>
                        <a:rPr lang="en-US" sz="800" b="0" i="0" u="none" strike="noStrike" err="1">
                          <a:solidFill>
                            <a:srgbClr val="000000"/>
                          </a:solidFill>
                          <a:effectLst/>
                          <a:latin typeface="IntelOne Display AR Light" panose="020B0403020203020204" pitchFamily="34" charset="-78"/>
                          <a:cs typeface="IntelOne Display AR Light" panose="020B0403020203020204" pitchFamily="34" charset="-78"/>
                        </a:rPr>
                        <a:t>redriver</a:t>
                      </a: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 for HDMI)</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IntelOne Display AR Light"/>
                          <a:cs typeface="IntelOne Display AR Light"/>
                        </a:rPr>
                        <a:t>PARADE PS8210</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IntelOne Display AR Light"/>
                          <a:cs typeface="IntelOne Display AR Light"/>
                        </a:rPr>
                        <a:t>Parade PS8210</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US" sz="800" b="0" i="0" u="none" strike="noStrike">
                          <a:solidFill>
                            <a:schemeClr val="tx1"/>
                          </a:solidFill>
                          <a:effectLst/>
                          <a:latin typeface="Aptos Narrow"/>
                        </a:rPr>
                        <a:t>PS8210 (HDMI 2.0 redriver) have impleent in pre-gen Dell designs, which is pin-to-pin with PS8219 (HDMI2.1 redriver) and PS8419 (HDMI2.1 retimer). Need to check PS8210 vs 8419/8219 difference from function, power perspective.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1733360713"/>
                  </a:ext>
                </a:extLst>
              </a:tr>
              <a:tr h="127048">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Discrete TBT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Barlow Ridge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a:cs typeface="IntelOne Display AR Light"/>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9992952"/>
                  </a:ext>
                </a:extLst>
              </a:tr>
              <a:tr h="127048">
                <a:tc>
                  <a:txBody>
                    <a:bodyPr/>
                    <a:lstStyle/>
                    <a:p>
                      <a:pPr algn="ctr" fontAlgn="b"/>
                      <a:r>
                        <a:rPr lang="en-US" sz="800" b="0" i="0" u="none" strike="noStrike">
                          <a:solidFill>
                            <a:srgbClr val="000000"/>
                          </a:solidFill>
                          <a:effectLst/>
                          <a:latin typeface="IntelOne Display AR Light"/>
                          <a:cs typeface="IntelOne Display AR Light"/>
                        </a:rPr>
                        <a:t>TBT Retimer</a:t>
                      </a:r>
                      <a:endParaRPr lang="en-US" sz="800" b="0" i="0" u="none" strike="noStrike" err="1">
                        <a:solidFill>
                          <a:srgbClr val="000000"/>
                        </a:solidFill>
                        <a:effectLst/>
                        <a:latin typeface="IntelOne Display AR Light"/>
                        <a:cs typeface="IntelOne Display AR Light"/>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a:cs typeface="IntelOne Display AR Light"/>
                        </a:rPr>
                        <a:t>HBR(RVP, AEP)  , GBR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a:cs typeface="IntelOne Display AR Light"/>
                        </a:rPr>
                        <a:t>Intel Hayden Bridge JHL9040R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a:cs typeface="IntelOne Display AR Light"/>
                        </a:rPr>
                        <a:t>HBR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a:cs typeface="IntelOne Display AR Light"/>
                        </a:rPr>
                        <a:t>Jarvis/Taroko the same,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523388833"/>
                  </a:ext>
                </a:extLst>
              </a:tr>
              <a:tr h="231962">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PD Controller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Kent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CYPD6229(RVP) ; </a:t>
                      </a:r>
                      <a:r>
                        <a:rPr lang="en-US" sz="800" b="0" i="0" u="none" strike="noStrike">
                          <a:solidFill>
                            <a:srgbClr val="FF0000"/>
                          </a:solidFill>
                          <a:effectLst/>
                          <a:latin typeface="IntelOne Display AR Light" panose="020B0403020203020204" pitchFamily="34" charset="-78"/>
                          <a:cs typeface="IntelOne Display AR Light" panose="020B0403020203020204" pitchFamily="34" charset="-78"/>
                        </a:rPr>
                        <a:t>TPS66994 (AEP);</a:t>
                      </a: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 RTS5453P-28(RVP)</a:t>
                      </a:r>
                      <a:b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b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GBR(BEP)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rPr>
                        <a:t>Cypress CYPD6229</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IntelOne Display AR Light" panose="020B0403020203020204" pitchFamily="34" charset="-78"/>
                          <a:cs typeface="IntelOne Display AR Light" panose="020B0403020203020204" pitchFamily="34" charset="-78"/>
                        </a:rPr>
                        <a:t>TI TPS66994E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IntelOne Display AR Light"/>
                          <a:cs typeface="IntelOne Display AR Light"/>
                        </a:rPr>
                        <a:t>Taroko, Jarvis no the same but Taroko part used on AEP,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895989801"/>
                  </a:ext>
                </a:extLst>
              </a:tr>
              <a:tr h="231962">
                <a:tc>
                  <a:txBody>
                    <a:bodyPr/>
                    <a:lstStyle/>
                    <a:p>
                      <a:pPr algn="ctr" fontAlgn="b"/>
                      <a:r>
                        <a:rPr lang="en-US" sz="800" b="0" i="0" u="none" strike="noStrike">
                          <a:solidFill>
                            <a:srgbClr val="000000"/>
                          </a:solidFill>
                          <a:effectLst/>
                          <a:latin typeface="IntelOne Display AR Light"/>
                          <a:cs typeface="IntelOne Display AR Light"/>
                        </a:rPr>
                        <a:t>USB3.2 Gen2 </a:t>
                      </a:r>
                      <a:br>
                        <a:rPr lang="en-US" sz="800" b="0" i="0" u="none" strike="noStrike">
                          <a:solidFill>
                            <a:srgbClr val="000000"/>
                          </a:solidFill>
                          <a:effectLst/>
                          <a:latin typeface="IntelOne Display AR Light"/>
                          <a:cs typeface="IntelOne Display AR Light"/>
                        </a:rPr>
                      </a:br>
                      <a:r>
                        <a:rPr lang="en-US" sz="800" b="0" i="0" u="none" strike="noStrike">
                          <a:solidFill>
                            <a:srgbClr val="000000"/>
                          </a:solidFill>
                          <a:effectLst/>
                          <a:latin typeface="IntelOne Display AR Light"/>
                          <a:cs typeface="IntelOne Display AR Light"/>
                        </a:rPr>
                        <a:t>Retimer</a:t>
                      </a:r>
                      <a:endParaRPr lang="en-US" sz="800" b="0" i="0" u="none" strike="noStrike" err="1">
                        <a:solidFill>
                          <a:srgbClr val="000000"/>
                        </a:solidFill>
                        <a:effectLst/>
                        <a:latin typeface="IntelOne Display AR Light"/>
                        <a:cs typeface="IntelOne Display AR Light"/>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a:cs typeface="IntelOne Display AR Light"/>
                        </a:rPr>
                        <a:t>Doides PI3EQX1004E2ZTFEX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3815059"/>
                  </a:ext>
                </a:extLst>
              </a:tr>
              <a:tr h="231962">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USB3 </a:t>
                      </a:r>
                      <a:r>
                        <a:rPr lang="en-US" sz="800" b="0" i="0" u="none" strike="noStrike" err="1">
                          <a:solidFill>
                            <a:srgbClr val="000000"/>
                          </a:solidFill>
                          <a:effectLst/>
                          <a:latin typeface="IntelOne Display AR Light" panose="020B0403020203020204" pitchFamily="34" charset="-78"/>
                          <a:cs typeface="IntelOne Display AR Light" panose="020B0403020203020204" pitchFamily="34" charset="-78"/>
                        </a:rPr>
                        <a:t>Retimer</a:t>
                      </a:r>
                      <a:b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b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USB3 </a:t>
                      </a:r>
                      <a:r>
                        <a:rPr lang="en-US" sz="800" b="0" i="0" u="none" strike="noStrike" err="1">
                          <a:solidFill>
                            <a:srgbClr val="000000"/>
                          </a:solidFill>
                          <a:effectLst/>
                          <a:latin typeface="IntelOne Display AR Light" panose="020B0403020203020204" pitchFamily="34" charset="-78"/>
                          <a:cs typeface="IntelOne Display AR Light" panose="020B0403020203020204" pitchFamily="34" charset="-78"/>
                        </a:rPr>
                        <a:t>Redriver</a:t>
                      </a:r>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Ethan Hsu to help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a:cs typeface="IntelOne Display AR Light"/>
                        </a:rPr>
                        <a:t>Diodes PI3EQX1002E redriver  (RVP)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a:cs typeface="IntelOne Display AR Light"/>
                        </a:rPr>
                        <a:t>TI TUSB522</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TI TUSB522PIRGER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a:cs typeface="IntelOne Display AR Light"/>
                        </a:rPr>
                        <a:t>Javis/Taroko the same but not the same as RVP, need to asses.</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87134404"/>
                  </a:ext>
                </a:extLst>
              </a:tr>
              <a:tr h="127048">
                <a:tc>
                  <a:txBody>
                    <a:bodyPr/>
                    <a:lstStyle/>
                    <a:p>
                      <a:pPr algn="ctr" fontAlgn="b"/>
                      <a:r>
                        <a:rPr lang="en-US" sz="800" b="0" i="0" u="none" strike="noStrike">
                          <a:solidFill>
                            <a:srgbClr val="000000"/>
                          </a:solidFill>
                          <a:effectLst/>
                          <a:latin typeface="IntelOne Display AR Light"/>
                          <a:cs typeface="IntelOne Display AR Light"/>
                        </a:rPr>
                        <a:t>USB2 Redriver</a:t>
                      </a:r>
                      <a:endParaRPr lang="en-US" sz="800" b="0" i="0" u="none" strike="noStrike" err="1">
                        <a:solidFill>
                          <a:srgbClr val="000000"/>
                        </a:solidFill>
                        <a:effectLst/>
                        <a:latin typeface="IntelOne Display AR Light"/>
                        <a:cs typeface="IntelOne Display AR Light"/>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TUSB212IRWBR(AEP , BEP-reserved)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a:cs typeface="IntelOne Display AR Light"/>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TUSB212IRWBR(reserved)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Same </a:t>
                      </a:r>
                      <a:r>
                        <a:rPr lang="en-US" sz="800" b="0" i="0" u="none" strike="noStrike" err="1">
                          <a:solidFill>
                            <a:srgbClr val="000000"/>
                          </a:solidFill>
                          <a:effectLst/>
                          <a:latin typeface="IntelOne Display AR Light" panose="020B0403020203020204" pitchFamily="34" charset="-78"/>
                          <a:cs typeface="IntelOne Display AR Light" panose="020B0403020203020204" pitchFamily="34" charset="-78"/>
                        </a:rPr>
                        <a:t>xEP</a:t>
                      </a: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 assume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22582764"/>
                  </a:ext>
                </a:extLst>
              </a:tr>
              <a:tr h="231962">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Discrete TPM</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Ethan Hsu to help comment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Infineon SLB9672VQ 2.0 (RVP, AEP, BEP)</a:t>
                      </a:r>
                      <a:b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b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Nations Tech Z32H330TC(RVP)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err="1">
                          <a:solidFill>
                            <a:srgbClr val="FF0000"/>
                          </a:solidFill>
                          <a:effectLst/>
                          <a:latin typeface="IntelOne Display AR Light" panose="020B0403020203020204" pitchFamily="34" charset="-78"/>
                          <a:cs typeface="IntelOne Display AR Light" panose="020B0403020203020204" pitchFamily="34" charset="-78"/>
                        </a:rPr>
                        <a:t>Nuvoton</a:t>
                      </a:r>
                      <a:r>
                        <a:rPr lang="en-US" sz="800" b="0" i="0" u="none" strike="noStrike">
                          <a:solidFill>
                            <a:srgbClr val="FF0000"/>
                          </a:solidFill>
                          <a:effectLst/>
                          <a:latin typeface="IntelOne Display AR Light" panose="020B0403020203020204" pitchFamily="34" charset="-78"/>
                          <a:cs typeface="IntelOne Display AR Light" panose="020B0403020203020204" pitchFamily="34" charset="-78"/>
                        </a:rPr>
                        <a:t> NPCT760JABYX</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err="1">
                          <a:solidFill>
                            <a:srgbClr val="FF0000"/>
                          </a:solidFill>
                          <a:effectLst/>
                          <a:latin typeface="IntelOne Display AR Light" panose="020B0403020203020204" pitchFamily="34" charset="-78"/>
                          <a:cs typeface="IntelOne Display AR Light" panose="020B0403020203020204" pitchFamily="34" charset="-78"/>
                        </a:rPr>
                        <a:t>STMicro</a:t>
                      </a:r>
                      <a:r>
                        <a:rPr lang="en-US" sz="800" b="0" i="0" u="none" strike="noStrike">
                          <a:solidFill>
                            <a:srgbClr val="FF0000"/>
                          </a:solidFill>
                          <a:effectLst/>
                          <a:latin typeface="IntelOne Display AR Light" panose="020B0403020203020204" pitchFamily="34" charset="-78"/>
                          <a:cs typeface="IntelOne Display AR Light" panose="020B0403020203020204" pitchFamily="34" charset="-78"/>
                        </a:rPr>
                        <a:t> ST33HTPH2X32AHE4</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800" b="0" i="0" u="none" strike="noStrike">
                        <a:solidFill>
                          <a:srgbClr val="FF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2663906609"/>
                  </a:ext>
                </a:extLst>
              </a:tr>
              <a:tr h="127048">
                <a:tc>
                  <a:txBody>
                    <a:bodyPr/>
                    <a:lstStyle/>
                    <a:p>
                      <a:pPr algn="ctr" fontAlgn="b"/>
                      <a:r>
                        <a:rPr lang="en-US" sz="800" b="0" i="0" u="none" strike="noStrike">
                          <a:solidFill>
                            <a:srgbClr val="000000"/>
                          </a:solidFill>
                          <a:effectLst/>
                          <a:latin typeface="IntelOne Display AR Light"/>
                          <a:cs typeface="IntelOne Display AR Light"/>
                        </a:rPr>
                        <a:t>Card Reader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err="1">
                          <a:solidFill>
                            <a:srgbClr val="000000"/>
                          </a:solidFill>
                          <a:effectLst/>
                          <a:latin typeface="IntelOne Display AR Light" panose="020B0403020203020204" pitchFamily="34" charset="-78"/>
                          <a:cs typeface="IntelOne Display AR Light" panose="020B0403020203020204" pitchFamily="34" charset="-78"/>
                        </a:rPr>
                        <a:t>BayHub</a:t>
                      </a: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 BH770GG7(AEP)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IntelOne Display AR Light"/>
                          <a:cs typeface="IntelOne Display AR Light"/>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IntelOne Display AR Light"/>
                          <a:cs typeface="IntelOne Display AR Light"/>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8671468"/>
                  </a:ext>
                </a:extLst>
              </a:tr>
              <a:tr h="127048">
                <a:tc>
                  <a:txBody>
                    <a:bodyPr/>
                    <a:lstStyle/>
                    <a:p>
                      <a:pPr algn="ctr" fontAlgn="b"/>
                      <a:r>
                        <a:rPr lang="en-US" sz="800" b="0" i="0" u="none" strike="noStrike" err="1">
                          <a:solidFill>
                            <a:srgbClr val="000000"/>
                          </a:solidFill>
                          <a:effectLst/>
                          <a:latin typeface="IntelOne Display AR Light" panose="020B0403020203020204" pitchFamily="34" charset="-78"/>
                          <a:cs typeface="IntelOne Display AR Light" panose="020B0403020203020204" pitchFamily="34" charset="-78"/>
                        </a:rPr>
                        <a:t>eDP</a:t>
                      </a: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 Panel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CY Liang, Alfred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rPr>
                        <a:t>FHD / QHD / OLED QHD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Non-TCON+ on LW panels</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4173525851"/>
                  </a:ext>
                </a:extLst>
              </a:tr>
              <a:tr h="226964">
                <a:tc>
                  <a:txBody>
                    <a:bodyPr/>
                    <a:lstStyle/>
                    <a:p>
                      <a:pPr algn="ctr" fontAlgn="b"/>
                      <a:r>
                        <a:rPr lang="en-US" sz="800" b="0" i="0" u="none" strike="noStrike">
                          <a:solidFill>
                            <a:srgbClr val="000000"/>
                          </a:solidFill>
                          <a:effectLst/>
                          <a:latin typeface="IntelOne Display AR Light"/>
                          <a:cs typeface="IntelOne Display AR Light"/>
                        </a:rPr>
                        <a:t>PCB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HW team</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T3 or T4, 6L or 8L or 10 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a:cs typeface="IntelOne Display AR Light"/>
                        </a:rPr>
                        <a:t>Type-3, 10L, </a:t>
                      </a:r>
                      <a:r>
                        <a:rPr lang="en-US" altLang="zh-TW" sz="800" b="0" i="0" u="none" strike="noStrike">
                          <a:solidFill>
                            <a:srgbClr val="215C98"/>
                          </a:solidFill>
                          <a:effectLst/>
                          <a:latin typeface="IntelOne Display AR Light"/>
                          <a:cs typeface="IntelOne Display AR Light"/>
                        </a:rPr>
                        <a:t>Premium </a:t>
                      </a:r>
                      <a:r>
                        <a:rPr lang="en-US" sz="800" b="0" i="0" u="none" strike="noStrike">
                          <a:solidFill>
                            <a:srgbClr val="215C98"/>
                          </a:solidFill>
                          <a:effectLst/>
                          <a:latin typeface="IntelOne Display AR Light"/>
                          <a:cs typeface="IntelOne Display AR Light"/>
                        </a:rPr>
                        <a:t>Mid-loss EM390 equivalent material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T3 10L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2796831092"/>
                  </a:ext>
                </a:extLst>
              </a:tr>
              <a:tr h="127048">
                <a:tc>
                  <a:txBody>
                    <a:bodyPr/>
                    <a:lstStyle/>
                    <a:p>
                      <a:pPr algn="ctr" fontAlgn="b"/>
                      <a:r>
                        <a:rPr lang="en-US" sz="800" b="0" i="0" u="none" strike="noStrike">
                          <a:solidFill>
                            <a:srgbClr val="000000"/>
                          </a:solidFill>
                          <a:effectLst/>
                          <a:latin typeface="IntelOne Display AR Light"/>
                          <a:cs typeface="IntelOne Display AR Light"/>
                        </a:rPr>
                        <a:t>Storage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Ethan Hsu recommend Gen4</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a:cs typeface="IntelOne Display AR Light"/>
                        </a:rPr>
                        <a:t>Gen4 NVMe WD SN810 CS-512GB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rPr>
                        <a:t>2230/2280 PCIe Gen4 SSD, UI:Gen5 SSD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rPr>
                        <a:t>M.2 2280 SSD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800" b="0" i="0" u="none" strike="noStrike">
                        <a:solidFill>
                          <a:srgbClr val="215C98"/>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2779406696"/>
                  </a:ext>
                </a:extLst>
              </a:tr>
              <a:tr h="231962">
                <a:tc>
                  <a:txBody>
                    <a:bodyPr/>
                    <a:lstStyle/>
                    <a:p>
                      <a:pPr algn="ctr" fontAlgn="b"/>
                      <a:r>
                        <a:rPr lang="en-US" sz="800" b="0" i="0" u="none" strike="noStrike">
                          <a:solidFill>
                            <a:srgbClr val="000000"/>
                          </a:solidFill>
                          <a:effectLst/>
                          <a:latin typeface="IntelOne Display AR Light"/>
                          <a:cs typeface="IntelOne Display AR Light"/>
                        </a:rPr>
                        <a:t>Charger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Terry</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RAA489110ARGNP(RVP, AEP)</a:t>
                      </a:r>
                      <a:b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b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 SC8885SQDER(BEP)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IntelOne Display AR Light" panose="020B0403020203020204" pitchFamily="34" charset="-78"/>
                          <a:cs typeface="IntelOne Display AR Light" panose="020B0403020203020204" pitchFamily="34" charset="-78"/>
                        </a:rPr>
                        <a:t>TI  BQ25728RSNR (buck-boost)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RENESAS</a:t>
                      </a:r>
                      <a:b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br>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ISL9538CHRTZ-T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accent1">
                        <a:lumMod val="20000"/>
                        <a:lumOff val="80000"/>
                      </a:schemeClr>
                    </a:solidFill>
                  </a:tcPr>
                </a:tc>
                <a:tc>
                  <a:txBody>
                    <a:bodyPr/>
                    <a:lstStyle/>
                    <a:p>
                      <a:pPr algn="ctr" fontAlgn="b"/>
                      <a:r>
                        <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rPr>
                        <a:t>Not the same as Jarvis, also not the same as RVP/</a:t>
                      </a:r>
                      <a:r>
                        <a:rPr lang="en-US" sz="800" b="0" i="0" u="none" strike="noStrike" err="1">
                          <a:solidFill>
                            <a:srgbClr val="000000"/>
                          </a:solidFill>
                          <a:effectLst/>
                          <a:latin typeface="IntelOne Display AR Light" panose="020B0403020203020204" pitchFamily="34" charset="-78"/>
                          <a:cs typeface="IntelOne Display AR Light" panose="020B0403020203020204" pitchFamily="34" charset="-78"/>
                        </a:rPr>
                        <a:t>xEP</a:t>
                      </a:r>
                      <a:endParaRPr lang="en-US" sz="800" b="0" i="0" u="none" strike="noStrike">
                        <a:solidFill>
                          <a:srgbClr val="000000"/>
                        </a:solidFill>
                        <a:effectLst/>
                        <a:latin typeface="IntelOne Display AR Light" panose="020B0403020203020204" pitchFamily="34" charset="-78"/>
                        <a:cs typeface="IntelOne Display AR Light" panose="020B0403020203020204" pitchFamily="34" charset="-78"/>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3FF08"/>
                    </a:solidFill>
                  </a:tcPr>
                </a:tc>
                <a:extLst>
                  <a:ext uri="{0D108BD9-81ED-4DB2-BD59-A6C34878D82A}">
                    <a16:rowId xmlns:a16="http://schemas.microsoft.com/office/drawing/2014/main" val="498611769"/>
                  </a:ext>
                </a:extLst>
              </a:tr>
            </a:tbl>
          </a:graphicData>
        </a:graphic>
      </p:graphicFrame>
      <p:sp>
        <p:nvSpPr>
          <p:cNvPr id="5" name="TextBox 4">
            <a:extLst>
              <a:ext uri="{FF2B5EF4-FFF2-40B4-BE49-F238E27FC236}">
                <a16:creationId xmlns:a16="http://schemas.microsoft.com/office/drawing/2014/main" id="{4F388C07-3CA2-AFAA-4830-D8EE8951AEB8}"/>
              </a:ext>
            </a:extLst>
          </p:cNvPr>
          <p:cNvSpPr txBox="1"/>
          <p:nvPr/>
        </p:nvSpPr>
        <p:spPr>
          <a:xfrm>
            <a:off x="3291838" y="-5572"/>
            <a:ext cx="575157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PTL Designs BOM – Jarvis vs </a:t>
            </a:r>
            <a:r>
              <a:rPr kumimoji="0" lang="en-US" sz="1800" b="0" i="0" u="none" strike="noStrike" kern="1200" cap="none" spc="0" normalizeH="0" baseline="0" noProof="0" err="1">
                <a:ln>
                  <a:noFill/>
                </a:ln>
                <a:solidFill>
                  <a:prstClr val="black"/>
                </a:solidFill>
                <a:effectLst/>
                <a:uLnTx/>
                <a:uFillTx/>
                <a:latin typeface="Aptos" panose="02110004020202020204"/>
                <a:ea typeface="+mn-ea"/>
                <a:cs typeface="+mn-cs"/>
              </a:rPr>
              <a:t>Taroko</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 comparison </a:t>
            </a:r>
          </a:p>
        </p:txBody>
      </p:sp>
    </p:spTree>
    <p:extLst>
      <p:ext uri="{BB962C8B-B14F-4D97-AF65-F5344CB8AC3E}">
        <p14:creationId xmlns:p14="http://schemas.microsoft.com/office/powerpoint/2010/main" val="1722118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E9C2FB9-8B38-F96A-5C47-80AD7F91050B}"/>
              </a:ext>
            </a:extLst>
          </p:cNvPr>
          <p:cNvGraphicFramePr>
            <a:graphicFrameLocks noGrp="1"/>
          </p:cNvGraphicFramePr>
          <p:nvPr>
            <p:extLst>
              <p:ext uri="{D42A27DB-BD31-4B8C-83A1-F6EECF244321}">
                <p14:modId xmlns:p14="http://schemas.microsoft.com/office/powerpoint/2010/main" val="39528492"/>
              </p:ext>
            </p:extLst>
          </p:nvPr>
        </p:nvGraphicFramePr>
        <p:xfrm>
          <a:off x="283464" y="274692"/>
          <a:ext cx="11713464" cy="6694296"/>
        </p:xfrm>
        <a:graphic>
          <a:graphicData uri="http://schemas.openxmlformats.org/drawingml/2006/table">
            <a:tbl>
              <a:tblPr/>
              <a:tblGrid>
                <a:gridCol w="1213682">
                  <a:extLst>
                    <a:ext uri="{9D8B030D-6E8A-4147-A177-3AD203B41FA5}">
                      <a16:colId xmlns:a16="http://schemas.microsoft.com/office/drawing/2014/main" val="54181809"/>
                    </a:ext>
                  </a:extLst>
                </a:gridCol>
                <a:gridCol w="2084604">
                  <a:extLst>
                    <a:ext uri="{9D8B030D-6E8A-4147-A177-3AD203B41FA5}">
                      <a16:colId xmlns:a16="http://schemas.microsoft.com/office/drawing/2014/main" val="3069853359"/>
                    </a:ext>
                  </a:extLst>
                </a:gridCol>
                <a:gridCol w="3056794">
                  <a:extLst>
                    <a:ext uri="{9D8B030D-6E8A-4147-A177-3AD203B41FA5}">
                      <a16:colId xmlns:a16="http://schemas.microsoft.com/office/drawing/2014/main" val="825509546"/>
                    </a:ext>
                  </a:extLst>
                </a:gridCol>
                <a:gridCol w="2386584">
                  <a:extLst>
                    <a:ext uri="{9D8B030D-6E8A-4147-A177-3AD203B41FA5}">
                      <a16:colId xmlns:a16="http://schemas.microsoft.com/office/drawing/2014/main" val="2464141664"/>
                    </a:ext>
                  </a:extLst>
                </a:gridCol>
                <a:gridCol w="2971800">
                  <a:extLst>
                    <a:ext uri="{9D8B030D-6E8A-4147-A177-3AD203B41FA5}">
                      <a16:colId xmlns:a16="http://schemas.microsoft.com/office/drawing/2014/main" val="676668686"/>
                    </a:ext>
                  </a:extLst>
                </a:gridCol>
              </a:tblGrid>
              <a:tr h="247189">
                <a:tc>
                  <a:txBody>
                    <a:bodyPr/>
                    <a:lstStyle/>
                    <a:p>
                      <a:pPr algn="ctr" fontAlgn="ctr"/>
                      <a:endParaRPr lang="en-US" sz="800" b="1"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ctr" fontAlgn="ctr"/>
                      <a:endParaRPr lang="en-US" sz="800" b="1"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Aptos"/>
                        </a:rPr>
                        <a:t>RVP, BEP, AEP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Aptos"/>
                        </a:rPr>
                        <a:t>Dell Cons. CSLP</a:t>
                      </a:r>
                      <a:br>
                        <a:rPr lang="en-US" sz="800" b="1" i="0" u="none" strike="noStrike">
                          <a:solidFill>
                            <a:srgbClr val="000000"/>
                          </a:solidFill>
                          <a:effectLst/>
                          <a:latin typeface="Aptos"/>
                        </a:rPr>
                      </a:br>
                      <a:r>
                        <a:rPr lang="en-US" sz="800" b="1" i="0" u="none" strike="noStrike">
                          <a:solidFill>
                            <a:srgbClr val="000000"/>
                          </a:solidFill>
                          <a:effectLst/>
                          <a:latin typeface="Aptos"/>
                        </a:rPr>
                        <a:t>Jarvis-PTL</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Aptos"/>
                        </a:rPr>
                        <a:t>Risk Assessment &amp; Recommendation</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063062"/>
                  </a:ext>
                </a:extLst>
              </a:tr>
              <a:tr h="134190">
                <a:tc>
                  <a:txBody>
                    <a:bodyPr/>
                    <a:lstStyle/>
                    <a:p>
                      <a:pPr algn="ctr" fontAlgn="ctr"/>
                      <a:r>
                        <a:rPr lang="en-US" sz="800" b="0" i="0" u="none" strike="noStrike">
                          <a:solidFill>
                            <a:srgbClr val="000000"/>
                          </a:solidFill>
                          <a:effectLst/>
                          <a:latin typeface="Aptos"/>
                        </a:rPr>
                        <a:t>SOC</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0"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Aptos"/>
                        </a:rPr>
                        <a:t>Replaceable</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PTL H 12Xe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8895928"/>
                  </a:ext>
                </a:extLst>
              </a:tr>
              <a:tr h="134190">
                <a:tc>
                  <a:txBody>
                    <a:bodyPr/>
                    <a:lstStyle/>
                    <a:p>
                      <a:pPr algn="ctr" fontAlgn="ctr"/>
                      <a:r>
                        <a:rPr lang="en-US" sz="800" b="0" i="0" u="none" strike="noStrike">
                          <a:solidFill>
                            <a:srgbClr val="000000"/>
                          </a:solidFill>
                          <a:effectLst/>
                          <a:latin typeface="Aptos"/>
                        </a:rPr>
                        <a:t>DRAM</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da-DK" sz="800" b="0"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da-DK" sz="800" b="0" i="0" u="none" strike="noStrike">
                          <a:solidFill>
                            <a:srgbClr val="000000"/>
                          </a:solidFill>
                          <a:effectLst/>
                          <a:latin typeface="Aptos"/>
                        </a:rPr>
                        <a:t>LPCAMM(LP5x), MD(LP5x), SODIMM(DDR5)</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LPDDR5/x</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chemeClr val="tx1"/>
                          </a:solidFill>
                          <a:effectLst/>
                          <a:latin typeface="Aptos Narrow"/>
                        </a:rPr>
                        <a:t>Customer can  refer to ARL-HU memory enabling guide#790156, which support </a:t>
                      </a:r>
                      <a:r>
                        <a:rPr lang="en-US" sz="800" b="0" i="0" u="none" strike="noStrike" noProof="0">
                          <a:solidFill>
                            <a:schemeClr val="tx1"/>
                          </a:solidFill>
                          <a:effectLst/>
                        </a:rPr>
                        <a:t>LPDDR5/x T3 1R/2R 7467 enabled list. Need Dell provide the LP5 part list.</a:t>
                      </a:r>
                      <a:endParaRPr lang="en-US" sz="800" b="0" i="0" u="none" strike="noStrike" noProof="0">
                        <a:solidFill>
                          <a:srgbClr val="000000"/>
                        </a:solidFill>
                        <a:effectLst/>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609363277"/>
                  </a:ext>
                </a:extLst>
              </a:tr>
              <a:tr h="247189">
                <a:tc>
                  <a:txBody>
                    <a:bodyPr/>
                    <a:lstStyle/>
                    <a:p>
                      <a:pPr algn="ctr" fontAlgn="ctr"/>
                      <a:r>
                        <a:rPr lang="en-US" sz="800" b="0" i="0" u="none" strike="noStrike">
                          <a:solidFill>
                            <a:srgbClr val="000000"/>
                          </a:solidFill>
                          <a:effectLst/>
                          <a:latin typeface="Aptos"/>
                        </a:rPr>
                        <a:t>VR Controller</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nl-NL" sz="800" b="0" i="0" u="none" strike="noStrike">
                          <a:solidFill>
                            <a:srgbClr val="000000"/>
                          </a:solidFill>
                          <a:effectLst/>
                          <a:latin typeface="Aptos"/>
                        </a:rPr>
                        <a:t>Terry</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nl-NL" sz="800" b="0" i="0" u="none" strike="noStrike">
                          <a:solidFill>
                            <a:srgbClr val="000000"/>
                          </a:solidFill>
                          <a:effectLst/>
                          <a:latin typeface="Aptos"/>
                        </a:rPr>
                        <a:t>Richtek RT3645BEN-01A</a:t>
                      </a:r>
                      <a:br>
                        <a:rPr lang="nl-NL" sz="800" b="0" i="0" u="none" strike="noStrike">
                          <a:solidFill>
                            <a:srgbClr val="000000"/>
                          </a:solidFill>
                          <a:effectLst/>
                          <a:latin typeface="Aptos"/>
                        </a:rPr>
                      </a:br>
                      <a:r>
                        <a:rPr lang="nl-NL" sz="800" b="0" i="0" u="none" strike="noStrike">
                          <a:solidFill>
                            <a:srgbClr val="000000"/>
                          </a:solidFill>
                          <a:effectLst/>
                          <a:latin typeface="Aptos"/>
                        </a:rPr>
                        <a:t>MPS  MP29011GQKT(BEP)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lumMod val="50000"/>
                            </a:schemeClr>
                          </a:solidFill>
                          <a:effectLst/>
                          <a:latin typeface="Aptos Narrow"/>
                        </a:rPr>
                        <a:t>MPS MP29011 (code-sign with RTQ3700FH)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Same as BEP,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532541749"/>
                  </a:ext>
                </a:extLst>
              </a:tr>
              <a:tr h="247189">
                <a:tc>
                  <a:txBody>
                    <a:bodyPr/>
                    <a:lstStyle/>
                    <a:p>
                      <a:pPr algn="ctr" fontAlgn="b"/>
                      <a:r>
                        <a:rPr lang="en-US" sz="800" b="0" i="0" u="none" strike="noStrike">
                          <a:solidFill>
                            <a:srgbClr val="000000"/>
                          </a:solidFill>
                          <a:effectLst/>
                          <a:latin typeface="Aptos Narrow"/>
                        </a:rPr>
                        <a:t>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Ethan Hsu</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Microchip MEC1723 eSPI (RVP, AEP)</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ITE IT82002VG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a:rPr>
                        <a:t>NUVOTON NPCX497XA0BX</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Need to check power consumption</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1444730728"/>
                  </a:ext>
                </a:extLst>
              </a:tr>
              <a:tr h="134190">
                <a:tc>
                  <a:txBody>
                    <a:bodyPr/>
                    <a:lstStyle/>
                    <a:p>
                      <a:pPr algn="ctr" fontAlgn="b"/>
                      <a:r>
                        <a:rPr lang="en-US" sz="800" b="0" i="0" u="none" strike="noStrike">
                          <a:solidFill>
                            <a:srgbClr val="000000"/>
                          </a:solidFill>
                          <a:effectLst/>
                          <a:latin typeface="Aptos Narrow"/>
                        </a:rPr>
                        <a:t>MCU</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 </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9218327"/>
                  </a:ext>
                </a:extLst>
              </a:tr>
              <a:tr h="134190">
                <a:tc>
                  <a:txBody>
                    <a:bodyPr/>
                    <a:lstStyle/>
                    <a:p>
                      <a:pPr algn="ctr" fontAlgn="b"/>
                      <a:r>
                        <a:rPr lang="en-US" sz="800" b="0" i="0" u="none" strike="noStrike">
                          <a:solidFill>
                            <a:srgbClr val="000000"/>
                          </a:solidFill>
                          <a:effectLst/>
                          <a:latin typeface="Aptos Narrow"/>
                        </a:rPr>
                        <a:t>SIO</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4504600"/>
                  </a:ext>
                </a:extLst>
              </a:tr>
              <a:tr h="134190">
                <a:tc>
                  <a:txBody>
                    <a:bodyPr/>
                    <a:lstStyle/>
                    <a:p>
                      <a:pPr algn="ctr" fontAlgn="b"/>
                      <a:r>
                        <a:rPr lang="en-US" sz="800" b="0" i="0" u="none" strike="noStrike">
                          <a:solidFill>
                            <a:srgbClr val="000000"/>
                          </a:solidFill>
                          <a:effectLst/>
                          <a:latin typeface="Aptos Narrow"/>
                        </a:rPr>
                        <a:t>LAN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Jacksonville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994110"/>
                  </a:ext>
                </a:extLst>
              </a:tr>
              <a:tr h="134190">
                <a:tc>
                  <a:txBody>
                    <a:bodyPr/>
                    <a:lstStyle/>
                    <a:p>
                      <a:pPr algn="ctr" fontAlgn="b"/>
                      <a:r>
                        <a:rPr lang="en-US" sz="800" b="0" i="0" u="none" strike="noStrike">
                          <a:solidFill>
                            <a:srgbClr val="000000"/>
                          </a:solidFill>
                          <a:effectLst/>
                          <a:latin typeface="Aptos Narrow"/>
                        </a:rPr>
                        <a:t>WLAN/BT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Jonathan, Ethan</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Whalepeak-2 (2x2)</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a:rPr>
                        <a:t>Wi-Fi 6 Intel AX211 (Garfield Peak 2)</a:t>
                      </a:r>
                    </a:p>
                    <a:p>
                      <a:pPr algn="ctr" fontAlgn="b"/>
                      <a:r>
                        <a:rPr lang="en-US" sz="800" b="0" i="0" u="none" strike="noStrike">
                          <a:solidFill>
                            <a:srgbClr val="215C98"/>
                          </a:solidFill>
                          <a:effectLst/>
                          <a:latin typeface="Aptos Narrow"/>
                        </a:rPr>
                        <a:t>Wi-Fi 7 R2 Intel BE211 (Whale Peak 2)</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Same as RVP/xEP,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215887230"/>
                  </a:ext>
                </a:extLst>
              </a:tr>
              <a:tr h="360187">
                <a:tc>
                  <a:txBody>
                    <a:bodyPr/>
                    <a:lstStyle/>
                    <a:p>
                      <a:pPr algn="ctr" fontAlgn="b"/>
                      <a:r>
                        <a:rPr lang="en-US" sz="800" b="0" i="0" u="none" strike="noStrike">
                          <a:solidFill>
                            <a:srgbClr val="000000"/>
                          </a:solidFill>
                          <a:effectLst/>
                          <a:latin typeface="Aptos Narrow"/>
                        </a:rPr>
                        <a:t>Audio Codec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Ivan, Vincent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Realtek ALC712-VB, ALC1320 , ALC722(RVP)</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Cirrus Logic CS35L56(AEP)</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Cirrus Logic CS42L43(BEP MIPI/I2S)</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70C0"/>
                          </a:solidFill>
                          <a:effectLst/>
                          <a:latin typeface="Aptos Narrow"/>
                        </a:rPr>
                        <a:t>REALTEK ALC3329</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ALC3329</a:t>
                      </a:r>
                      <a:r>
                        <a:rPr lang="zh-TW" altLang="en-US" sz="800" b="0" i="0" u="none" strike="noStrike">
                          <a:solidFill>
                            <a:schemeClr val="tx1"/>
                          </a:solidFill>
                          <a:effectLst/>
                          <a:latin typeface="Aptos Narrow"/>
                        </a:rPr>
                        <a:t> </a:t>
                      </a:r>
                      <a:r>
                        <a:rPr lang="en-US" altLang="zh-TW" sz="800" b="0" i="0" u="none" strike="noStrike">
                          <a:solidFill>
                            <a:schemeClr val="tx1"/>
                          </a:solidFill>
                          <a:effectLst/>
                          <a:latin typeface="Aptos Narrow"/>
                        </a:rPr>
                        <a:t>(=ALC722) same as RVP, low risk</a:t>
                      </a:r>
                      <a:endParaRPr lang="en-US" sz="8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4283619733"/>
                  </a:ext>
                </a:extLst>
              </a:tr>
              <a:tr h="247189">
                <a:tc>
                  <a:txBody>
                    <a:bodyPr/>
                    <a:lstStyle/>
                    <a:p>
                      <a:pPr algn="ctr" fontAlgn="b"/>
                      <a:r>
                        <a:rPr lang="en-US" sz="800" b="0" i="0" u="none" strike="noStrike">
                          <a:solidFill>
                            <a:srgbClr val="000000"/>
                          </a:solidFill>
                          <a:effectLst/>
                          <a:latin typeface="Aptos Narrow"/>
                        </a:rPr>
                        <a:t>Audio Amplify</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Ivan, Vincent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N/A , within codec (RVP)</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CLASS_D_AMP,NA,CS35L63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No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3447059692"/>
                  </a:ext>
                </a:extLst>
              </a:tr>
              <a:tr h="247189">
                <a:tc>
                  <a:txBody>
                    <a:bodyPr/>
                    <a:lstStyle/>
                    <a:p>
                      <a:pPr algn="ctr" fontAlgn="b"/>
                      <a:r>
                        <a:rPr lang="en-US" sz="800" b="0" i="0" u="none" strike="noStrike">
                          <a:solidFill>
                            <a:srgbClr val="000000"/>
                          </a:solidFill>
                          <a:effectLst/>
                          <a:latin typeface="Aptos Narrow"/>
                        </a:rPr>
                        <a:t>BIOS Flash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Macronix 64MB</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GigaDevice GD25LB512MEYIGR 64MB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32MB+16MB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3668067"/>
                  </a:ext>
                </a:extLst>
              </a:tr>
              <a:tr h="134190">
                <a:tc>
                  <a:txBody>
                    <a:bodyPr/>
                    <a:lstStyle/>
                    <a:p>
                      <a:pPr algn="ctr" fontAlgn="b"/>
                      <a:r>
                        <a:rPr lang="en-US" sz="800" b="0" i="0" u="none" strike="noStrike">
                          <a:solidFill>
                            <a:srgbClr val="000000"/>
                          </a:solidFill>
                          <a:effectLst/>
                          <a:latin typeface="Aptos Narrow"/>
                        </a:rPr>
                        <a:t>DDS Switch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0062091"/>
                  </a:ext>
                </a:extLst>
              </a:tr>
              <a:tr h="134190">
                <a:tc>
                  <a:txBody>
                    <a:bodyPr/>
                    <a:lstStyle/>
                    <a:p>
                      <a:pPr algn="ctr" fontAlgn="b"/>
                      <a:r>
                        <a:rPr lang="en-US" sz="800" b="0" i="0" u="none" strike="noStrike">
                          <a:solidFill>
                            <a:srgbClr val="000000"/>
                          </a:solidFill>
                          <a:effectLst/>
                          <a:latin typeface="Aptos Narrow"/>
                        </a:rPr>
                        <a:t>HDMI Pcon</a:t>
                      </a:r>
                      <a:endParaRPr lang="en-US" sz="8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0465091"/>
                  </a:ext>
                </a:extLst>
              </a:tr>
              <a:tr h="360187">
                <a:tc>
                  <a:txBody>
                    <a:bodyPr/>
                    <a:lstStyle/>
                    <a:p>
                      <a:pPr algn="ctr" fontAlgn="b"/>
                      <a:r>
                        <a:rPr lang="en-US" sz="800" b="0" i="0" u="none" strike="noStrike">
                          <a:solidFill>
                            <a:srgbClr val="000000"/>
                          </a:solidFill>
                          <a:effectLst/>
                          <a:latin typeface="Aptos Narrow"/>
                        </a:rPr>
                        <a:t>DP Redriver</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DP Retimer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Ethan help power</a:t>
                      </a:r>
                    </a:p>
                    <a:p>
                      <a:pPr algn="ctr" fontAlgn="b"/>
                      <a:r>
                        <a:rPr lang="en-US" sz="800" b="0" i="0" u="none" strike="noStrike">
                          <a:solidFill>
                            <a:srgbClr val="000000"/>
                          </a:solidFill>
                          <a:effectLst/>
                          <a:latin typeface="Aptos Narrow"/>
                        </a:rPr>
                        <a:t>Antonio check with Lyndon</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no DP redriver/retimer</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PS8419(retimer , for HDMI)</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PS8219(redriver, for HDMI)</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a:rPr>
                        <a:t>PARADE PS8210</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US" sz="800" b="0" i="0" u="none" strike="noStrike">
                          <a:solidFill>
                            <a:schemeClr val="tx1"/>
                          </a:solidFill>
                          <a:effectLst/>
                          <a:latin typeface="Aptos Narrow"/>
                        </a:rPr>
                        <a:t>PS8210 (HDMI 2.0 </a:t>
                      </a:r>
                      <a:r>
                        <a:rPr lang="en-US" sz="800" b="0" i="0" u="none" strike="noStrike" err="1">
                          <a:solidFill>
                            <a:schemeClr val="tx1"/>
                          </a:solidFill>
                          <a:effectLst/>
                          <a:latin typeface="Aptos Narrow"/>
                        </a:rPr>
                        <a:t>redriver</a:t>
                      </a:r>
                      <a:r>
                        <a:rPr lang="en-US" sz="800" b="0" i="0" u="none" strike="noStrike">
                          <a:solidFill>
                            <a:schemeClr val="tx1"/>
                          </a:solidFill>
                          <a:effectLst/>
                          <a:latin typeface="Aptos Narrow"/>
                        </a:rPr>
                        <a:t>) have </a:t>
                      </a:r>
                      <a:r>
                        <a:rPr lang="en-US" sz="800" b="0" i="0" u="none" strike="noStrike" err="1">
                          <a:solidFill>
                            <a:schemeClr val="tx1"/>
                          </a:solidFill>
                          <a:effectLst/>
                          <a:latin typeface="Aptos Narrow"/>
                        </a:rPr>
                        <a:t>impleent</a:t>
                      </a:r>
                      <a:r>
                        <a:rPr lang="en-US" sz="800" b="0" i="0" u="none" strike="noStrike">
                          <a:solidFill>
                            <a:schemeClr val="tx1"/>
                          </a:solidFill>
                          <a:effectLst/>
                          <a:latin typeface="Aptos Narrow"/>
                        </a:rPr>
                        <a:t> in pre-gen Dell designs, which is pin-to-pin with PS8219 (HDMI2.1 </a:t>
                      </a:r>
                      <a:r>
                        <a:rPr lang="en-US" sz="800" b="0" i="0" u="none" strike="noStrike" err="1">
                          <a:solidFill>
                            <a:schemeClr val="tx1"/>
                          </a:solidFill>
                          <a:effectLst/>
                          <a:latin typeface="Aptos Narrow"/>
                        </a:rPr>
                        <a:t>redriver</a:t>
                      </a:r>
                      <a:r>
                        <a:rPr lang="en-US" sz="800" b="0" i="0" u="none" strike="noStrike">
                          <a:solidFill>
                            <a:schemeClr val="tx1"/>
                          </a:solidFill>
                          <a:effectLst/>
                          <a:latin typeface="Aptos Narrow"/>
                        </a:rPr>
                        <a:t>) and PS8419 (HDMI2.1 </a:t>
                      </a:r>
                      <a:r>
                        <a:rPr lang="en-US" sz="800" b="0" i="0" u="none" strike="noStrike" err="1">
                          <a:solidFill>
                            <a:schemeClr val="tx1"/>
                          </a:solidFill>
                          <a:effectLst/>
                          <a:latin typeface="Aptos Narrow"/>
                        </a:rPr>
                        <a:t>retimer</a:t>
                      </a:r>
                      <a:r>
                        <a:rPr lang="en-US" sz="800" b="0" i="0" u="none" strike="noStrike">
                          <a:solidFill>
                            <a:schemeClr val="tx1"/>
                          </a:solidFill>
                          <a:effectLst/>
                          <a:latin typeface="Aptos Narrow"/>
                        </a:rPr>
                        <a:t>). Need to check PS8210 vs 8419/8219 difference from function, power perspective. Need to get PS8210/PS8219 datasheet and power comparison table  </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733360713"/>
                  </a:ext>
                </a:extLst>
              </a:tr>
              <a:tr h="247189">
                <a:tc>
                  <a:txBody>
                    <a:bodyPr/>
                    <a:lstStyle/>
                    <a:p>
                      <a:pPr algn="ctr" fontAlgn="b"/>
                      <a:r>
                        <a:rPr lang="en-US" sz="800" b="0" i="0" u="none" strike="noStrike">
                          <a:solidFill>
                            <a:srgbClr val="000000"/>
                          </a:solidFill>
                          <a:effectLst/>
                          <a:latin typeface="Aptos Narrow"/>
                        </a:rPr>
                        <a:t>PCIE Redriver</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PCIE Retimer</a:t>
                      </a:r>
                      <a:endParaRPr lang="en-US" sz="8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5317973"/>
                  </a:ext>
                </a:extLst>
              </a:tr>
              <a:tr h="125172">
                <a:tc>
                  <a:txBody>
                    <a:bodyPr/>
                    <a:lstStyle/>
                    <a:p>
                      <a:pPr algn="ctr" fontAlgn="b"/>
                      <a:r>
                        <a:rPr lang="en-US" sz="800" b="0" i="0" u="none" strike="noStrike">
                          <a:solidFill>
                            <a:srgbClr val="000000"/>
                          </a:solidFill>
                          <a:effectLst/>
                          <a:latin typeface="Aptos Narrow"/>
                        </a:rPr>
                        <a:t>Discrete TBT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Barlow Ridge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9992952"/>
                  </a:ext>
                </a:extLst>
              </a:tr>
              <a:tr h="134190">
                <a:tc>
                  <a:txBody>
                    <a:bodyPr/>
                    <a:lstStyle/>
                    <a:p>
                      <a:pPr algn="ctr" fontAlgn="b"/>
                      <a:r>
                        <a:rPr lang="en-US" sz="800" b="0" i="0" u="none" strike="noStrike">
                          <a:solidFill>
                            <a:srgbClr val="000000"/>
                          </a:solidFill>
                          <a:effectLst/>
                          <a:latin typeface="Aptos Narrow"/>
                        </a:rPr>
                        <a:t>TBT Retimer</a:t>
                      </a:r>
                      <a:endParaRPr lang="en-US" sz="8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HBR(RVP, AEP)  , GBR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Intel Hayden Bridge JHL9040R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chemeClr val="tx1"/>
                          </a:solidFill>
                          <a:effectLst/>
                          <a:latin typeface="Aptos Narrow"/>
                        </a:rPr>
                        <a:t>Same as RVP/AEP,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523388833"/>
                  </a:ext>
                </a:extLst>
              </a:tr>
              <a:tr h="247189">
                <a:tc>
                  <a:txBody>
                    <a:bodyPr/>
                    <a:lstStyle/>
                    <a:p>
                      <a:pPr algn="ctr" fontAlgn="b"/>
                      <a:r>
                        <a:rPr lang="en-US" sz="800" b="0" i="0" u="none" strike="noStrike">
                          <a:solidFill>
                            <a:srgbClr val="000000"/>
                          </a:solidFill>
                          <a:effectLst/>
                          <a:latin typeface="Aptos Narrow"/>
                        </a:rPr>
                        <a:t>PD Controller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Kent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CYPD6229(RVP) ; </a:t>
                      </a:r>
                      <a:r>
                        <a:rPr lang="en-US" sz="800" b="0" i="0" u="none" strike="noStrike">
                          <a:solidFill>
                            <a:srgbClr val="FF0000"/>
                          </a:solidFill>
                          <a:effectLst/>
                          <a:latin typeface="Aptos Narrow"/>
                        </a:rPr>
                        <a:t>TPS66994 (AEP);</a:t>
                      </a:r>
                      <a:r>
                        <a:rPr lang="en-US" sz="800" b="0" i="0" u="none" strike="noStrike">
                          <a:solidFill>
                            <a:srgbClr val="000000"/>
                          </a:solidFill>
                          <a:effectLst/>
                          <a:latin typeface="Aptos Narrow"/>
                        </a:rPr>
                        <a:t> RTS5453P-28(RVP)</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GBR(BEP)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a:rPr>
                        <a:t>Cypress CYPD6229 (co-design with TPS66994)</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Same as RVP/AEP, low risk</a:t>
                      </a:r>
                    </a:p>
                    <a:p>
                      <a:pPr algn="ctr" fontAlgn="b"/>
                      <a:r>
                        <a:rPr lang="en-US" sz="800" b="0" i="0" u="none" strike="noStrike">
                          <a:solidFill>
                            <a:schemeClr val="tx1"/>
                          </a:solidFill>
                          <a:effectLst/>
                          <a:latin typeface="Aptos Narrow"/>
                        </a:rPr>
                        <a:t>Need to check CYPD and TPS pin to pin?</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895989801"/>
                  </a:ext>
                </a:extLst>
              </a:tr>
              <a:tr h="247189">
                <a:tc>
                  <a:txBody>
                    <a:bodyPr/>
                    <a:lstStyle/>
                    <a:p>
                      <a:pPr algn="ctr" fontAlgn="b"/>
                      <a:r>
                        <a:rPr lang="en-US" sz="800" b="0" i="0" u="none" strike="noStrike">
                          <a:solidFill>
                            <a:srgbClr val="000000"/>
                          </a:solidFill>
                          <a:effectLst/>
                          <a:latin typeface="Aptos Narrow"/>
                        </a:rPr>
                        <a:t>USB3.2 Gen2 </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Retimer</a:t>
                      </a:r>
                      <a:endParaRPr lang="en-US" sz="8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Doides PI3EQX1004E2ZTFEX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3815059"/>
                  </a:ext>
                </a:extLst>
              </a:tr>
              <a:tr h="247189">
                <a:tc>
                  <a:txBody>
                    <a:bodyPr/>
                    <a:lstStyle/>
                    <a:p>
                      <a:pPr algn="ctr" fontAlgn="b"/>
                      <a:r>
                        <a:rPr lang="en-US" sz="800" b="0" i="0" u="none" strike="noStrike">
                          <a:solidFill>
                            <a:srgbClr val="000000"/>
                          </a:solidFill>
                          <a:effectLst/>
                          <a:latin typeface="Aptos Narrow"/>
                        </a:rPr>
                        <a:t>USB3 Retimer</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USB3 Redriver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Ethan Hsu to help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Diodes PI3EQX1002E redriver  (RVP)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a:rPr>
                        <a:t>TI TUSB522</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US" sz="800" b="0" i="0" u="none" strike="noStrike">
                          <a:solidFill>
                            <a:schemeClr val="tx1"/>
                          </a:solidFill>
                          <a:effectLst/>
                          <a:latin typeface="Aptos Narrow"/>
                        </a:rPr>
                        <a:t>Need to check TI part vs Diode part from power, function perspective. </a:t>
                      </a:r>
                    </a:p>
                    <a:p>
                      <a:pPr algn="l" fontAlgn="b"/>
                      <a:r>
                        <a:rPr lang="en-US" sz="800" b="0" i="0" u="none" strike="noStrike">
                          <a:solidFill>
                            <a:schemeClr val="tx1"/>
                          </a:solidFill>
                          <a:effectLst/>
                          <a:latin typeface="Aptos Narrow"/>
                        </a:rPr>
                        <a:t>Need to get TI datasheet to compare power consumption especially unplug </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87134404"/>
                  </a:ext>
                </a:extLst>
              </a:tr>
              <a:tr h="134190">
                <a:tc>
                  <a:txBody>
                    <a:bodyPr/>
                    <a:lstStyle/>
                    <a:p>
                      <a:pPr algn="ctr" fontAlgn="b"/>
                      <a:r>
                        <a:rPr lang="en-US" sz="800" b="0" i="0" u="none" strike="noStrike">
                          <a:solidFill>
                            <a:srgbClr val="000000"/>
                          </a:solidFill>
                          <a:effectLst/>
                          <a:latin typeface="Aptos Narrow"/>
                        </a:rPr>
                        <a:t>USB2 Redriver</a:t>
                      </a:r>
                      <a:endParaRPr lang="en-US" sz="8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TUSB212IRWBR(AEP , BEP-reserved)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582764"/>
                  </a:ext>
                </a:extLst>
              </a:tr>
              <a:tr h="247189">
                <a:tc>
                  <a:txBody>
                    <a:bodyPr/>
                    <a:lstStyle/>
                    <a:p>
                      <a:pPr algn="ctr" fontAlgn="b"/>
                      <a:r>
                        <a:rPr lang="en-US" sz="800" b="0" i="0" u="none" strike="noStrike">
                          <a:solidFill>
                            <a:srgbClr val="000000"/>
                          </a:solidFill>
                          <a:effectLst/>
                          <a:latin typeface="Aptos Narrow"/>
                        </a:rPr>
                        <a:t>Discrete TPM</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Ethan Hsu to help comment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Infineon SLB9672VQ 2.0 (RVP, AEP, BEP)</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Nations Tech Z32H330TC(RVP)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a:rPr>
                        <a:t>Nuvoton NPCT760JABYX</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Need to check </a:t>
                      </a:r>
                      <a:r>
                        <a:rPr lang="en-US" sz="800" b="0" i="0" u="none" strike="noStrike" err="1">
                          <a:solidFill>
                            <a:schemeClr val="tx1"/>
                          </a:solidFill>
                          <a:effectLst/>
                          <a:latin typeface="Aptos Narrow"/>
                        </a:rPr>
                        <a:t>Nuvoton</a:t>
                      </a:r>
                      <a:r>
                        <a:rPr lang="en-US" sz="800" b="0" i="0" u="none" strike="noStrike">
                          <a:solidFill>
                            <a:schemeClr val="tx1"/>
                          </a:solidFill>
                          <a:effectLst/>
                          <a:latin typeface="Aptos Narrow"/>
                        </a:rPr>
                        <a:t> part power data</a:t>
                      </a:r>
                    </a:p>
                    <a:p>
                      <a:pPr algn="ctr" fontAlgn="b"/>
                      <a:r>
                        <a:rPr lang="en-US" sz="800" b="0" i="0" u="none" strike="noStrike">
                          <a:solidFill>
                            <a:schemeClr val="tx1"/>
                          </a:solidFill>
                          <a:effectLst/>
                          <a:latin typeface="Aptos Narrow"/>
                        </a:rPr>
                        <a:t>Get datasheet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2663906609"/>
                  </a:ext>
                </a:extLst>
              </a:tr>
              <a:tr h="134190">
                <a:tc>
                  <a:txBody>
                    <a:bodyPr/>
                    <a:lstStyle/>
                    <a:p>
                      <a:pPr algn="ctr" fontAlgn="b"/>
                      <a:r>
                        <a:rPr lang="en-US" sz="800" b="0" i="0" u="none" strike="noStrike">
                          <a:solidFill>
                            <a:srgbClr val="000000"/>
                          </a:solidFill>
                          <a:effectLst/>
                          <a:latin typeface="Aptos Narrow"/>
                        </a:rPr>
                        <a:t>Card Reader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BayHub BH770GG7(AEP)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8671468"/>
                  </a:ext>
                </a:extLst>
              </a:tr>
              <a:tr h="134190">
                <a:tc>
                  <a:txBody>
                    <a:bodyPr/>
                    <a:lstStyle/>
                    <a:p>
                      <a:pPr algn="ctr" fontAlgn="b"/>
                      <a:r>
                        <a:rPr lang="en-US" sz="800" b="0" i="0" u="none" strike="noStrike">
                          <a:solidFill>
                            <a:srgbClr val="000000"/>
                          </a:solidFill>
                          <a:effectLst/>
                          <a:latin typeface="Aptos Narrow"/>
                        </a:rPr>
                        <a:t>eDP Panel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CY Liang, Alfred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a:cs typeface="IntelOne Display AR Light" panose="020B0403020203020204" pitchFamily="34" charset="-78"/>
                        </a:rPr>
                        <a:t>FHD / QHD / OLED QHD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Can Dell share panel datasheet?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4173525851"/>
                  </a:ext>
                </a:extLst>
              </a:tr>
              <a:tr h="134190">
                <a:tc>
                  <a:txBody>
                    <a:bodyPr/>
                    <a:lstStyle/>
                    <a:p>
                      <a:pPr algn="ctr" fontAlgn="b"/>
                      <a:r>
                        <a:rPr lang="en-US" sz="800" b="0" i="0" u="none" strike="noStrike">
                          <a:solidFill>
                            <a:srgbClr val="000000"/>
                          </a:solidFill>
                          <a:effectLst/>
                          <a:latin typeface="Aptos Narrow"/>
                        </a:rPr>
                        <a:t>PCB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HW team</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T3 or T4, 6L or 8L or 10 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a:cs typeface="IntelOne Display AR Light" panose="020B0403020203020204" pitchFamily="34" charset="-78"/>
                        </a:rPr>
                        <a:t>Type-3, 10L, Premium Mid-loss EM390 equivalent material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Pre-EVT is low risk. Need to align EVT PCB stack-up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2796831092"/>
                  </a:ext>
                </a:extLst>
              </a:tr>
              <a:tr h="134190">
                <a:tc>
                  <a:txBody>
                    <a:bodyPr/>
                    <a:lstStyle/>
                    <a:p>
                      <a:pPr algn="ctr" fontAlgn="b"/>
                      <a:r>
                        <a:rPr lang="en-US" sz="800" b="0" i="0" u="none" strike="noStrike">
                          <a:solidFill>
                            <a:srgbClr val="000000"/>
                          </a:solidFill>
                          <a:effectLst/>
                          <a:latin typeface="Aptos Narrow"/>
                        </a:rPr>
                        <a:t>Storage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Ethan Hsu recommend Gen4</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Gen4 NVMe WD SN810 CS-512GB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IntelOne Display AR Light"/>
                          <a:cs typeface="IntelOne Display AR Light" panose="020B0403020203020204" pitchFamily="34" charset="-78"/>
                        </a:rPr>
                        <a:t>2230/2280 PCIe Gen4 SSD, UI:Gen5 SSD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a:rPr>
                        <a:t>Gen5 SSD not optimize for power, prefer Gen4. SSD P/N share by Dell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2779406696"/>
                  </a:ext>
                </a:extLst>
              </a:tr>
              <a:tr h="247189">
                <a:tc>
                  <a:txBody>
                    <a:bodyPr/>
                    <a:lstStyle/>
                    <a:p>
                      <a:pPr algn="ctr" fontAlgn="b"/>
                      <a:r>
                        <a:rPr lang="en-US" sz="800" b="0" i="0" u="none" strike="noStrike">
                          <a:solidFill>
                            <a:srgbClr val="000000"/>
                          </a:solidFill>
                          <a:effectLst/>
                          <a:latin typeface="Aptos Narrow"/>
                        </a:rPr>
                        <a:t>Charger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Terry</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RAA489110ARGNP(RVP, AEP)</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 SC8885SQDER(BEP)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IntelOne Display AR Light"/>
                          <a:cs typeface="IntelOne Display AR Light" panose="020B0403020203020204" pitchFamily="34" charset="-78"/>
                        </a:rPr>
                        <a:t>TI  BQ25728RSNR (buck-boost)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Not the same as RVP/</a:t>
                      </a:r>
                      <a:r>
                        <a:rPr lang="en-US" sz="800" b="0" i="0" u="none" strike="noStrike" kern="1200" err="1">
                          <a:solidFill>
                            <a:schemeClr val="tx1"/>
                          </a:solidFill>
                          <a:effectLst/>
                          <a:latin typeface="Aptos Narrow"/>
                          <a:ea typeface="+mn-ea"/>
                          <a:cs typeface="+mn-cs"/>
                        </a:rPr>
                        <a:t>xEP</a:t>
                      </a:r>
                      <a:r>
                        <a:rPr lang="en-US" sz="800" b="0" i="0" u="none" strike="noStrike" kern="1200">
                          <a:solidFill>
                            <a:schemeClr val="tx1"/>
                          </a:solidFill>
                          <a:effectLst/>
                          <a:latin typeface="Aptos Narrow"/>
                          <a:ea typeface="+mn-ea"/>
                          <a:cs typeface="+mn-cs"/>
                        </a:rPr>
                        <a:t>, the power consumption difference between BQ25728 and RAA489110 is not significant,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498611769"/>
                  </a:ext>
                </a:extLst>
              </a:tr>
            </a:tbl>
          </a:graphicData>
        </a:graphic>
      </p:graphicFrame>
      <p:sp>
        <p:nvSpPr>
          <p:cNvPr id="5" name="TextBox 4">
            <a:extLst>
              <a:ext uri="{FF2B5EF4-FFF2-40B4-BE49-F238E27FC236}">
                <a16:creationId xmlns:a16="http://schemas.microsoft.com/office/drawing/2014/main" id="{4F388C07-3CA2-AFAA-4830-D8EE8951AEB8}"/>
              </a:ext>
            </a:extLst>
          </p:cNvPr>
          <p:cNvSpPr txBox="1"/>
          <p:nvPr/>
        </p:nvSpPr>
        <p:spPr>
          <a:xfrm>
            <a:off x="4745734" y="-54864"/>
            <a:ext cx="38130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PTL Designs BOM - Jarvis </a:t>
            </a:r>
          </a:p>
        </p:txBody>
      </p:sp>
    </p:spTree>
    <p:extLst>
      <p:ext uri="{BB962C8B-B14F-4D97-AF65-F5344CB8AC3E}">
        <p14:creationId xmlns:p14="http://schemas.microsoft.com/office/powerpoint/2010/main" val="3995963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E9C2FB9-8B38-F96A-5C47-80AD7F91050B}"/>
              </a:ext>
            </a:extLst>
          </p:cNvPr>
          <p:cNvGraphicFramePr>
            <a:graphicFrameLocks noGrp="1"/>
          </p:cNvGraphicFramePr>
          <p:nvPr>
            <p:extLst>
              <p:ext uri="{D42A27DB-BD31-4B8C-83A1-F6EECF244321}">
                <p14:modId xmlns:p14="http://schemas.microsoft.com/office/powerpoint/2010/main" val="3157030083"/>
              </p:ext>
            </p:extLst>
          </p:nvPr>
        </p:nvGraphicFramePr>
        <p:xfrm>
          <a:off x="362122" y="0"/>
          <a:ext cx="11311128" cy="7194795"/>
        </p:xfrm>
        <a:graphic>
          <a:graphicData uri="http://schemas.openxmlformats.org/drawingml/2006/table">
            <a:tbl>
              <a:tblPr/>
              <a:tblGrid>
                <a:gridCol w="1171994">
                  <a:extLst>
                    <a:ext uri="{9D8B030D-6E8A-4147-A177-3AD203B41FA5}">
                      <a16:colId xmlns:a16="http://schemas.microsoft.com/office/drawing/2014/main" val="54181809"/>
                    </a:ext>
                  </a:extLst>
                </a:gridCol>
                <a:gridCol w="1708366">
                  <a:extLst>
                    <a:ext uri="{9D8B030D-6E8A-4147-A177-3AD203B41FA5}">
                      <a16:colId xmlns:a16="http://schemas.microsoft.com/office/drawing/2014/main" val="3069853359"/>
                    </a:ext>
                  </a:extLst>
                </a:gridCol>
                <a:gridCol w="2852928">
                  <a:extLst>
                    <a:ext uri="{9D8B030D-6E8A-4147-A177-3AD203B41FA5}">
                      <a16:colId xmlns:a16="http://schemas.microsoft.com/office/drawing/2014/main" val="825509546"/>
                    </a:ext>
                  </a:extLst>
                </a:gridCol>
                <a:gridCol w="2219198">
                  <a:extLst>
                    <a:ext uri="{9D8B030D-6E8A-4147-A177-3AD203B41FA5}">
                      <a16:colId xmlns:a16="http://schemas.microsoft.com/office/drawing/2014/main" val="237296344"/>
                    </a:ext>
                  </a:extLst>
                </a:gridCol>
                <a:gridCol w="3358642">
                  <a:extLst>
                    <a:ext uri="{9D8B030D-6E8A-4147-A177-3AD203B41FA5}">
                      <a16:colId xmlns:a16="http://schemas.microsoft.com/office/drawing/2014/main" val="676668686"/>
                    </a:ext>
                  </a:extLst>
                </a:gridCol>
              </a:tblGrid>
              <a:tr h="253673">
                <a:tc>
                  <a:txBody>
                    <a:bodyPr/>
                    <a:lstStyle/>
                    <a:p>
                      <a:pPr algn="ctr" fontAlgn="ctr"/>
                      <a:endParaRPr lang="en-US" sz="800" b="1"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ctr" fontAlgn="ctr"/>
                      <a:endParaRPr lang="en-US" sz="800" b="1"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Aptos"/>
                        </a:rPr>
                        <a:t>RVP, BEP, AEP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Aptos"/>
                        </a:rPr>
                        <a:t>Dell Corp. CSLP</a:t>
                      </a:r>
                      <a:br>
                        <a:rPr lang="en-US" sz="800" b="1" i="0" u="none" strike="noStrike">
                          <a:solidFill>
                            <a:srgbClr val="000000"/>
                          </a:solidFill>
                          <a:effectLst/>
                          <a:latin typeface="Aptos"/>
                        </a:rPr>
                      </a:br>
                      <a:r>
                        <a:rPr lang="en-US" sz="800" b="1" i="0" u="none" strike="noStrike">
                          <a:solidFill>
                            <a:srgbClr val="000000"/>
                          </a:solidFill>
                          <a:effectLst/>
                          <a:latin typeface="Aptos"/>
                        </a:rPr>
                        <a:t>Taroko-PTL</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Aptos"/>
                        </a:rPr>
                        <a:t>Risk Assessment &amp; Recommendation</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063062"/>
                  </a:ext>
                </a:extLst>
              </a:tr>
              <a:tr h="137709">
                <a:tc>
                  <a:txBody>
                    <a:bodyPr/>
                    <a:lstStyle/>
                    <a:p>
                      <a:pPr algn="ctr" fontAlgn="ctr"/>
                      <a:r>
                        <a:rPr lang="en-US" sz="800" b="0" i="0" u="none" strike="noStrike">
                          <a:solidFill>
                            <a:srgbClr val="000000"/>
                          </a:solidFill>
                          <a:effectLst/>
                          <a:latin typeface="Aptos"/>
                        </a:rPr>
                        <a:t>SOC</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0"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Aptos"/>
                        </a:rPr>
                        <a:t>Replaceable</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PTL H 404</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215C98"/>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8895928"/>
                  </a:ext>
                </a:extLst>
              </a:tr>
              <a:tr h="137709">
                <a:tc>
                  <a:txBody>
                    <a:bodyPr/>
                    <a:lstStyle/>
                    <a:p>
                      <a:pPr algn="ctr" fontAlgn="ctr"/>
                      <a:r>
                        <a:rPr lang="en-US" sz="800" b="0" i="0" u="none" strike="noStrike">
                          <a:solidFill>
                            <a:srgbClr val="000000"/>
                          </a:solidFill>
                          <a:effectLst/>
                          <a:latin typeface="Aptos"/>
                        </a:rPr>
                        <a:t>DRAM</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da-DK" sz="800" b="0"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da-DK" sz="800" b="0" i="0" u="none" strike="noStrike">
                          <a:solidFill>
                            <a:srgbClr val="000000"/>
                          </a:solidFill>
                          <a:effectLst/>
                          <a:latin typeface="Aptos"/>
                        </a:rPr>
                        <a:t>LPCAMM(LP5x), MD(LP5x), SODIMM(DDR5)</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DDR5 SODIMM 1DPC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Need to get Dell DDR5 list to compare with MIO val list</a:t>
                      </a:r>
                    </a:p>
                    <a:p>
                      <a:pPr algn="l" fontAlgn="b"/>
                      <a:r>
                        <a:rPr lang="en-US" sz="800" b="1" i="0" u="none" strike="noStrike">
                          <a:solidFill>
                            <a:srgbClr val="0070C0"/>
                          </a:solidFill>
                          <a:effectLst/>
                          <a:latin typeface="Aptos Narrow"/>
                        </a:rPr>
                        <a:t>10/25 H484 + LP-CAMM2 is CSLP config.  Dell to follow RVP LP-CAMM2 part for 1</a:t>
                      </a:r>
                      <a:r>
                        <a:rPr lang="en-US" sz="800" b="1" i="0" u="none" strike="noStrike" baseline="30000">
                          <a:solidFill>
                            <a:srgbClr val="0070C0"/>
                          </a:solidFill>
                          <a:effectLst/>
                          <a:latin typeface="Aptos Narrow"/>
                        </a:rPr>
                        <a:t>st</a:t>
                      </a:r>
                      <a:r>
                        <a:rPr lang="en-US" sz="800" b="1" i="0" u="none" strike="noStrike">
                          <a:solidFill>
                            <a:srgbClr val="0070C0"/>
                          </a:solidFill>
                          <a:effectLst/>
                          <a:latin typeface="Aptos Narrow"/>
                        </a:rPr>
                        <a:t> PO and share planned memory part to Intel earlier. Intel memory enabling guidance with valition compatibility list parts normally release around ES2/QS timeframe.  MIO validation list normally is available around QS time frame. </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1609363277"/>
                  </a:ext>
                </a:extLst>
              </a:tr>
              <a:tr h="253673">
                <a:tc>
                  <a:txBody>
                    <a:bodyPr/>
                    <a:lstStyle/>
                    <a:p>
                      <a:pPr algn="ctr" fontAlgn="ctr"/>
                      <a:r>
                        <a:rPr lang="en-US" sz="800" b="0" i="0" u="none" strike="noStrike">
                          <a:solidFill>
                            <a:srgbClr val="000000"/>
                          </a:solidFill>
                          <a:effectLst/>
                          <a:latin typeface="Aptos"/>
                        </a:rPr>
                        <a:t>VR Controller</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nl-NL" sz="800" b="0" i="0" u="none" strike="noStrike">
                          <a:solidFill>
                            <a:srgbClr val="000000"/>
                          </a:solidFill>
                          <a:effectLst/>
                          <a:latin typeface="Aptos"/>
                        </a:rPr>
                        <a:t>Terry</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nl-NL" sz="800" b="0" i="0" u="none" strike="noStrike">
                          <a:solidFill>
                            <a:srgbClr val="000000"/>
                          </a:solidFill>
                          <a:effectLst/>
                          <a:latin typeface="Aptos"/>
                        </a:rPr>
                        <a:t>Richtek RT3645BEN-01A</a:t>
                      </a:r>
                      <a:br>
                        <a:rPr lang="nl-NL" sz="800" b="0" i="0" u="none" strike="noStrike">
                          <a:solidFill>
                            <a:srgbClr val="000000"/>
                          </a:solidFill>
                          <a:effectLst/>
                          <a:latin typeface="Aptos"/>
                        </a:rPr>
                      </a:br>
                      <a:r>
                        <a:rPr lang="nl-NL" sz="800" b="0" i="0" u="none" strike="noStrike">
                          <a:solidFill>
                            <a:srgbClr val="000000"/>
                          </a:solidFill>
                          <a:effectLst/>
                          <a:latin typeface="Aptos"/>
                        </a:rPr>
                        <a:t>MPS  MP29011GQKT(BEP)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MPS MP29011</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Same as BEP,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532541749"/>
                  </a:ext>
                </a:extLst>
              </a:tr>
              <a:tr h="253673">
                <a:tc>
                  <a:txBody>
                    <a:bodyPr/>
                    <a:lstStyle/>
                    <a:p>
                      <a:pPr algn="ctr" fontAlgn="b"/>
                      <a:r>
                        <a:rPr lang="en-US" sz="800" b="0" i="0" u="none" strike="noStrike">
                          <a:solidFill>
                            <a:srgbClr val="000000"/>
                          </a:solidFill>
                          <a:effectLst/>
                          <a:latin typeface="Aptos Narrow"/>
                        </a:rPr>
                        <a:t>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Ethan Hsu</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Microchip MEC1723 eSPI (RVP, AEP)</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ITE IT82002VG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a:rPr>
                        <a:t>Microchip MEC5407</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Need to check EC power consumption</a:t>
                      </a:r>
                    </a:p>
                    <a:p>
                      <a:pPr algn="l" fontAlgn="b"/>
                      <a:r>
                        <a:rPr lang="en-US" sz="800" b="1" i="0" u="none" strike="noStrike">
                          <a:solidFill>
                            <a:srgbClr val="0070C0"/>
                          </a:solidFill>
                          <a:effectLst/>
                          <a:latin typeface="Aptos Narrow"/>
                        </a:rPr>
                        <a:t>10/25: Dell to provide EC power consumption spec for Intel review.</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444730728"/>
                  </a:ext>
                </a:extLst>
              </a:tr>
              <a:tr h="137709">
                <a:tc>
                  <a:txBody>
                    <a:bodyPr/>
                    <a:lstStyle/>
                    <a:p>
                      <a:pPr algn="ctr" fontAlgn="b"/>
                      <a:r>
                        <a:rPr lang="en-US" sz="800" b="0" i="0" u="none" strike="noStrike">
                          <a:solidFill>
                            <a:srgbClr val="000000"/>
                          </a:solidFill>
                          <a:effectLst/>
                          <a:latin typeface="Aptos Narrow"/>
                        </a:rPr>
                        <a:t>MCU</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 </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9218327"/>
                  </a:ext>
                </a:extLst>
              </a:tr>
              <a:tr h="137709">
                <a:tc>
                  <a:txBody>
                    <a:bodyPr/>
                    <a:lstStyle/>
                    <a:p>
                      <a:pPr algn="ctr" fontAlgn="b"/>
                      <a:r>
                        <a:rPr lang="en-US" sz="800" b="0" i="0" u="none" strike="noStrike">
                          <a:solidFill>
                            <a:srgbClr val="000000"/>
                          </a:solidFill>
                          <a:effectLst/>
                          <a:latin typeface="Aptos Narrow"/>
                        </a:rPr>
                        <a:t>SIO</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4504600"/>
                  </a:ext>
                </a:extLst>
              </a:tr>
              <a:tr h="137709">
                <a:tc>
                  <a:txBody>
                    <a:bodyPr/>
                    <a:lstStyle/>
                    <a:p>
                      <a:pPr algn="ctr" fontAlgn="b"/>
                      <a:r>
                        <a:rPr lang="en-US" sz="800" b="0" i="0" u="none" strike="noStrike">
                          <a:solidFill>
                            <a:srgbClr val="000000"/>
                          </a:solidFill>
                          <a:effectLst/>
                          <a:latin typeface="Aptos Narrow"/>
                        </a:rPr>
                        <a:t>LAN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Jacksonville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215C98"/>
                          </a:solidFill>
                          <a:effectLst/>
                          <a:latin typeface="Aptos Narrow"/>
                        </a:rPr>
                        <a:t>Intel WGI219LM-SLKJ2-A0</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360994110"/>
                  </a:ext>
                </a:extLst>
              </a:tr>
              <a:tr h="137709">
                <a:tc>
                  <a:txBody>
                    <a:bodyPr/>
                    <a:lstStyle/>
                    <a:p>
                      <a:pPr algn="ctr" fontAlgn="b"/>
                      <a:r>
                        <a:rPr lang="en-US" sz="800" b="0" i="0" u="none" strike="noStrike">
                          <a:solidFill>
                            <a:srgbClr val="000000"/>
                          </a:solidFill>
                          <a:effectLst/>
                          <a:latin typeface="Aptos Narrow"/>
                        </a:rPr>
                        <a:t>WLAN/BT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Jonathan, Ethan</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Whalepeak-2 (2x2)</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a:rPr>
                        <a:t>CNVI/PCIe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215887230"/>
                  </a:ext>
                </a:extLst>
              </a:tr>
              <a:tr h="369636">
                <a:tc>
                  <a:txBody>
                    <a:bodyPr/>
                    <a:lstStyle/>
                    <a:p>
                      <a:pPr algn="ctr" fontAlgn="b"/>
                      <a:r>
                        <a:rPr lang="en-US" sz="800" b="0" i="0" u="none" strike="noStrike">
                          <a:solidFill>
                            <a:srgbClr val="000000"/>
                          </a:solidFill>
                          <a:effectLst/>
                          <a:latin typeface="Aptos Narrow"/>
                        </a:rPr>
                        <a:t>Audio Codec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Ivan, Vincent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Realtek ALC712-VB, ALC1320 , ALC722(RVP)</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Cirrus Logic CS35L56(AEP)</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Cirrus Logic CS42L43(BEP MIPI/I2S)</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a:rPr>
                        <a:t>Planned use Cirrus CS42L45</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lvl="0" algn="ctr">
                        <a:lnSpc>
                          <a:spcPct val="100000"/>
                        </a:lnSpc>
                        <a:spcBef>
                          <a:spcPts val="0"/>
                        </a:spcBef>
                        <a:spcAft>
                          <a:spcPts val="0"/>
                        </a:spcAft>
                        <a:buNone/>
                      </a:pPr>
                      <a:r>
                        <a:rPr lang="en-US" sz="800" b="0" i="0" u="none" strike="noStrike" noProof="0">
                          <a:solidFill>
                            <a:srgbClr val="215C98"/>
                          </a:solidFill>
                          <a:effectLst/>
                          <a:latin typeface="IntelOne Display AR Light"/>
                        </a:rPr>
                        <a:t>CS42L45 sample is Jan'25 and it is new codec which we haven't enabled, will need to work with Cirrus to bring up, Dell need to know the risk here</a:t>
                      </a:r>
                      <a:r>
                        <a:rPr lang="en-US" sz="800" b="0" i="0" u="none" strike="noStrike">
                          <a:solidFill>
                            <a:schemeClr val="tx1"/>
                          </a:solidFill>
                          <a:effectLst/>
                          <a:latin typeface="Aptos Narrow"/>
                        </a:rPr>
                        <a:t> . Can dell get AIC from Crirrus logic to bring up first</a:t>
                      </a:r>
                    </a:p>
                    <a:p>
                      <a:pPr lvl="0" algn="l">
                        <a:lnSpc>
                          <a:spcPct val="100000"/>
                        </a:lnSpc>
                        <a:spcBef>
                          <a:spcPts val="0"/>
                        </a:spcBef>
                        <a:spcAft>
                          <a:spcPts val="0"/>
                        </a:spcAft>
                        <a:buNone/>
                      </a:pPr>
                      <a:r>
                        <a:rPr lang="en-US" sz="800" b="1" i="0" u="none" strike="noStrike" noProof="0">
                          <a:solidFill>
                            <a:srgbClr val="0070C0"/>
                          </a:solidFill>
                          <a:effectLst/>
                          <a:latin typeface="Aptos Narrow"/>
                        </a:rPr>
                        <a:t>10/25 Dell feedback CSLP will use CS42L43 to minimize risk.</a:t>
                      </a:r>
                      <a:endParaRPr lang="en-US" sz="800" b="1" i="0" u="none" strike="noStrike" noProof="0">
                        <a:solidFill>
                          <a:srgbClr val="0070C0"/>
                        </a:solidFill>
                        <a:effectLst/>
                        <a:latin typeface="IntelOne Display AR Light"/>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283619733"/>
                  </a:ext>
                </a:extLst>
              </a:tr>
              <a:tr h="253673">
                <a:tc>
                  <a:txBody>
                    <a:bodyPr/>
                    <a:lstStyle/>
                    <a:p>
                      <a:pPr algn="ctr" fontAlgn="b"/>
                      <a:r>
                        <a:rPr lang="en-US" sz="800" b="0" i="0" u="none" strike="noStrike">
                          <a:solidFill>
                            <a:srgbClr val="000000"/>
                          </a:solidFill>
                          <a:effectLst/>
                          <a:latin typeface="Aptos Narrow"/>
                        </a:rPr>
                        <a:t>Audio Amplify</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Ivan, Vincent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N/A , within codec (RVP)</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CLASS_D_AMP,NA,CS35L63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215C98"/>
                          </a:solidFill>
                          <a:effectLst/>
                          <a:latin typeface="Aptos Narrow"/>
                        </a:rPr>
                        <a:t>Planned use Cirrus CS35L63</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Same as BEP, low risk. </a:t>
                      </a:r>
                    </a:p>
                    <a:p>
                      <a:pPr algn="l" fontAlgn="b"/>
                      <a:r>
                        <a:rPr lang="en-US" sz="800" b="1" i="0" u="none" strike="noStrike">
                          <a:solidFill>
                            <a:srgbClr val="0070C0"/>
                          </a:solidFill>
                          <a:effectLst/>
                          <a:latin typeface="Aptos Narrow"/>
                        </a:rPr>
                        <a:t>10/25: Under investigation by Dell. Not POR yet.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3447059692"/>
                  </a:ext>
                </a:extLst>
              </a:tr>
              <a:tr h="253673">
                <a:tc>
                  <a:txBody>
                    <a:bodyPr/>
                    <a:lstStyle/>
                    <a:p>
                      <a:pPr algn="ctr" fontAlgn="b"/>
                      <a:r>
                        <a:rPr lang="en-US" sz="800" b="0" i="0" u="none" strike="noStrike">
                          <a:solidFill>
                            <a:srgbClr val="000000"/>
                          </a:solidFill>
                          <a:effectLst/>
                          <a:latin typeface="Aptos Narrow"/>
                        </a:rPr>
                        <a:t>BIOS Flash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Macronix 64MB</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GigaDevice GD25LB512MEYIGR 64MB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Winbond W25R512NWEIQ</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3668067"/>
                  </a:ext>
                </a:extLst>
              </a:tr>
              <a:tr h="137709">
                <a:tc>
                  <a:txBody>
                    <a:bodyPr/>
                    <a:lstStyle/>
                    <a:p>
                      <a:pPr algn="ctr" fontAlgn="b"/>
                      <a:r>
                        <a:rPr lang="en-US" sz="800" b="0" i="0" u="none" strike="noStrike">
                          <a:solidFill>
                            <a:srgbClr val="000000"/>
                          </a:solidFill>
                          <a:effectLst/>
                          <a:latin typeface="Aptos Narrow"/>
                        </a:rPr>
                        <a:t>DDS Switch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0062091"/>
                  </a:ext>
                </a:extLst>
              </a:tr>
              <a:tr h="137709">
                <a:tc>
                  <a:txBody>
                    <a:bodyPr/>
                    <a:lstStyle/>
                    <a:p>
                      <a:pPr algn="ctr" fontAlgn="b"/>
                      <a:r>
                        <a:rPr lang="en-US" sz="800" b="0" i="0" u="none" strike="noStrike">
                          <a:solidFill>
                            <a:srgbClr val="000000"/>
                          </a:solidFill>
                          <a:effectLst/>
                          <a:latin typeface="Aptos Narrow"/>
                        </a:rPr>
                        <a:t>HDMI Pcon</a:t>
                      </a:r>
                      <a:endParaRPr lang="en-US" sz="8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0465091"/>
                  </a:ext>
                </a:extLst>
              </a:tr>
              <a:tr h="369636">
                <a:tc>
                  <a:txBody>
                    <a:bodyPr/>
                    <a:lstStyle/>
                    <a:p>
                      <a:pPr algn="ctr" fontAlgn="b"/>
                      <a:r>
                        <a:rPr lang="en-US" sz="800" b="0" i="0" u="none" strike="noStrike">
                          <a:solidFill>
                            <a:srgbClr val="000000"/>
                          </a:solidFill>
                          <a:effectLst/>
                          <a:latin typeface="Aptos Narrow"/>
                        </a:rPr>
                        <a:t>DP Redriver</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DP Retimer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Ethan help power</a:t>
                      </a:r>
                    </a:p>
                    <a:p>
                      <a:pPr algn="ctr" fontAlgn="b"/>
                      <a:r>
                        <a:rPr lang="en-US" sz="800" b="0" i="0" u="none" strike="noStrike">
                          <a:solidFill>
                            <a:srgbClr val="000000"/>
                          </a:solidFill>
                          <a:effectLst/>
                          <a:latin typeface="Aptos Narrow"/>
                        </a:rPr>
                        <a:t>Antonio check with Lyndon</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no DP redriver/retimer</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PS8419(retimer , for HDMI)</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PS8219(redriver, for HDMI)</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a:rPr>
                        <a:t>Parade PS8210</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US" sz="800" b="0" i="0" u="none" strike="noStrike">
                          <a:solidFill>
                            <a:schemeClr val="tx1"/>
                          </a:solidFill>
                          <a:effectLst/>
                          <a:latin typeface="Aptos Narrow"/>
                        </a:rPr>
                        <a:t>PS8210 (HDMI 2.0 redriver) have impleent in pre-gen Dell designs, which is pin-to-pin with PS8219 (HDMI2.1 redriver) and PS8419 (HDMI2.1 retimer). Need to check PS8210 vs 8419/8219 difference from function, power perspective.</a:t>
                      </a:r>
                    </a:p>
                    <a:p>
                      <a:pPr algn="l" fontAlgn="b"/>
                      <a:r>
                        <a:rPr lang="en-US" sz="800" b="1" i="0" u="none" strike="noStrike">
                          <a:solidFill>
                            <a:srgbClr val="0070C0"/>
                          </a:solidFill>
                          <a:effectLst/>
                          <a:latin typeface="Aptos Narrow"/>
                        </a:rPr>
                        <a:t>10/25: Leverage Gen16, Dell feedback it’s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1733360713"/>
                  </a:ext>
                </a:extLst>
              </a:tr>
              <a:tr h="253673">
                <a:tc>
                  <a:txBody>
                    <a:bodyPr/>
                    <a:lstStyle/>
                    <a:p>
                      <a:pPr algn="ctr" fontAlgn="b"/>
                      <a:r>
                        <a:rPr lang="en-US" sz="800" b="0" i="0" u="none" strike="noStrike">
                          <a:solidFill>
                            <a:srgbClr val="000000"/>
                          </a:solidFill>
                          <a:effectLst/>
                          <a:latin typeface="Aptos Narrow"/>
                        </a:rPr>
                        <a:t>PCIE Redriver</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PCIE Retimer</a:t>
                      </a:r>
                      <a:endParaRPr lang="en-US" sz="8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5317973"/>
                  </a:ext>
                </a:extLst>
              </a:tr>
              <a:tr h="128456">
                <a:tc>
                  <a:txBody>
                    <a:bodyPr/>
                    <a:lstStyle/>
                    <a:p>
                      <a:pPr algn="ctr" fontAlgn="b"/>
                      <a:r>
                        <a:rPr lang="en-US" sz="800" b="0" i="0" u="none" strike="noStrike">
                          <a:solidFill>
                            <a:srgbClr val="000000"/>
                          </a:solidFill>
                          <a:effectLst/>
                          <a:latin typeface="Aptos Narrow"/>
                        </a:rPr>
                        <a:t>Discrete TBT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Barlow Ridge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9992952"/>
                  </a:ext>
                </a:extLst>
              </a:tr>
              <a:tr h="137709">
                <a:tc>
                  <a:txBody>
                    <a:bodyPr/>
                    <a:lstStyle/>
                    <a:p>
                      <a:pPr algn="ctr" fontAlgn="b"/>
                      <a:r>
                        <a:rPr lang="en-US" sz="800" b="0" i="0" u="none" strike="noStrike">
                          <a:solidFill>
                            <a:srgbClr val="000000"/>
                          </a:solidFill>
                          <a:effectLst/>
                          <a:latin typeface="Aptos Narrow"/>
                        </a:rPr>
                        <a:t>TBT Retimer</a:t>
                      </a:r>
                      <a:endParaRPr lang="en-US" sz="8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HBR(RVP, AEP)  , GBR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HBR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Same as RVP,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523388833"/>
                  </a:ext>
                </a:extLst>
              </a:tr>
              <a:tr h="253673">
                <a:tc>
                  <a:txBody>
                    <a:bodyPr/>
                    <a:lstStyle/>
                    <a:p>
                      <a:pPr algn="ctr" fontAlgn="b"/>
                      <a:r>
                        <a:rPr lang="en-US" sz="800" b="0" i="0" u="none" strike="noStrike">
                          <a:solidFill>
                            <a:srgbClr val="000000"/>
                          </a:solidFill>
                          <a:effectLst/>
                          <a:latin typeface="Aptos Narrow"/>
                        </a:rPr>
                        <a:t>PD Controller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Kent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CYPD6229(RVP) ; </a:t>
                      </a:r>
                      <a:r>
                        <a:rPr lang="en-US" sz="800" b="0" i="0" u="none" strike="noStrike">
                          <a:solidFill>
                            <a:srgbClr val="FF0000"/>
                          </a:solidFill>
                          <a:effectLst/>
                          <a:latin typeface="Aptos Narrow"/>
                        </a:rPr>
                        <a:t>TPS66994 (AEP);</a:t>
                      </a:r>
                      <a:r>
                        <a:rPr lang="en-US" sz="800" b="0" i="0" u="none" strike="noStrike">
                          <a:solidFill>
                            <a:srgbClr val="000000"/>
                          </a:solidFill>
                          <a:effectLst/>
                          <a:latin typeface="Aptos Narrow"/>
                        </a:rPr>
                        <a:t> RTS5453P-28(RVP)</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GBR(BEP)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TI TPS66994E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Same as AEP,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895989801"/>
                  </a:ext>
                </a:extLst>
              </a:tr>
              <a:tr h="253673">
                <a:tc>
                  <a:txBody>
                    <a:bodyPr/>
                    <a:lstStyle/>
                    <a:p>
                      <a:pPr algn="ctr" fontAlgn="b"/>
                      <a:r>
                        <a:rPr lang="en-US" sz="800" b="0" i="0" u="none" strike="noStrike">
                          <a:solidFill>
                            <a:srgbClr val="000000"/>
                          </a:solidFill>
                          <a:effectLst/>
                          <a:latin typeface="Aptos Narrow"/>
                        </a:rPr>
                        <a:t>USB3.2 Gen2 </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Retimer</a:t>
                      </a:r>
                      <a:endParaRPr lang="en-US" sz="8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Doides PI3EQX1004E2ZTFEX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3815059"/>
                  </a:ext>
                </a:extLst>
              </a:tr>
              <a:tr h="253673">
                <a:tc>
                  <a:txBody>
                    <a:bodyPr/>
                    <a:lstStyle/>
                    <a:p>
                      <a:pPr algn="ctr" fontAlgn="b"/>
                      <a:r>
                        <a:rPr lang="en-US" sz="800" b="0" i="0" u="none" strike="noStrike">
                          <a:solidFill>
                            <a:srgbClr val="000000"/>
                          </a:solidFill>
                          <a:effectLst/>
                          <a:latin typeface="Aptos Narrow"/>
                        </a:rPr>
                        <a:t>USB3 Retimer</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USB3 Redriver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Ethan Hsu to help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Diodes PI3EQX1002E redriver  (RVP)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a:rPr>
                        <a:t>TI TUSB522PIRGER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US" sz="800" b="0" i="0" u="none" strike="noStrike">
                          <a:solidFill>
                            <a:schemeClr val="tx1"/>
                          </a:solidFill>
                          <a:effectLst/>
                          <a:latin typeface="Aptos Narrow"/>
                        </a:rPr>
                        <a:t>Need to check TI retimer power consumption</a:t>
                      </a:r>
                    </a:p>
                    <a:p>
                      <a:pPr marL="0" marR="0" lvl="0" indent="0" algn="l" defTabSz="914400" rtl="0" eaLnBrk="1" fontAlgn="b" latinLnBrk="0" hangingPunct="1">
                        <a:lnSpc>
                          <a:spcPct val="100000"/>
                        </a:lnSpc>
                        <a:spcBef>
                          <a:spcPts val="0"/>
                        </a:spcBef>
                        <a:spcAft>
                          <a:spcPts val="0"/>
                        </a:spcAft>
                        <a:buClrTx/>
                        <a:buSzTx/>
                        <a:buFontTx/>
                        <a:buNone/>
                        <a:tabLst/>
                        <a:defRPr/>
                      </a:pPr>
                      <a:r>
                        <a:rPr lang="en-US" sz="800" b="1" i="0" u="none" strike="noStrike">
                          <a:solidFill>
                            <a:srgbClr val="0070C0"/>
                          </a:solidFill>
                          <a:effectLst/>
                          <a:latin typeface="Aptos Narrow"/>
                        </a:rPr>
                        <a:t>10/25: Leverage Gen16, Dell feedback it’s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87134404"/>
                  </a:ext>
                </a:extLst>
              </a:tr>
              <a:tr h="137709">
                <a:tc>
                  <a:txBody>
                    <a:bodyPr/>
                    <a:lstStyle/>
                    <a:p>
                      <a:pPr algn="ctr" fontAlgn="b"/>
                      <a:r>
                        <a:rPr lang="en-US" sz="800" b="0" i="0" u="none" strike="noStrike">
                          <a:solidFill>
                            <a:srgbClr val="000000"/>
                          </a:solidFill>
                          <a:effectLst/>
                          <a:latin typeface="Aptos Narrow"/>
                        </a:rPr>
                        <a:t>USB2 Redriver</a:t>
                      </a:r>
                      <a:endParaRPr lang="en-US" sz="8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TUSB212IRWBR(AEP , BEP-reserved)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TUSB212IRWBR(reserved)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800" b="0" i="0" u="none" strike="noStrike">
                          <a:solidFill>
                            <a:schemeClr val="tx1"/>
                          </a:solidFill>
                          <a:effectLst/>
                          <a:latin typeface="Aptos Narrow"/>
                        </a:rPr>
                        <a:t>Same as xEP,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22582764"/>
                  </a:ext>
                </a:extLst>
              </a:tr>
              <a:tr h="253673">
                <a:tc>
                  <a:txBody>
                    <a:bodyPr/>
                    <a:lstStyle/>
                    <a:p>
                      <a:pPr algn="ctr" fontAlgn="b"/>
                      <a:r>
                        <a:rPr lang="en-US" sz="800" b="0" i="0" u="none" strike="noStrike">
                          <a:solidFill>
                            <a:srgbClr val="000000"/>
                          </a:solidFill>
                          <a:effectLst/>
                          <a:latin typeface="Aptos Narrow"/>
                        </a:rPr>
                        <a:t>Discrete TPM</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Ethan Hsu to help comment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Infineon SLB9672VQ 2.0 (RVP, AEP, BEP)</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Nations Tech Z32H330TC(RVP)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FF0000"/>
                          </a:solidFill>
                          <a:effectLst/>
                          <a:latin typeface="Aptos Narrow"/>
                        </a:rPr>
                        <a:t>STMicro ST33HTPH2X32AHE4</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chemeClr val="tx1"/>
                          </a:solidFill>
                          <a:effectLst/>
                          <a:latin typeface="Aptos Narrow"/>
                        </a:rPr>
                        <a:t>Need to check TPM power consumption</a:t>
                      </a:r>
                    </a:p>
                    <a:p>
                      <a:pPr algn="l" fontAlgn="b"/>
                      <a:r>
                        <a:rPr lang="en-US" sz="800" b="1" i="0" u="none" strike="noStrike">
                          <a:solidFill>
                            <a:srgbClr val="0070C0"/>
                          </a:solidFill>
                          <a:effectLst/>
                          <a:latin typeface="Aptos Narrow"/>
                        </a:rPr>
                        <a:t>10/25: Has used for many gen, Dell feedback it’s low risk</a:t>
                      </a:r>
                      <a:endParaRPr lang="en-US" sz="800" b="0" i="0" u="none" strike="noStrike">
                        <a:solidFill>
                          <a:srgbClr val="0070C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2663906609"/>
                  </a:ext>
                </a:extLst>
              </a:tr>
              <a:tr h="137709">
                <a:tc>
                  <a:txBody>
                    <a:bodyPr/>
                    <a:lstStyle/>
                    <a:p>
                      <a:pPr algn="ctr" fontAlgn="b"/>
                      <a:r>
                        <a:rPr lang="en-US" sz="800" b="0" i="0" u="none" strike="noStrike">
                          <a:solidFill>
                            <a:srgbClr val="000000"/>
                          </a:solidFill>
                          <a:effectLst/>
                          <a:latin typeface="Aptos Narrow"/>
                        </a:rPr>
                        <a:t>Card Reader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BayHub BH770GG7(AEP)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8671468"/>
                  </a:ext>
                </a:extLst>
              </a:tr>
              <a:tr h="160461">
                <a:tc>
                  <a:txBody>
                    <a:bodyPr/>
                    <a:lstStyle/>
                    <a:p>
                      <a:pPr algn="ctr" fontAlgn="b"/>
                      <a:r>
                        <a:rPr lang="en-US" sz="800" b="0" i="0" u="none" strike="noStrike">
                          <a:solidFill>
                            <a:srgbClr val="000000"/>
                          </a:solidFill>
                          <a:effectLst/>
                          <a:latin typeface="Aptos Narrow"/>
                        </a:rPr>
                        <a:t>eDP Panel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CY Liang, Alfred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8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Non-TCON+ on LW panels</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endParaRPr lang="en-US" sz="8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3525851"/>
                  </a:ext>
                </a:extLst>
              </a:tr>
              <a:tr h="137709">
                <a:tc>
                  <a:txBody>
                    <a:bodyPr/>
                    <a:lstStyle/>
                    <a:p>
                      <a:pPr algn="ctr" fontAlgn="b"/>
                      <a:r>
                        <a:rPr lang="en-US" sz="800" b="0" i="0" u="none" strike="noStrike">
                          <a:solidFill>
                            <a:srgbClr val="000000"/>
                          </a:solidFill>
                          <a:effectLst/>
                          <a:latin typeface="Aptos Narrow"/>
                        </a:rPr>
                        <a:t>PCB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HW team</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T3 or T4, 6L or 8L or 10 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Type-3, 10L, Premium Mid-loss EM390 equivalent material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US" sz="800" b="0" i="0" u="none" strike="noStrike">
                          <a:solidFill>
                            <a:schemeClr val="tx1"/>
                          </a:solidFill>
                          <a:effectLst/>
                          <a:latin typeface="Aptos Narrow"/>
                        </a:rPr>
                        <a:t>Low risk, Dell consider 8L,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796831092"/>
                  </a:ext>
                </a:extLst>
              </a:tr>
              <a:tr h="203505">
                <a:tc>
                  <a:txBody>
                    <a:bodyPr/>
                    <a:lstStyle/>
                    <a:p>
                      <a:pPr algn="ctr" fontAlgn="b"/>
                      <a:r>
                        <a:rPr lang="en-US" sz="800" b="0" i="0" u="none" strike="noStrike" dirty="0">
                          <a:solidFill>
                            <a:srgbClr val="000000"/>
                          </a:solidFill>
                          <a:effectLst/>
                          <a:latin typeface="Aptos Narrow"/>
                        </a:rPr>
                        <a:t>Storage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dirty="0">
                          <a:solidFill>
                            <a:srgbClr val="000000"/>
                          </a:solidFill>
                          <a:effectLst/>
                          <a:latin typeface="Aptos Narrow"/>
                        </a:rPr>
                        <a:t>Ethan Hsu recommend Gen4</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dirty="0">
                          <a:solidFill>
                            <a:srgbClr val="000000"/>
                          </a:solidFill>
                          <a:effectLst/>
                          <a:latin typeface="Aptos Narrow"/>
                        </a:rPr>
                        <a:t>Gen4 </a:t>
                      </a:r>
                      <a:r>
                        <a:rPr lang="en-US" sz="800" b="0" i="0" u="none" strike="noStrike" dirty="0" err="1">
                          <a:solidFill>
                            <a:srgbClr val="000000"/>
                          </a:solidFill>
                          <a:effectLst/>
                          <a:latin typeface="Aptos Narrow"/>
                        </a:rPr>
                        <a:t>NVMe</a:t>
                      </a:r>
                      <a:r>
                        <a:rPr lang="en-US" sz="800" b="0" i="0" u="none" strike="noStrike" dirty="0">
                          <a:solidFill>
                            <a:srgbClr val="000000"/>
                          </a:solidFill>
                          <a:effectLst/>
                          <a:latin typeface="Aptos Narrow"/>
                        </a:rPr>
                        <a:t> WD SN810 CS-512GB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dirty="0">
                          <a:solidFill>
                            <a:srgbClr val="215C98"/>
                          </a:solidFill>
                          <a:effectLst/>
                          <a:latin typeface="Aptos Narrow"/>
                        </a:rPr>
                        <a:t>M.2 2280 SSD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dirty="0">
                          <a:solidFill>
                            <a:schemeClr val="tx1"/>
                          </a:solidFill>
                          <a:effectLst/>
                          <a:latin typeface="Aptos Narrow"/>
                        </a:rPr>
                        <a:t>Need to check whether Gen4/5 SSD and get SSD P/N</a:t>
                      </a:r>
                    </a:p>
                    <a:p>
                      <a:pPr algn="l" fontAlgn="b"/>
                      <a:r>
                        <a:rPr lang="en-US" sz="800" b="1" i="0" u="none" strike="noStrike" dirty="0">
                          <a:solidFill>
                            <a:srgbClr val="0070C0"/>
                          </a:solidFill>
                          <a:effectLst/>
                          <a:latin typeface="Aptos Narrow"/>
                        </a:rPr>
                        <a:t>10/25: H484 SKU is Gen5 only.  Need Dell to check with vendor to provide power data and evaluate thermal solution data. H404 SKU is Gen5 controller + Gen4 SSD; power data from </a:t>
                      </a:r>
                      <a:r>
                        <a:rPr lang="en-US" sz="800" b="1" i="0" u="none" strike="noStrike" dirty="0" err="1">
                          <a:solidFill>
                            <a:srgbClr val="0070C0"/>
                          </a:solidFill>
                          <a:effectLst/>
                          <a:latin typeface="Aptos Narrow"/>
                        </a:rPr>
                        <a:t>Tributo</a:t>
                      </a:r>
                      <a:r>
                        <a:rPr lang="en-US" sz="800" b="1" i="0" u="none" strike="noStrike" dirty="0">
                          <a:solidFill>
                            <a:srgbClr val="0070C0"/>
                          </a:solidFill>
                          <a:effectLst/>
                          <a:latin typeface="Aptos Narrow"/>
                        </a:rPr>
                        <a:t> is ok.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779406696"/>
                  </a:ext>
                </a:extLst>
              </a:tr>
              <a:tr h="253673">
                <a:tc>
                  <a:txBody>
                    <a:bodyPr/>
                    <a:lstStyle/>
                    <a:p>
                      <a:pPr algn="ctr" fontAlgn="b"/>
                      <a:r>
                        <a:rPr lang="en-US" sz="800" b="0" i="0" u="none" strike="noStrike">
                          <a:solidFill>
                            <a:srgbClr val="000000"/>
                          </a:solidFill>
                          <a:effectLst/>
                          <a:latin typeface="Aptos Narrow"/>
                        </a:rPr>
                        <a:t>Charger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Terry</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a:solidFill>
                            <a:srgbClr val="000000"/>
                          </a:solidFill>
                          <a:effectLst/>
                          <a:latin typeface="Aptos Narrow"/>
                        </a:rPr>
                        <a:t>RAA489110ARGNP(RVP, AEP)</a:t>
                      </a:r>
                      <a:br>
                        <a:rPr lang="en-US" sz="800" b="0" i="0" u="none" strike="noStrike">
                          <a:solidFill>
                            <a:srgbClr val="000000"/>
                          </a:solidFill>
                          <a:effectLst/>
                          <a:latin typeface="Aptos Narrow"/>
                        </a:rPr>
                      </a:br>
                      <a:r>
                        <a:rPr lang="en-US" sz="800" b="0" i="0" u="none" strike="noStrike">
                          <a:solidFill>
                            <a:srgbClr val="000000"/>
                          </a:solidFill>
                          <a:effectLst/>
                          <a:latin typeface="Aptos Narrow"/>
                        </a:rPr>
                        <a:t> SC8885SQDER(BEP)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800" b="0" i="0" u="none" strike="noStrike" dirty="0">
                          <a:solidFill>
                            <a:srgbClr val="000000"/>
                          </a:solidFill>
                          <a:effectLst/>
                          <a:latin typeface="Aptos Narrow"/>
                        </a:rPr>
                        <a:t>RENESAS</a:t>
                      </a:r>
                      <a:br>
                        <a:rPr lang="en-US" sz="800" b="0" i="0" u="none" strike="noStrike" dirty="0">
                          <a:solidFill>
                            <a:srgbClr val="000000"/>
                          </a:solidFill>
                          <a:effectLst/>
                          <a:latin typeface="Aptos Narrow"/>
                        </a:rPr>
                      </a:br>
                      <a:r>
                        <a:rPr lang="en-US" sz="800" b="0" i="0" u="none" strike="noStrike" dirty="0">
                          <a:solidFill>
                            <a:srgbClr val="000000"/>
                          </a:solidFill>
                          <a:effectLst/>
                          <a:latin typeface="Aptos Narrow"/>
                        </a:rPr>
                        <a:t>ISL9538CHRTZ-T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accent1">
                        <a:lumMod val="20000"/>
                        <a:lumOff val="80000"/>
                      </a:schemeClr>
                    </a:solidFill>
                  </a:tcPr>
                </a:tc>
                <a:tc>
                  <a:txBody>
                    <a:bodyPr/>
                    <a:lstStyle/>
                    <a:p>
                      <a:pPr algn="ctr" fontAlgn="b"/>
                      <a:r>
                        <a:rPr lang="en-US" sz="800" b="0" i="0" u="none" strike="noStrike" dirty="0">
                          <a:solidFill>
                            <a:schemeClr val="tx1"/>
                          </a:solidFill>
                          <a:effectLst/>
                          <a:latin typeface="Aptos Narrow"/>
                        </a:rPr>
                        <a:t>Not the same as </a:t>
                      </a:r>
                      <a:r>
                        <a:rPr lang="en-US" sz="800" b="0" i="0" u="none" strike="noStrike" dirty="0" err="1">
                          <a:solidFill>
                            <a:schemeClr val="tx1"/>
                          </a:solidFill>
                          <a:effectLst/>
                          <a:latin typeface="Aptos Narrow"/>
                        </a:rPr>
                        <a:t>RVP,xEP</a:t>
                      </a:r>
                      <a:r>
                        <a:rPr lang="en-US" sz="800" b="0" i="0" u="none" strike="noStrike" dirty="0">
                          <a:solidFill>
                            <a:schemeClr val="tx1"/>
                          </a:solidFill>
                          <a:effectLst/>
                          <a:latin typeface="Aptos Narrow"/>
                        </a:rPr>
                        <a:t>, the power consumption of ISL9538 is the same as RAA489110, low risk</a:t>
                      </a:r>
                      <a:endParaRPr lang="en-US" sz="800" b="0" i="0" u="none" strike="noStrike" dirty="0">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498611769"/>
                  </a:ext>
                </a:extLst>
              </a:tr>
            </a:tbl>
          </a:graphicData>
        </a:graphic>
      </p:graphicFrame>
      <p:sp>
        <p:nvSpPr>
          <p:cNvPr id="5" name="TextBox 4">
            <a:extLst>
              <a:ext uri="{FF2B5EF4-FFF2-40B4-BE49-F238E27FC236}">
                <a16:creationId xmlns:a16="http://schemas.microsoft.com/office/drawing/2014/main" id="{4F388C07-3CA2-AFAA-4830-D8EE8951AEB8}"/>
              </a:ext>
            </a:extLst>
          </p:cNvPr>
          <p:cNvSpPr txBox="1"/>
          <p:nvPr/>
        </p:nvSpPr>
        <p:spPr>
          <a:xfrm>
            <a:off x="4745734" y="-54864"/>
            <a:ext cx="33741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PTL Designs BOM - </a:t>
            </a:r>
            <a:r>
              <a:rPr kumimoji="0" lang="en-US" sz="1800" b="0" i="0" u="none" strike="noStrike" kern="1200" cap="none" spc="0" normalizeH="0" baseline="0" noProof="0" err="1">
                <a:ln>
                  <a:noFill/>
                </a:ln>
                <a:solidFill>
                  <a:prstClr val="black"/>
                </a:solidFill>
                <a:effectLst/>
                <a:uLnTx/>
                <a:uFillTx/>
                <a:latin typeface="Aptos" panose="02110004020202020204"/>
                <a:ea typeface="+mn-ea"/>
                <a:cs typeface="+mn-cs"/>
              </a:rPr>
              <a:t>Taroko</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 </a:t>
            </a:r>
          </a:p>
        </p:txBody>
      </p:sp>
    </p:spTree>
    <p:extLst>
      <p:ext uri="{BB962C8B-B14F-4D97-AF65-F5344CB8AC3E}">
        <p14:creationId xmlns:p14="http://schemas.microsoft.com/office/powerpoint/2010/main" val="1639878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E17BD-CE41-9F90-24CE-36C07E9AB66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50D7254-9016-0254-ECB7-8C31E5CD885A}"/>
              </a:ext>
            </a:extLst>
          </p:cNvPr>
          <p:cNvSpPr txBox="1"/>
          <p:nvPr/>
        </p:nvSpPr>
        <p:spPr>
          <a:xfrm>
            <a:off x="4745734" y="-54864"/>
            <a:ext cx="33741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PTL Designs BOM - </a:t>
            </a:r>
            <a:r>
              <a:rPr lang="en-US" sz="1800" kern="1200">
                <a:solidFill>
                  <a:prstClr val="black"/>
                </a:solidFill>
                <a:latin typeface="Aptos" panose="02110004020202020204"/>
              </a:rPr>
              <a:t>Bolan</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 </a:t>
            </a:r>
          </a:p>
        </p:txBody>
      </p:sp>
      <p:graphicFrame>
        <p:nvGraphicFramePr>
          <p:cNvPr id="2" name="Table 1">
            <a:extLst>
              <a:ext uri="{FF2B5EF4-FFF2-40B4-BE49-F238E27FC236}">
                <a16:creationId xmlns:a16="http://schemas.microsoft.com/office/drawing/2014/main" id="{183146DF-4E22-831E-8A05-5A52C9892C04}"/>
              </a:ext>
            </a:extLst>
          </p:cNvPr>
          <p:cNvGraphicFramePr>
            <a:graphicFrameLocks noGrp="1"/>
          </p:cNvGraphicFramePr>
          <p:nvPr>
            <p:extLst>
              <p:ext uri="{D42A27DB-BD31-4B8C-83A1-F6EECF244321}">
                <p14:modId xmlns:p14="http://schemas.microsoft.com/office/powerpoint/2010/main" val="509255544"/>
              </p:ext>
            </p:extLst>
          </p:nvPr>
        </p:nvGraphicFramePr>
        <p:xfrm>
          <a:off x="212970" y="253104"/>
          <a:ext cx="11633529" cy="9273325"/>
        </p:xfrm>
        <a:graphic>
          <a:graphicData uri="http://schemas.openxmlformats.org/drawingml/2006/table">
            <a:tbl>
              <a:tblPr>
                <a:tableStyleId>{5940675A-B579-460E-94D1-54222C63F5DA}</a:tableStyleId>
              </a:tblPr>
              <a:tblGrid>
                <a:gridCol w="1415722">
                  <a:extLst>
                    <a:ext uri="{9D8B030D-6E8A-4147-A177-3AD203B41FA5}">
                      <a16:colId xmlns:a16="http://schemas.microsoft.com/office/drawing/2014/main" val="1854465399"/>
                    </a:ext>
                  </a:extLst>
                </a:gridCol>
                <a:gridCol w="2609753">
                  <a:extLst>
                    <a:ext uri="{9D8B030D-6E8A-4147-A177-3AD203B41FA5}">
                      <a16:colId xmlns:a16="http://schemas.microsoft.com/office/drawing/2014/main" val="4198560635"/>
                    </a:ext>
                  </a:extLst>
                </a:gridCol>
                <a:gridCol w="3203276">
                  <a:extLst>
                    <a:ext uri="{9D8B030D-6E8A-4147-A177-3AD203B41FA5}">
                      <a16:colId xmlns:a16="http://schemas.microsoft.com/office/drawing/2014/main" val="4259054444"/>
                    </a:ext>
                  </a:extLst>
                </a:gridCol>
                <a:gridCol w="4404778">
                  <a:extLst>
                    <a:ext uri="{9D8B030D-6E8A-4147-A177-3AD203B41FA5}">
                      <a16:colId xmlns:a16="http://schemas.microsoft.com/office/drawing/2014/main" val="24810897"/>
                    </a:ext>
                  </a:extLst>
                </a:gridCol>
              </a:tblGrid>
              <a:tr h="251332">
                <a:tc>
                  <a:txBody>
                    <a:bodyPr/>
                    <a:lstStyle/>
                    <a:p>
                      <a:endParaRPr lang="en-US" sz="800">
                        <a:effectLst/>
                        <a:latin typeface="+mn-lt"/>
                      </a:endParaRPr>
                    </a:p>
                  </a:txBody>
                  <a:tcPr marL="2069" marR="2069" marT="2069" marB="10047" anchor="ctr"/>
                </a:tc>
                <a:tc>
                  <a:txBody>
                    <a:bodyPr/>
                    <a:lstStyle/>
                    <a:p>
                      <a:pPr marL="0" marR="0">
                        <a:buNone/>
                      </a:pPr>
                      <a:r>
                        <a:rPr lang="en-US" sz="800">
                          <a:effectLst/>
                          <a:latin typeface="+mn-lt"/>
                        </a:rPr>
                        <a:t>RVP, BEP, AEP</a:t>
                      </a:r>
                      <a:endParaRPr lang="en-US" sz="800">
                        <a:effectLst/>
                        <a:latin typeface="+mn-lt"/>
                        <a:ea typeface="PMingLiU" panose="02020500000000000000" pitchFamily="18" charset="-120"/>
                        <a:cs typeface="Aptos" panose="020B0004020202020204" pitchFamily="34" charset="0"/>
                      </a:endParaRPr>
                    </a:p>
                  </a:txBody>
                  <a:tcPr marL="2069" marR="2069" marT="2069" marB="10047" anchor="ctr"/>
                </a:tc>
                <a:tc>
                  <a:txBody>
                    <a:bodyPr/>
                    <a:lstStyle/>
                    <a:p>
                      <a:pPr marL="0" marR="0">
                        <a:buNone/>
                      </a:pPr>
                      <a:r>
                        <a:rPr lang="en-US" sz="800">
                          <a:effectLst/>
                          <a:latin typeface="+mn-lt"/>
                        </a:rPr>
                        <a:t>Dell Pro Premium</a:t>
                      </a:r>
                      <a:br>
                        <a:rPr lang="en-US" sz="800">
                          <a:effectLst/>
                          <a:latin typeface="+mn-lt"/>
                        </a:rPr>
                      </a:br>
                      <a:r>
                        <a:rPr lang="en-US" sz="800">
                          <a:effectLst/>
                          <a:latin typeface="+mn-lt"/>
                        </a:rPr>
                        <a:t>Bolan - PTL</a:t>
                      </a:r>
                      <a:endParaRPr lang="en-US" sz="800">
                        <a:effectLst/>
                        <a:latin typeface="+mn-lt"/>
                        <a:ea typeface="PMingLiU" panose="02020500000000000000" pitchFamily="18" charset="-120"/>
                        <a:cs typeface="Aptos" panose="020B0004020202020204" pitchFamily="34" charset="0"/>
                      </a:endParaRPr>
                    </a:p>
                  </a:txBody>
                  <a:tcPr marL="2069" marR="2069" marT="2069" marB="10047" anchor="ctr"/>
                </a:tc>
                <a:tc>
                  <a:txBody>
                    <a:bodyPr/>
                    <a:lstStyle/>
                    <a:p>
                      <a:pPr lvl="0" algn="l">
                        <a:lnSpc>
                          <a:spcPct val="100000"/>
                        </a:lnSpc>
                        <a:spcBef>
                          <a:spcPts val="0"/>
                        </a:spcBef>
                        <a:spcAft>
                          <a:spcPts val="0"/>
                        </a:spcAft>
                        <a:buNone/>
                      </a:pPr>
                      <a:r>
                        <a:rPr lang="en-US" sz="800" b="0" i="0" u="none" strike="noStrike" noProof="0">
                          <a:solidFill>
                            <a:srgbClr val="000000"/>
                          </a:solidFill>
                          <a:effectLst/>
                          <a:latin typeface="Aptos"/>
                        </a:rPr>
                        <a:t>Risk Assessment &amp; Recommendation &amp; Note</a:t>
                      </a:r>
                      <a:endParaRPr lang="en-US"/>
                    </a:p>
                    <a:p>
                      <a:pPr marL="0" marR="0" lvl="0">
                        <a:buNone/>
                      </a:pPr>
                      <a:endParaRPr lang="en-US" sz="800">
                        <a:effectLst/>
                        <a:latin typeface="+mn-lt"/>
                      </a:endParaRPr>
                    </a:p>
                  </a:txBody>
                  <a:tcPr marL="2069" marR="2069" marT="2069" marB="10047" anchor="ctr"/>
                </a:tc>
                <a:extLst>
                  <a:ext uri="{0D108BD9-81ED-4DB2-BD59-A6C34878D82A}">
                    <a16:rowId xmlns:a16="http://schemas.microsoft.com/office/drawing/2014/main" val="1117546706"/>
                  </a:ext>
                </a:extLst>
              </a:tr>
              <a:tr h="131615">
                <a:tc>
                  <a:txBody>
                    <a:bodyPr/>
                    <a:lstStyle/>
                    <a:p>
                      <a:pPr marL="0" marR="0">
                        <a:buNone/>
                      </a:pPr>
                      <a:r>
                        <a:rPr lang="en-US" sz="800">
                          <a:effectLst/>
                          <a:latin typeface="+mn-lt"/>
                        </a:rPr>
                        <a:t>SOC</a:t>
                      </a:r>
                      <a:endParaRPr lang="en-US" sz="800">
                        <a:effectLst/>
                        <a:latin typeface="+mn-lt"/>
                        <a:ea typeface="PMingLiU" panose="02020500000000000000" pitchFamily="18" charset="-120"/>
                        <a:cs typeface="Aptos" panose="020B0004020202020204" pitchFamily="34" charset="0"/>
                      </a:endParaRPr>
                    </a:p>
                  </a:txBody>
                  <a:tcPr marL="2069" marR="2069" marT="2069" marB="10047" anchor="ctr"/>
                </a:tc>
                <a:tc>
                  <a:txBody>
                    <a:bodyPr/>
                    <a:lstStyle/>
                    <a:p>
                      <a:pPr marL="0" marR="0">
                        <a:buNone/>
                      </a:pPr>
                      <a:r>
                        <a:rPr lang="en-US" sz="800">
                          <a:effectLst/>
                          <a:latin typeface="+mn-lt"/>
                        </a:rPr>
                        <a:t>Replaceable</a:t>
                      </a:r>
                      <a:endParaRPr lang="en-US" sz="800">
                        <a:effectLst/>
                        <a:latin typeface="+mn-lt"/>
                        <a:ea typeface="PMingLiU" panose="02020500000000000000" pitchFamily="18" charset="-120"/>
                        <a:cs typeface="Aptos" panose="020B0004020202020204" pitchFamily="34" charset="0"/>
                      </a:endParaRPr>
                    </a:p>
                  </a:txBody>
                  <a:tcPr marL="2069" marR="2069" marT="2069" marB="10047" anchor="ctr"/>
                </a:tc>
                <a:tc>
                  <a:txBody>
                    <a:bodyPr/>
                    <a:lstStyle/>
                    <a:p>
                      <a:pPr marL="0" marR="0">
                        <a:buNone/>
                      </a:pPr>
                      <a:r>
                        <a:rPr lang="da-DK" sz="800">
                          <a:effectLst/>
                          <a:latin typeface="+mn-lt"/>
                        </a:rPr>
                        <a:t>CPU ON-BOARD</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r>
                        <a:rPr lang="en-US" sz="800">
                          <a:effectLst/>
                          <a:latin typeface="+mn-lt"/>
                        </a:rPr>
                        <a:t>484/404 (no 12Xe)</a:t>
                      </a:r>
                    </a:p>
                  </a:txBody>
                  <a:tcPr marL="2069" marR="2069" marT="2069" marB="10047" anchor="b"/>
                </a:tc>
                <a:extLst>
                  <a:ext uri="{0D108BD9-81ED-4DB2-BD59-A6C34878D82A}">
                    <a16:rowId xmlns:a16="http://schemas.microsoft.com/office/drawing/2014/main" val="3257209946"/>
                  </a:ext>
                </a:extLst>
              </a:tr>
              <a:tr h="131615">
                <a:tc>
                  <a:txBody>
                    <a:bodyPr/>
                    <a:lstStyle/>
                    <a:p>
                      <a:pPr marL="0" marR="0">
                        <a:buNone/>
                      </a:pPr>
                      <a:r>
                        <a:rPr lang="en-US" sz="800">
                          <a:effectLst/>
                          <a:latin typeface="+mn-lt"/>
                        </a:rPr>
                        <a:t>DRAM</a:t>
                      </a:r>
                      <a:endParaRPr lang="en-US" sz="800">
                        <a:effectLst/>
                        <a:latin typeface="+mn-lt"/>
                        <a:ea typeface="PMingLiU" panose="02020500000000000000" pitchFamily="18" charset="-120"/>
                        <a:cs typeface="Aptos" panose="020B0004020202020204" pitchFamily="34" charset="0"/>
                      </a:endParaRPr>
                    </a:p>
                  </a:txBody>
                  <a:tcPr marL="2069" marR="2069" marT="2069" marB="10047" anchor="ctr"/>
                </a:tc>
                <a:tc>
                  <a:txBody>
                    <a:bodyPr/>
                    <a:lstStyle/>
                    <a:p>
                      <a:pPr marL="0" marR="0">
                        <a:buNone/>
                      </a:pPr>
                      <a:r>
                        <a:rPr lang="da-DK" sz="800">
                          <a:effectLst/>
                          <a:latin typeface="+mn-lt"/>
                        </a:rPr>
                        <a:t>LPCAMM(LP5x), MD(LP5x), SODIMM(DDR5)</a:t>
                      </a:r>
                      <a:endParaRPr lang="en-US" sz="800">
                        <a:effectLst/>
                        <a:latin typeface="+mn-lt"/>
                        <a:ea typeface="PMingLiU" panose="02020500000000000000" pitchFamily="18" charset="-120"/>
                        <a:cs typeface="Aptos" panose="020B0004020202020204" pitchFamily="34" charset="0"/>
                      </a:endParaRPr>
                    </a:p>
                  </a:txBody>
                  <a:tcPr marL="2069" marR="2069" marT="2069" marB="10047" anchor="ctr"/>
                </a:tc>
                <a:tc>
                  <a:txBody>
                    <a:bodyPr/>
                    <a:lstStyle/>
                    <a:p>
                      <a:pPr marL="0" marR="0">
                        <a:buNone/>
                      </a:pPr>
                      <a:r>
                        <a:rPr lang="da-DK" sz="800">
                          <a:effectLst/>
                          <a:latin typeface="+mn-lt"/>
                        </a:rPr>
                        <a:t>LPDDR5x MD x4</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lvl="0" algn="l">
                        <a:lnSpc>
                          <a:spcPct val="100000"/>
                        </a:lnSpc>
                        <a:spcBef>
                          <a:spcPts val="0"/>
                        </a:spcBef>
                        <a:spcAft>
                          <a:spcPts val="0"/>
                        </a:spcAft>
                        <a:buNone/>
                      </a:pPr>
                      <a:r>
                        <a:rPr lang="en-US" sz="800" b="0" i="0" u="none" strike="noStrike" noProof="0">
                          <a:solidFill>
                            <a:srgbClr val="000000"/>
                          </a:solidFill>
                          <a:effectLst/>
                          <a:latin typeface="Aptos"/>
                        </a:rPr>
                        <a:t>Memory topology is the same as RVP ,low risk. </a:t>
                      </a:r>
                      <a:endParaRPr lang="en-US"/>
                    </a:p>
                  </a:txBody>
                  <a:tcPr marL="2069" marR="2069" marT="2069" marB="10047" anchor="b">
                    <a:solidFill>
                      <a:srgbClr val="66FF66"/>
                    </a:solidFill>
                  </a:tcPr>
                </a:tc>
                <a:extLst>
                  <a:ext uri="{0D108BD9-81ED-4DB2-BD59-A6C34878D82A}">
                    <a16:rowId xmlns:a16="http://schemas.microsoft.com/office/drawing/2014/main" val="2567621833"/>
                  </a:ext>
                </a:extLst>
              </a:tr>
              <a:tr h="251332">
                <a:tc>
                  <a:txBody>
                    <a:bodyPr/>
                    <a:lstStyle/>
                    <a:p>
                      <a:pPr marL="0" marR="0">
                        <a:buNone/>
                      </a:pPr>
                      <a:r>
                        <a:rPr lang="en-US" sz="800">
                          <a:effectLst/>
                          <a:latin typeface="+mn-lt"/>
                        </a:rPr>
                        <a:t>VR Controller</a:t>
                      </a:r>
                      <a:endParaRPr lang="en-US" sz="800">
                        <a:effectLst/>
                        <a:latin typeface="+mn-lt"/>
                        <a:ea typeface="PMingLiU" panose="02020500000000000000" pitchFamily="18" charset="-120"/>
                        <a:cs typeface="Aptos" panose="020B0004020202020204" pitchFamily="34" charset="0"/>
                      </a:endParaRPr>
                    </a:p>
                  </a:txBody>
                  <a:tcPr marL="2069" marR="2069" marT="2069" marB="10047" anchor="ctr"/>
                </a:tc>
                <a:tc>
                  <a:txBody>
                    <a:bodyPr/>
                    <a:lstStyle/>
                    <a:p>
                      <a:pPr marL="0" marR="0">
                        <a:buNone/>
                      </a:pPr>
                      <a:r>
                        <a:rPr lang="nl-NL" sz="800">
                          <a:effectLst/>
                          <a:latin typeface="+mn-lt"/>
                        </a:rPr>
                        <a:t>Richtek RT3645BEN-01A</a:t>
                      </a:r>
                      <a:br>
                        <a:rPr lang="nl-NL" sz="800">
                          <a:effectLst/>
                          <a:latin typeface="+mn-lt"/>
                        </a:rPr>
                      </a:br>
                      <a:r>
                        <a:rPr lang="nl-NL" sz="800">
                          <a:effectLst/>
                          <a:latin typeface="+mn-lt"/>
                        </a:rPr>
                        <a:t>MPS  MP29011GQKT(BEP)</a:t>
                      </a:r>
                      <a:endParaRPr lang="en-US" sz="800">
                        <a:effectLst/>
                        <a:latin typeface="+mn-lt"/>
                        <a:ea typeface="PMingLiU" panose="02020500000000000000" pitchFamily="18" charset="-120"/>
                        <a:cs typeface="Aptos" panose="020B0004020202020204" pitchFamily="34" charset="0"/>
                      </a:endParaRPr>
                    </a:p>
                  </a:txBody>
                  <a:tcPr marL="2069" marR="2069" marT="2069" marB="10047" anchor="ctr"/>
                </a:tc>
                <a:tc>
                  <a:txBody>
                    <a:bodyPr/>
                    <a:lstStyle/>
                    <a:p>
                      <a:pPr marL="0" marR="0">
                        <a:buNone/>
                      </a:pPr>
                      <a:r>
                        <a:rPr lang="nl-NL" sz="800">
                          <a:effectLst/>
                          <a:latin typeface="+mn-lt"/>
                        </a:rPr>
                        <a:t>MPS  MP29011</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solidFill>
                            <a:schemeClr val="tx1"/>
                          </a:solidFill>
                          <a:effectLst/>
                          <a:latin typeface="+mn-lt"/>
                          <a:ea typeface="+mn-ea"/>
                          <a:cs typeface="+mn-cs"/>
                        </a:rPr>
                        <a:t>WW28.2: Approach#1 should be ok to design on Bolan.  Intel has discussed with Compal power team to evaluate approach#2 which can improve 2-3% more efficiency, Compal is checking inductor vendor on the components. Priority is to keep same z-height, 3mm.  CP WW29.2 to discuss with Terry.  Target 7/28 EVT </a:t>
                      </a:r>
                      <a:r>
                        <a:rPr lang="en-US" sz="800" kern="1200" dirty="0" err="1">
                          <a:solidFill>
                            <a:schemeClr val="tx1"/>
                          </a:solidFill>
                          <a:effectLst/>
                          <a:latin typeface="+mn-lt"/>
                          <a:ea typeface="+mn-ea"/>
                          <a:cs typeface="+mn-cs"/>
                        </a:rPr>
                        <a:t>gerber</a:t>
                      </a:r>
                      <a:r>
                        <a:rPr lang="en-US" sz="800" kern="1200" dirty="0">
                          <a:solidFill>
                            <a:schemeClr val="tx1"/>
                          </a:solidFill>
                          <a:effectLst/>
                          <a:latin typeface="+mn-lt"/>
                          <a:ea typeface="+mn-ea"/>
                          <a:cs typeface="+mn-cs"/>
                        </a:rPr>
                        <a:t> out.</a:t>
                      </a:r>
                    </a:p>
                    <a:p>
                      <a:pPr marL="0" marR="0" lvl="0">
                        <a:buNone/>
                      </a:pPr>
                      <a:endParaRPr lang="en-US" sz="800" b="0" i="0" u="none" strike="noStrike" noProof="0" dirty="0">
                        <a:solidFill>
                          <a:srgbClr val="000000"/>
                        </a:solidFill>
                        <a:effectLst/>
                        <a:latin typeface="Aptos"/>
                      </a:endParaRPr>
                    </a:p>
                    <a:p>
                      <a:pPr marL="0" marR="0" lvl="0">
                        <a:buNone/>
                      </a:pPr>
                      <a:r>
                        <a:rPr lang="en-US" sz="800" b="0" i="0" u="none" strike="noStrike" noProof="0" dirty="0">
                          <a:solidFill>
                            <a:srgbClr val="000000"/>
                          </a:solidFill>
                          <a:effectLst/>
                          <a:latin typeface="Aptos"/>
                        </a:rPr>
                        <a:t>Low risk, Hetero PD approach1 implementation, suggestion </a:t>
                      </a:r>
                      <a:r>
                        <a:rPr lang="en-US" sz="800" b="0" i="0" u="none" strike="noStrike" noProof="0" dirty="0" err="1">
                          <a:solidFill>
                            <a:srgbClr val="000000"/>
                          </a:solidFill>
                          <a:effectLst/>
                          <a:latin typeface="Aptos"/>
                        </a:rPr>
                        <a:t>ehance</a:t>
                      </a:r>
                      <a:r>
                        <a:rPr lang="en-US" sz="800" b="0" i="0" u="none" strike="noStrike" noProof="0" dirty="0">
                          <a:solidFill>
                            <a:srgbClr val="000000"/>
                          </a:solidFill>
                          <a:effectLst/>
                          <a:latin typeface="Aptos"/>
                        </a:rPr>
                        <a:t> to approach 2 (need larger inductor size)</a:t>
                      </a:r>
                      <a:endParaRPr lang="en-US" dirty="0"/>
                    </a:p>
                  </a:txBody>
                  <a:tcPr marL="2069" marR="2069" marT="2069" marB="10047" anchor="b">
                    <a:solidFill>
                      <a:srgbClr val="FFFF00"/>
                    </a:solidFill>
                  </a:tcPr>
                </a:tc>
                <a:extLst>
                  <a:ext uri="{0D108BD9-81ED-4DB2-BD59-A6C34878D82A}">
                    <a16:rowId xmlns:a16="http://schemas.microsoft.com/office/drawing/2014/main" val="1329608458"/>
                  </a:ext>
                </a:extLst>
              </a:tr>
              <a:tr h="251332">
                <a:tc>
                  <a:txBody>
                    <a:bodyPr/>
                    <a:lstStyle/>
                    <a:p>
                      <a:pPr marL="0" marR="0">
                        <a:buNone/>
                      </a:pPr>
                      <a:r>
                        <a:rPr lang="en-US" sz="800">
                          <a:effectLst/>
                          <a:latin typeface="+mn-lt"/>
                        </a:rPr>
                        <a:t>EC</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Microchip MEC1723 </a:t>
                      </a:r>
                      <a:r>
                        <a:rPr lang="en-US" sz="800" err="1">
                          <a:effectLst/>
                          <a:latin typeface="+mn-lt"/>
                        </a:rPr>
                        <a:t>eSPI</a:t>
                      </a:r>
                      <a:r>
                        <a:rPr lang="en-US" sz="800">
                          <a:effectLst/>
                          <a:latin typeface="+mn-lt"/>
                        </a:rPr>
                        <a:t> (RVP, AEP)</a:t>
                      </a:r>
                      <a:br>
                        <a:rPr lang="en-US" sz="800">
                          <a:effectLst/>
                          <a:latin typeface="+mn-lt"/>
                        </a:rPr>
                      </a:br>
                      <a:r>
                        <a:rPr lang="en-US" sz="800">
                          <a:effectLst/>
                          <a:latin typeface="+mn-lt"/>
                        </a:rPr>
                        <a:t>ITE IT82002VG (BEP)</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MEC5507</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solidFill>
                            <a:schemeClr val="tx1"/>
                          </a:solidFill>
                          <a:effectLst/>
                          <a:latin typeface="+mn-lt"/>
                          <a:ea typeface="+mn-ea"/>
                          <a:cs typeface="+mn-cs"/>
                        </a:rPr>
                        <a:t>WW28.2:  From Dell consumer project, EC power consumption is around 10mW.  Power consumption might be relevant to GPIO implementation during Mods, we need Compal to review SW implementation and to optimize it.  Dell EC code owns by ADC and is leveraging from </a:t>
                      </a:r>
                      <a:r>
                        <a:rPr lang="en-US" sz="800" kern="1200" dirty="0" err="1">
                          <a:solidFill>
                            <a:schemeClr val="tx1"/>
                          </a:solidFill>
                          <a:effectLst/>
                          <a:latin typeface="+mn-lt"/>
                          <a:ea typeface="+mn-ea"/>
                          <a:cs typeface="+mn-cs"/>
                        </a:rPr>
                        <a:t>Taroko</a:t>
                      </a:r>
                      <a:r>
                        <a:rPr lang="en-US" sz="800" kern="1200" dirty="0">
                          <a:solidFill>
                            <a:schemeClr val="tx1"/>
                          </a:solidFill>
                          <a:effectLst/>
                          <a:latin typeface="+mn-lt"/>
                          <a:ea typeface="+mn-ea"/>
                          <a:cs typeface="+mn-cs"/>
                        </a:rPr>
                        <a:t>, Kevin/Jay to bring up this topic to </a:t>
                      </a:r>
                      <a:r>
                        <a:rPr lang="en-US" sz="800" kern="1200" dirty="0" err="1">
                          <a:solidFill>
                            <a:schemeClr val="tx1"/>
                          </a:solidFill>
                          <a:effectLst/>
                          <a:latin typeface="+mn-lt"/>
                          <a:ea typeface="+mn-ea"/>
                          <a:cs typeface="+mn-cs"/>
                        </a:rPr>
                        <a:t>Taroko</a:t>
                      </a:r>
                      <a:r>
                        <a:rPr lang="en-US" sz="800" kern="1200" dirty="0">
                          <a:solidFill>
                            <a:schemeClr val="tx1"/>
                          </a:solidFill>
                          <a:effectLst/>
                          <a:latin typeface="+mn-lt"/>
                          <a:ea typeface="+mn-ea"/>
                          <a:cs typeface="+mn-cs"/>
                        </a:rPr>
                        <a:t> DM Gino to check improvement opportunity.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solidFill>
                            <a:schemeClr val="tx1"/>
                          </a:solidFill>
                          <a:effectLst/>
                          <a:latin typeface="+mn-lt"/>
                          <a:ea typeface="+mn-ea"/>
                          <a:cs typeface="+mn-cs"/>
                        </a:rPr>
                        <a:t>  </a:t>
                      </a:r>
                    </a:p>
                    <a:p>
                      <a:pPr lvl="0" algn="l">
                        <a:lnSpc>
                          <a:spcPct val="100000"/>
                        </a:lnSpc>
                        <a:spcBef>
                          <a:spcPts val="0"/>
                        </a:spcBef>
                        <a:spcAft>
                          <a:spcPts val="0"/>
                        </a:spcAft>
                        <a:buNone/>
                      </a:pPr>
                      <a:r>
                        <a:rPr lang="en-US" sz="800" b="0" i="0" u="none" strike="noStrike" noProof="0" dirty="0">
                          <a:solidFill>
                            <a:schemeClr val="tx1"/>
                          </a:solidFill>
                          <a:effectLst/>
                          <a:latin typeface="Aptos"/>
                        </a:rPr>
                        <a:t>New part-the P/N hasn't been used, medium risk. Current MEC5507 consume 25mW in </a:t>
                      </a:r>
                      <a:r>
                        <a:rPr lang="en-US" sz="800" b="0" i="0" u="none" strike="noStrike" noProof="0" dirty="0" err="1">
                          <a:solidFill>
                            <a:schemeClr val="tx1"/>
                          </a:solidFill>
                          <a:effectLst/>
                          <a:latin typeface="Aptos"/>
                        </a:rPr>
                        <a:t>ModS</a:t>
                      </a:r>
                      <a:r>
                        <a:rPr lang="en-US" sz="800" b="0" i="0" u="none" strike="noStrike" noProof="0" dirty="0">
                          <a:solidFill>
                            <a:schemeClr val="tx1"/>
                          </a:solidFill>
                          <a:effectLst/>
                          <a:latin typeface="Aptos"/>
                        </a:rPr>
                        <a:t> based on LNL Bolan data. Suggest to optimize to 10mW </a:t>
                      </a:r>
                      <a:endParaRPr lang="en-US" dirty="0">
                        <a:solidFill>
                          <a:schemeClr val="tx1"/>
                        </a:solidFill>
                      </a:endParaRPr>
                    </a:p>
                  </a:txBody>
                  <a:tcPr marL="2069" marR="2069" marT="2069" marB="10047" anchor="b">
                    <a:solidFill>
                      <a:srgbClr val="FFFF00"/>
                    </a:solidFill>
                  </a:tcPr>
                </a:tc>
                <a:extLst>
                  <a:ext uri="{0D108BD9-81ED-4DB2-BD59-A6C34878D82A}">
                    <a16:rowId xmlns:a16="http://schemas.microsoft.com/office/drawing/2014/main" val="1537255526"/>
                  </a:ext>
                </a:extLst>
              </a:tr>
              <a:tr h="131615">
                <a:tc>
                  <a:txBody>
                    <a:bodyPr/>
                    <a:lstStyle/>
                    <a:p>
                      <a:pPr marL="0" marR="0">
                        <a:buNone/>
                      </a:pPr>
                      <a:r>
                        <a:rPr lang="en-US" sz="800">
                          <a:effectLst/>
                          <a:latin typeface="+mn-lt"/>
                        </a:rPr>
                        <a:t>MCU</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N/A </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N/A</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lvl="0">
                        <a:buNone/>
                      </a:pPr>
                      <a:endParaRPr lang="en-US" sz="800">
                        <a:effectLst/>
                        <a:latin typeface="+mn-lt"/>
                        <a:ea typeface="PMingLiU"/>
                        <a:cs typeface="Aptos" panose="020B0004020202020204" pitchFamily="34" charset="0"/>
                      </a:endParaRPr>
                    </a:p>
                  </a:txBody>
                  <a:tcPr marL="2069" marR="2069" marT="2069" marB="10047" anchor="b">
                    <a:solidFill>
                      <a:schemeClr val="bg1">
                        <a:lumMod val="75000"/>
                      </a:schemeClr>
                    </a:solidFill>
                  </a:tcPr>
                </a:tc>
                <a:extLst>
                  <a:ext uri="{0D108BD9-81ED-4DB2-BD59-A6C34878D82A}">
                    <a16:rowId xmlns:a16="http://schemas.microsoft.com/office/drawing/2014/main" val="4137945428"/>
                  </a:ext>
                </a:extLst>
              </a:tr>
              <a:tr h="131615">
                <a:tc>
                  <a:txBody>
                    <a:bodyPr/>
                    <a:lstStyle/>
                    <a:p>
                      <a:pPr marL="0" marR="0">
                        <a:buNone/>
                      </a:pPr>
                      <a:r>
                        <a:rPr lang="en-US" sz="800">
                          <a:effectLst/>
                          <a:latin typeface="+mn-lt"/>
                        </a:rPr>
                        <a:t>SIO</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N/A</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N/A</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endParaRPr lang="en-US" sz="800">
                        <a:effectLst/>
                        <a:latin typeface="+mn-lt"/>
                        <a:ea typeface="PMingLiU" panose="02020500000000000000" pitchFamily="18" charset="-120"/>
                        <a:cs typeface="Aptos" panose="020B0004020202020204" pitchFamily="34" charset="0"/>
                      </a:endParaRPr>
                    </a:p>
                  </a:txBody>
                  <a:tcPr marL="2069" marR="2069" marT="2069" marB="10047" anchor="b">
                    <a:solidFill>
                      <a:schemeClr val="bg1">
                        <a:lumMod val="75000"/>
                      </a:schemeClr>
                    </a:solidFill>
                  </a:tcPr>
                </a:tc>
                <a:extLst>
                  <a:ext uri="{0D108BD9-81ED-4DB2-BD59-A6C34878D82A}">
                    <a16:rowId xmlns:a16="http://schemas.microsoft.com/office/drawing/2014/main" val="2411268063"/>
                  </a:ext>
                </a:extLst>
              </a:tr>
              <a:tr h="131615">
                <a:tc>
                  <a:txBody>
                    <a:bodyPr/>
                    <a:lstStyle/>
                    <a:p>
                      <a:pPr marL="0" marR="0">
                        <a:buNone/>
                      </a:pPr>
                      <a:r>
                        <a:rPr lang="en-US" sz="800">
                          <a:effectLst/>
                          <a:latin typeface="+mn-lt"/>
                        </a:rPr>
                        <a:t>LAN IC</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Jacksonville</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N/A</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ea typeface="PMingLiU" panose="02020500000000000000" pitchFamily="18" charset="-120"/>
                          <a:cs typeface="Aptos" panose="020B0004020202020204" pitchFamily="34" charset="0"/>
                        </a:rPr>
                        <a:t>Bolan confirmed no LAN.</a:t>
                      </a:r>
                    </a:p>
                  </a:txBody>
                  <a:tcPr marL="2069" marR="2069" marT="2069" marB="10047" anchor="b">
                    <a:solidFill>
                      <a:schemeClr val="bg1">
                        <a:lumMod val="75000"/>
                      </a:schemeClr>
                    </a:solidFill>
                  </a:tcPr>
                </a:tc>
                <a:extLst>
                  <a:ext uri="{0D108BD9-81ED-4DB2-BD59-A6C34878D82A}">
                    <a16:rowId xmlns:a16="http://schemas.microsoft.com/office/drawing/2014/main" val="3919524897"/>
                  </a:ext>
                </a:extLst>
              </a:tr>
              <a:tr h="131615">
                <a:tc>
                  <a:txBody>
                    <a:bodyPr/>
                    <a:lstStyle/>
                    <a:p>
                      <a:pPr marL="0" marR="0">
                        <a:buNone/>
                      </a:pPr>
                      <a:r>
                        <a:rPr lang="en-US" sz="800">
                          <a:effectLst/>
                          <a:latin typeface="+mn-lt"/>
                        </a:rPr>
                        <a:t>WLAN/BT</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Whalepeak-2 (2x2)</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CNVio3 on board BE211</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Aptos Narrow"/>
                        </a:rPr>
                        <a:t>Same as RVP. Low Risk. But please kindly submit the SCH/Layout review to the Wireless team.</a:t>
                      </a:r>
                    </a:p>
                  </a:txBody>
                  <a:tcPr marL="2069" marR="2069" marT="2069" marB="10047" anchor="b">
                    <a:solidFill>
                      <a:srgbClr val="66FF66"/>
                    </a:solidFill>
                  </a:tcPr>
                </a:tc>
                <a:extLst>
                  <a:ext uri="{0D108BD9-81ED-4DB2-BD59-A6C34878D82A}">
                    <a16:rowId xmlns:a16="http://schemas.microsoft.com/office/drawing/2014/main" val="1415772951"/>
                  </a:ext>
                </a:extLst>
              </a:tr>
              <a:tr h="371050">
                <a:tc>
                  <a:txBody>
                    <a:bodyPr/>
                    <a:lstStyle/>
                    <a:p>
                      <a:pPr marL="0" marR="0">
                        <a:buNone/>
                      </a:pPr>
                      <a:r>
                        <a:rPr lang="en-US" sz="800">
                          <a:effectLst/>
                          <a:latin typeface="+mn-lt"/>
                        </a:rPr>
                        <a:t>Audio Codec</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Realtek ALC712-VB, ALC1320 , ALC722(RVP)</a:t>
                      </a:r>
                      <a:br>
                        <a:rPr lang="en-US" sz="800">
                          <a:effectLst/>
                          <a:latin typeface="+mn-lt"/>
                        </a:rPr>
                      </a:br>
                      <a:r>
                        <a:rPr lang="en-US" sz="800">
                          <a:effectLst/>
                          <a:latin typeface="+mn-lt"/>
                        </a:rPr>
                        <a:t>Cirrus Logic CS35L56(AEP)</a:t>
                      </a:r>
                      <a:br>
                        <a:rPr lang="en-US" sz="800">
                          <a:effectLst/>
                          <a:latin typeface="+mn-lt"/>
                        </a:rPr>
                      </a:br>
                      <a:r>
                        <a:rPr lang="en-US" sz="800">
                          <a:effectLst/>
                          <a:latin typeface="+mn-lt"/>
                        </a:rPr>
                        <a:t>Cirrus Logic CS42L43(BEP MIPI/I2S)</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Cirrus CS42L43</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ea typeface="PMingLiU" panose="02020500000000000000" pitchFamily="18" charset="-120"/>
                          <a:cs typeface="Aptos" panose="020B0004020202020204" pitchFamily="34" charset="0"/>
                        </a:rPr>
                        <a:t>Low risk. Same as BEP</a:t>
                      </a:r>
                    </a:p>
                  </a:txBody>
                  <a:tcPr marL="2069" marR="2069" marT="2069" marB="10047" anchor="b">
                    <a:solidFill>
                      <a:srgbClr val="66FF66"/>
                    </a:solidFill>
                  </a:tcPr>
                </a:tc>
                <a:extLst>
                  <a:ext uri="{0D108BD9-81ED-4DB2-BD59-A6C34878D82A}">
                    <a16:rowId xmlns:a16="http://schemas.microsoft.com/office/drawing/2014/main" val="2229000500"/>
                  </a:ext>
                </a:extLst>
              </a:tr>
              <a:tr h="251332">
                <a:tc>
                  <a:txBody>
                    <a:bodyPr/>
                    <a:lstStyle/>
                    <a:p>
                      <a:pPr marL="0" marR="0">
                        <a:buNone/>
                      </a:pPr>
                      <a:r>
                        <a:rPr lang="en-US" sz="800">
                          <a:effectLst/>
                          <a:latin typeface="+mn-lt"/>
                        </a:rPr>
                        <a:t>Audio Amplify</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N/A , within codec (RVP)</a:t>
                      </a:r>
                      <a:br>
                        <a:rPr lang="en-US" sz="800">
                          <a:effectLst/>
                          <a:latin typeface="+mn-lt"/>
                        </a:rPr>
                      </a:br>
                      <a:r>
                        <a:rPr lang="en-US" sz="800">
                          <a:effectLst/>
                          <a:latin typeface="+mn-lt"/>
                        </a:rPr>
                        <a:t>CLASS_D_AMP,NA,CS35L63 (BEP)</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Cirrus CS35L56A</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ea typeface="PMingLiU" panose="02020500000000000000" pitchFamily="18" charset="-120"/>
                          <a:cs typeface="Aptos" panose="020B0004020202020204" pitchFamily="34" charset="0"/>
                        </a:rPr>
                        <a:t>Low risk, same as AEP</a:t>
                      </a:r>
                    </a:p>
                  </a:txBody>
                  <a:tcPr marL="2069" marR="2069" marT="2069" marB="10047" anchor="b">
                    <a:solidFill>
                      <a:srgbClr val="66FF66"/>
                    </a:solidFill>
                  </a:tcPr>
                </a:tc>
                <a:extLst>
                  <a:ext uri="{0D108BD9-81ED-4DB2-BD59-A6C34878D82A}">
                    <a16:rowId xmlns:a16="http://schemas.microsoft.com/office/drawing/2014/main" val="4091158491"/>
                  </a:ext>
                </a:extLst>
              </a:tr>
              <a:tr h="490767">
                <a:tc>
                  <a:txBody>
                    <a:bodyPr/>
                    <a:lstStyle/>
                    <a:p>
                      <a:pPr marL="0" marR="0">
                        <a:buNone/>
                      </a:pPr>
                      <a:r>
                        <a:rPr lang="en-US" sz="800">
                          <a:effectLst/>
                          <a:latin typeface="+mn-lt"/>
                        </a:rPr>
                        <a:t>BIOS Flash</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Macronix 64MB</a:t>
                      </a:r>
                      <a:br>
                        <a:rPr lang="en-US" sz="800">
                          <a:effectLst/>
                          <a:latin typeface="+mn-lt"/>
                        </a:rPr>
                      </a:br>
                      <a:r>
                        <a:rPr lang="en-US" sz="800">
                          <a:effectLst/>
                          <a:latin typeface="+mn-lt"/>
                        </a:rPr>
                        <a:t>GigaDevice GD25LB512MEYIGR 64MB (BEP)</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64MB (WSON-8, 8x6mm,w/ RPMC)</a:t>
                      </a:r>
                      <a:endParaRPr lang="en-US" sz="800">
                        <a:effectLst/>
                        <a:latin typeface="+mn-lt"/>
                      </a:endParaRPr>
                    </a:p>
                    <a:p>
                      <a:pPr marL="0" marR="0">
                        <a:buNone/>
                      </a:pPr>
                      <a:r>
                        <a:rPr lang="da-DK" sz="800">
                          <a:effectLst/>
                          <a:latin typeface="+mn-lt"/>
                        </a:rPr>
                        <a:t>Windbond - W25R512NWEIQ</a:t>
                      </a:r>
                      <a:endParaRPr lang="en-US" sz="800">
                        <a:effectLst/>
                        <a:latin typeface="+mn-lt"/>
                      </a:endParaRPr>
                    </a:p>
                    <a:p>
                      <a:pPr marL="0" marR="0">
                        <a:buNone/>
                      </a:pPr>
                      <a:r>
                        <a:rPr lang="da-DK" sz="800" strike="sngStrike">
                          <a:effectLst/>
                          <a:latin typeface="+mn-lt"/>
                        </a:rPr>
                        <a:t>XMC - XM25RU512CXIQT10S</a:t>
                      </a:r>
                      <a:endParaRPr lang="en-US" sz="800" strike="sngStrike">
                        <a:effectLst/>
                        <a:latin typeface="+mn-lt"/>
                      </a:endParaRPr>
                    </a:p>
                    <a:p>
                      <a:pPr marL="0" marR="0">
                        <a:buNone/>
                      </a:pPr>
                      <a:r>
                        <a:rPr lang="da-DK" sz="800">
                          <a:effectLst/>
                          <a:latin typeface="+mn-lt"/>
                        </a:rPr>
                        <a:t>GD - GD25LR512MEYIGR</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lvl="0" algn="l">
                        <a:lnSpc>
                          <a:spcPct val="100000"/>
                        </a:lnSpc>
                        <a:spcBef>
                          <a:spcPts val="0"/>
                        </a:spcBef>
                        <a:spcAft>
                          <a:spcPts val="0"/>
                        </a:spcAft>
                        <a:buNone/>
                      </a:pPr>
                      <a:endParaRPr lang="en-US" sz="800" b="0" i="0" u="none" strike="noStrike" noProof="0">
                        <a:solidFill>
                          <a:srgbClr val="000000"/>
                        </a:solidFill>
                        <a:effectLst/>
                        <a:latin typeface="Aptos"/>
                      </a:endParaRPr>
                    </a:p>
                    <a:p>
                      <a:pPr lvl="0" algn="l">
                        <a:lnSpc>
                          <a:spcPct val="100000"/>
                        </a:lnSpc>
                        <a:spcBef>
                          <a:spcPts val="0"/>
                        </a:spcBef>
                        <a:spcAft>
                          <a:spcPts val="0"/>
                        </a:spcAft>
                        <a:buNone/>
                      </a:pPr>
                      <a:r>
                        <a:rPr lang="en-US" sz="800" b="0" i="0" u="none" strike="noStrike" noProof="0">
                          <a:solidFill>
                            <a:srgbClr val="000000"/>
                          </a:solidFill>
                          <a:effectLst/>
                          <a:latin typeface="Aptos"/>
                        </a:rPr>
                        <a:t>Winbond’s PN and GD’s P/N have been used in Bolan LNL</a:t>
                      </a:r>
                      <a:endParaRPr lang="en-US"/>
                    </a:p>
                    <a:p>
                      <a:pPr lvl="0" algn="l">
                        <a:lnSpc>
                          <a:spcPct val="100000"/>
                        </a:lnSpc>
                        <a:spcBef>
                          <a:spcPts val="0"/>
                        </a:spcBef>
                        <a:spcAft>
                          <a:spcPts val="0"/>
                        </a:spcAft>
                        <a:buNone/>
                      </a:pPr>
                      <a:r>
                        <a:rPr lang="en-US" sz="800" b="0" i="0" u="none" strike="noStrike" noProof="0">
                          <a:solidFill>
                            <a:srgbClr val="000000"/>
                          </a:solidFill>
                          <a:effectLst/>
                          <a:latin typeface="Aptos"/>
                        </a:rPr>
                        <a:t>Low risk</a:t>
                      </a:r>
                      <a:endParaRPr lang="en-US"/>
                    </a:p>
                    <a:p>
                      <a:pPr marL="0" marR="0" lvl="0">
                        <a:buNone/>
                      </a:pPr>
                      <a:endParaRPr lang="en-US" sz="800">
                        <a:effectLst/>
                        <a:latin typeface="+mn-lt"/>
                        <a:ea typeface="PMingLiU"/>
                        <a:cs typeface="Aptos" panose="020B0004020202020204" pitchFamily="34" charset="0"/>
                      </a:endParaRPr>
                    </a:p>
                  </a:txBody>
                  <a:tcPr marL="2069" marR="2069" marT="2069" marB="10047" anchor="b">
                    <a:solidFill>
                      <a:srgbClr val="66FF66"/>
                    </a:solidFill>
                  </a:tcPr>
                </a:tc>
                <a:extLst>
                  <a:ext uri="{0D108BD9-81ED-4DB2-BD59-A6C34878D82A}">
                    <a16:rowId xmlns:a16="http://schemas.microsoft.com/office/drawing/2014/main" val="4081943153"/>
                  </a:ext>
                </a:extLst>
              </a:tr>
              <a:tr h="131615">
                <a:tc>
                  <a:txBody>
                    <a:bodyPr/>
                    <a:lstStyle/>
                    <a:p>
                      <a:pPr marL="0" marR="0">
                        <a:buNone/>
                      </a:pPr>
                      <a:r>
                        <a:rPr lang="en-US" sz="800">
                          <a:effectLst/>
                          <a:latin typeface="+mn-lt"/>
                        </a:rPr>
                        <a:t>DDS Switch</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N/A</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N/A</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lvl="0">
                        <a:buNone/>
                      </a:pPr>
                      <a:endParaRPr lang="en-US" sz="800">
                        <a:effectLst/>
                        <a:latin typeface="+mn-lt"/>
                        <a:ea typeface="PMingLiU"/>
                        <a:cs typeface="Aptos" panose="020B0004020202020204" pitchFamily="34" charset="0"/>
                      </a:endParaRPr>
                    </a:p>
                  </a:txBody>
                  <a:tcPr marL="2069" marR="2069" marT="2069" marB="10047" anchor="b">
                    <a:solidFill>
                      <a:schemeClr val="bg1">
                        <a:lumMod val="85000"/>
                      </a:schemeClr>
                    </a:solidFill>
                  </a:tcPr>
                </a:tc>
                <a:extLst>
                  <a:ext uri="{0D108BD9-81ED-4DB2-BD59-A6C34878D82A}">
                    <a16:rowId xmlns:a16="http://schemas.microsoft.com/office/drawing/2014/main" val="4210471453"/>
                  </a:ext>
                </a:extLst>
              </a:tr>
              <a:tr h="251332">
                <a:tc>
                  <a:txBody>
                    <a:bodyPr/>
                    <a:lstStyle/>
                    <a:p>
                      <a:pPr marL="0" marR="0">
                        <a:buNone/>
                      </a:pPr>
                      <a:r>
                        <a:rPr lang="en-US" sz="800">
                          <a:effectLst/>
                          <a:latin typeface="+mn-lt"/>
                        </a:rPr>
                        <a:t>HDMI Pcon</a:t>
                      </a:r>
                      <a:endParaRPr lang="en-US" sz="800" err="1">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N/A</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strike="sngStrike">
                          <a:effectLst/>
                          <a:latin typeface="+mn-lt"/>
                        </a:rPr>
                        <a:t>CONN MPN: CONN SDAN 602067-019102 19P HDMI 2.1)</a:t>
                      </a:r>
                    </a:p>
                    <a:p>
                      <a:pPr marL="0" marR="0" lvl="0">
                        <a:buNone/>
                      </a:pPr>
                      <a:r>
                        <a:rPr lang="da-DK" sz="800" b="0" i="0" u="none" strike="noStrike" noProof="0">
                          <a:solidFill>
                            <a:srgbClr val="000000"/>
                          </a:solidFill>
                          <a:effectLst/>
                          <a:latin typeface="Aptos"/>
                        </a:rPr>
                        <a:t>Parade PS8210</a:t>
                      </a:r>
                      <a:endParaRPr lang="da-DK"/>
                    </a:p>
                  </a:txBody>
                  <a:tcPr marL="2069" marR="2069" marT="2069" marB="10047" anchor="b"/>
                </a:tc>
                <a:tc>
                  <a:txBody>
                    <a:bodyPr/>
                    <a:lstStyle/>
                    <a:p>
                      <a:pPr lvl="0" algn="l">
                        <a:lnSpc>
                          <a:spcPct val="100000"/>
                        </a:lnSpc>
                        <a:spcBef>
                          <a:spcPts val="0"/>
                        </a:spcBef>
                        <a:spcAft>
                          <a:spcPts val="0"/>
                        </a:spcAft>
                        <a:buNone/>
                      </a:pPr>
                      <a:r>
                        <a:rPr lang="en-US" sz="800" b="0" i="0" u="none" strike="noStrike" noProof="0">
                          <a:solidFill>
                            <a:srgbClr val="000000"/>
                          </a:solidFill>
                          <a:effectLst/>
                          <a:latin typeface="Aptos"/>
                        </a:rPr>
                        <a:t>Low risk, same P/N with Taroko LNL</a:t>
                      </a:r>
                      <a:endParaRPr lang="en-US"/>
                    </a:p>
                    <a:p>
                      <a:pPr marL="0" marR="0" lvl="0">
                        <a:buNone/>
                      </a:pPr>
                      <a:endParaRPr lang="en-US" sz="800">
                        <a:effectLst/>
                        <a:latin typeface="+mn-lt"/>
                        <a:ea typeface="PMingLiU"/>
                        <a:cs typeface="Aptos" panose="020B0004020202020204" pitchFamily="34" charset="0"/>
                      </a:endParaRPr>
                    </a:p>
                  </a:txBody>
                  <a:tcPr marL="2069" marR="2069" marT="2069" marB="10047" anchor="b">
                    <a:solidFill>
                      <a:srgbClr val="66FF66"/>
                    </a:solidFill>
                  </a:tcPr>
                </a:tc>
                <a:extLst>
                  <a:ext uri="{0D108BD9-81ED-4DB2-BD59-A6C34878D82A}">
                    <a16:rowId xmlns:a16="http://schemas.microsoft.com/office/drawing/2014/main" val="3753782142"/>
                  </a:ext>
                </a:extLst>
              </a:tr>
              <a:tr h="371050">
                <a:tc>
                  <a:txBody>
                    <a:bodyPr/>
                    <a:lstStyle/>
                    <a:p>
                      <a:pPr marL="0" marR="0">
                        <a:buNone/>
                      </a:pPr>
                      <a:r>
                        <a:rPr lang="en-US" sz="800">
                          <a:effectLst/>
                          <a:latin typeface="+mn-lt"/>
                        </a:rPr>
                        <a:t>DP Redriver</a:t>
                      </a:r>
                      <a:br>
                        <a:rPr lang="en-US" sz="800">
                          <a:effectLst/>
                          <a:latin typeface="+mn-lt"/>
                        </a:rPr>
                      </a:br>
                      <a:r>
                        <a:rPr lang="en-US" sz="800">
                          <a:effectLst/>
                          <a:latin typeface="+mn-lt"/>
                        </a:rPr>
                        <a:t>DP Retimer</a:t>
                      </a:r>
                      <a:endParaRPr lang="en-US" sz="800" err="1">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no DP redriver/retimer</a:t>
                      </a:r>
                      <a:br>
                        <a:rPr lang="en-US" sz="800">
                          <a:effectLst/>
                          <a:latin typeface="+mn-lt"/>
                        </a:rPr>
                      </a:br>
                      <a:r>
                        <a:rPr lang="en-US" sz="800">
                          <a:effectLst/>
                          <a:latin typeface="+mn-lt"/>
                        </a:rPr>
                        <a:t>PS8419(retimer , for HDMI)</a:t>
                      </a:r>
                      <a:br>
                        <a:rPr lang="en-US" sz="800">
                          <a:effectLst/>
                          <a:latin typeface="+mn-lt"/>
                        </a:rPr>
                      </a:br>
                      <a:r>
                        <a:rPr lang="en-US" sz="800">
                          <a:effectLst/>
                          <a:latin typeface="+mn-lt"/>
                        </a:rPr>
                        <a:t>PS8219(redriver, for HDMI)</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strike="sngStrike">
                          <a:effectLst/>
                          <a:latin typeface="+mn-lt"/>
                        </a:rPr>
                        <a:t>Parade PS8210</a:t>
                      </a:r>
                      <a:endParaRPr lang="en-US" sz="800" strike="sngStrike">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ea typeface="PMingLiU" panose="02020500000000000000" pitchFamily="18" charset="-120"/>
                          <a:cs typeface="Aptos" panose="020B0004020202020204" pitchFamily="34" charset="0"/>
                        </a:rPr>
                        <a:t>Bolan no DP. </a:t>
                      </a:r>
                    </a:p>
                  </a:txBody>
                  <a:tcPr marL="2069" marR="2069" marT="2069" marB="10047" anchor="b">
                    <a:solidFill>
                      <a:schemeClr val="bg1">
                        <a:lumMod val="75000"/>
                      </a:schemeClr>
                    </a:solidFill>
                  </a:tcPr>
                </a:tc>
                <a:extLst>
                  <a:ext uri="{0D108BD9-81ED-4DB2-BD59-A6C34878D82A}">
                    <a16:rowId xmlns:a16="http://schemas.microsoft.com/office/drawing/2014/main" val="183384398"/>
                  </a:ext>
                </a:extLst>
              </a:tr>
              <a:tr h="131615">
                <a:tc>
                  <a:txBody>
                    <a:bodyPr/>
                    <a:lstStyle/>
                    <a:p>
                      <a:pPr marL="0" marR="0">
                        <a:buNone/>
                      </a:pPr>
                      <a:r>
                        <a:rPr lang="en-US" sz="800">
                          <a:effectLst/>
                          <a:latin typeface="+mn-lt"/>
                        </a:rPr>
                        <a:t>PCIE </a:t>
                      </a:r>
                      <a:r>
                        <a:rPr lang="en-US" sz="800" err="1">
                          <a:effectLst/>
                          <a:latin typeface="+mn-lt"/>
                        </a:rPr>
                        <a:t>Redriver</a:t>
                      </a:r>
                      <a:r>
                        <a:rPr lang="en-US" sz="800">
                          <a:effectLst/>
                          <a:latin typeface="+mn-lt"/>
                        </a:rPr>
                        <a:t>, PCIE </a:t>
                      </a:r>
                      <a:r>
                        <a:rPr lang="en-US" sz="800" err="1">
                          <a:effectLst/>
                          <a:latin typeface="+mn-lt"/>
                        </a:rPr>
                        <a:t>Retimer</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N/A</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N/A</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endParaRPr lang="en-US" sz="800">
                        <a:effectLst/>
                        <a:latin typeface="+mn-lt"/>
                        <a:ea typeface="PMingLiU" panose="02020500000000000000" pitchFamily="18" charset="-120"/>
                        <a:cs typeface="Aptos" panose="020B0004020202020204" pitchFamily="34" charset="0"/>
                      </a:endParaRPr>
                    </a:p>
                  </a:txBody>
                  <a:tcPr marL="2069" marR="2069" marT="2069" marB="10047" anchor="b">
                    <a:solidFill>
                      <a:schemeClr val="bg1">
                        <a:lumMod val="75000"/>
                      </a:schemeClr>
                    </a:solidFill>
                  </a:tcPr>
                </a:tc>
                <a:extLst>
                  <a:ext uri="{0D108BD9-81ED-4DB2-BD59-A6C34878D82A}">
                    <a16:rowId xmlns:a16="http://schemas.microsoft.com/office/drawing/2014/main" val="3359256818"/>
                  </a:ext>
                </a:extLst>
              </a:tr>
              <a:tr h="131615">
                <a:tc>
                  <a:txBody>
                    <a:bodyPr/>
                    <a:lstStyle/>
                    <a:p>
                      <a:pPr marL="0" marR="0">
                        <a:buNone/>
                      </a:pPr>
                      <a:r>
                        <a:rPr lang="en-US" sz="800">
                          <a:effectLst/>
                          <a:latin typeface="+mn-lt"/>
                        </a:rPr>
                        <a:t>HPD/Camera</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MIPI Synaptics_SVP7500</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r>
                        <a:rPr lang="en-US" sz="800" kern="1200" dirty="0">
                          <a:solidFill>
                            <a:schemeClr val="tx1"/>
                          </a:solidFill>
                          <a:effectLst/>
                          <a:latin typeface="+mn-lt"/>
                          <a:ea typeface="+mn-ea"/>
                          <a:cs typeface="+mn-cs"/>
                        </a:rPr>
                        <a:t>WW28.2: For Synaptics, we need them to disable camera power and </a:t>
                      </a:r>
                      <a:r>
                        <a:rPr lang="en-US" sz="800" kern="1200" dirty="0" err="1">
                          <a:solidFill>
                            <a:schemeClr val="tx1"/>
                          </a:solidFill>
                          <a:effectLst/>
                          <a:latin typeface="+mn-lt"/>
                          <a:ea typeface="+mn-ea"/>
                          <a:cs typeface="+mn-cs"/>
                        </a:rPr>
                        <a:t>usb</a:t>
                      </a:r>
                      <a:r>
                        <a:rPr lang="en-US" sz="800" kern="1200" dirty="0">
                          <a:solidFill>
                            <a:schemeClr val="tx1"/>
                          </a:solidFill>
                          <a:effectLst/>
                          <a:latin typeface="+mn-lt"/>
                          <a:ea typeface="+mn-ea"/>
                          <a:cs typeface="+mn-cs"/>
                        </a:rPr>
                        <a:t>-off mode during lid-closed.  Also have Synaptics check if can change 3.3v to 1.8v which should be FW update.  Intel is working with Dell HPD owner Nelson to have Synaptics to implement those opportunity.  PTL Bolan mid board is leveraged LNL Bolan design.  Jay hope to get Bolan board with wired power rails for debugging, Compal will follow up.</a:t>
                      </a:r>
                    </a:p>
                    <a:p>
                      <a:r>
                        <a:rPr lang="en-US" sz="800" kern="1200" dirty="0">
                          <a:solidFill>
                            <a:schemeClr val="tx1"/>
                          </a:solidFill>
                          <a:effectLst/>
                          <a:latin typeface="+mn-lt"/>
                          <a:ea typeface="+mn-ea"/>
                          <a:cs typeface="+mn-cs"/>
                        </a:rPr>
                        <a:t>So far Dell TDC hasn’t got 2</a:t>
                      </a:r>
                      <a:r>
                        <a:rPr lang="en-US" sz="800" kern="1200" baseline="30000" dirty="0">
                          <a:solidFill>
                            <a:schemeClr val="tx1"/>
                          </a:solidFill>
                          <a:effectLst/>
                          <a:latin typeface="+mn-lt"/>
                          <a:ea typeface="+mn-ea"/>
                          <a:cs typeface="+mn-cs"/>
                        </a:rPr>
                        <a:t>nd</a:t>
                      </a:r>
                      <a:r>
                        <a:rPr lang="en-US" sz="800" kern="1200" dirty="0">
                          <a:solidFill>
                            <a:schemeClr val="tx1"/>
                          </a:solidFill>
                          <a:effectLst/>
                          <a:latin typeface="+mn-lt"/>
                          <a:ea typeface="+mn-ea"/>
                          <a:cs typeface="+mn-cs"/>
                        </a:rPr>
                        <a:t> source notification.  Higer risk for </a:t>
                      </a:r>
                      <a:r>
                        <a:rPr lang="en-US" sz="800" kern="1200" dirty="0" err="1">
                          <a:solidFill>
                            <a:schemeClr val="tx1"/>
                          </a:solidFill>
                          <a:effectLst/>
                          <a:latin typeface="+mn-lt"/>
                          <a:ea typeface="+mn-ea"/>
                          <a:cs typeface="+mn-cs"/>
                        </a:rPr>
                        <a:t>Taroko</a:t>
                      </a:r>
                      <a:r>
                        <a:rPr lang="en-US" sz="800" kern="1200" dirty="0">
                          <a:solidFill>
                            <a:schemeClr val="tx1"/>
                          </a:solidFill>
                          <a:effectLst/>
                          <a:latin typeface="+mn-lt"/>
                          <a:ea typeface="+mn-ea"/>
                          <a:cs typeface="+mn-cs"/>
                        </a:rPr>
                        <a:t> as it’s Hero device.</a:t>
                      </a:r>
                    </a:p>
                    <a:p>
                      <a:pPr marL="0" marR="0">
                        <a:buNone/>
                      </a:pPr>
                      <a:endParaRPr lang="en-US" sz="800" dirty="0">
                        <a:solidFill>
                          <a:schemeClr val="tx1"/>
                        </a:solidFill>
                        <a:effectLst/>
                        <a:latin typeface="+mn-lt"/>
                        <a:ea typeface="PMingLiU" panose="02020500000000000000" pitchFamily="18" charset="-120"/>
                        <a:cs typeface="Aptos" panose="020B0004020202020204" pitchFamily="34" charset="0"/>
                      </a:endParaRPr>
                    </a:p>
                    <a:p>
                      <a:pPr marL="0" marR="0">
                        <a:buNone/>
                      </a:pPr>
                      <a:r>
                        <a:rPr lang="en-US" sz="800" dirty="0">
                          <a:solidFill>
                            <a:schemeClr val="tx1"/>
                          </a:solidFill>
                          <a:effectLst/>
                          <a:latin typeface="+mn-lt"/>
                          <a:ea typeface="PMingLiU" panose="02020500000000000000" pitchFamily="18" charset="-120"/>
                          <a:cs typeface="Aptos" panose="020B0004020202020204" pitchFamily="34" charset="0"/>
                        </a:rPr>
                        <a:t>High risk 22mW on Synaptics SVP7500 and 6mW on camera. Need to check whether 6mW can reduce </a:t>
                      </a:r>
                    </a:p>
                  </a:txBody>
                  <a:tcPr marL="2069" marR="2069" marT="2069" marB="10047" anchor="b">
                    <a:solidFill>
                      <a:srgbClr val="FFFF00"/>
                    </a:solidFill>
                  </a:tcPr>
                </a:tc>
                <a:extLst>
                  <a:ext uri="{0D108BD9-81ED-4DB2-BD59-A6C34878D82A}">
                    <a16:rowId xmlns:a16="http://schemas.microsoft.com/office/drawing/2014/main" val="2595126255"/>
                  </a:ext>
                </a:extLst>
              </a:tr>
              <a:tr h="131615">
                <a:tc>
                  <a:txBody>
                    <a:bodyPr/>
                    <a:lstStyle/>
                    <a:p>
                      <a:pPr marL="0" marR="0">
                        <a:buNone/>
                      </a:pPr>
                      <a:r>
                        <a:rPr lang="en-US" sz="800">
                          <a:effectLst/>
                          <a:latin typeface="+mn-lt"/>
                        </a:rPr>
                        <a:t>Discrete TBT</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Barlow Ridge</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N/A</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endParaRPr lang="en-US" sz="800">
                        <a:effectLst/>
                        <a:latin typeface="+mn-lt"/>
                        <a:ea typeface="PMingLiU" panose="02020500000000000000" pitchFamily="18" charset="-120"/>
                        <a:cs typeface="Aptos" panose="020B0004020202020204" pitchFamily="34" charset="0"/>
                      </a:endParaRPr>
                    </a:p>
                  </a:txBody>
                  <a:tcPr marL="2069" marR="2069" marT="2069" marB="10047" anchor="b">
                    <a:solidFill>
                      <a:schemeClr val="bg1">
                        <a:lumMod val="75000"/>
                      </a:schemeClr>
                    </a:solidFill>
                  </a:tcPr>
                </a:tc>
                <a:extLst>
                  <a:ext uri="{0D108BD9-81ED-4DB2-BD59-A6C34878D82A}">
                    <a16:rowId xmlns:a16="http://schemas.microsoft.com/office/drawing/2014/main" val="2471261991"/>
                  </a:ext>
                </a:extLst>
              </a:tr>
              <a:tr h="144975">
                <a:tc>
                  <a:txBody>
                    <a:bodyPr/>
                    <a:lstStyle/>
                    <a:p>
                      <a:pPr marL="0" marR="0">
                        <a:buNone/>
                      </a:pPr>
                      <a:r>
                        <a:rPr lang="en-US" sz="800">
                          <a:effectLst/>
                          <a:latin typeface="+mn-lt"/>
                        </a:rPr>
                        <a:t>TBT Retimer</a:t>
                      </a:r>
                      <a:endParaRPr lang="en-US" sz="800" err="1">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HBR(RVP, AEP)  , GBR (BEP)</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Intel Hayden Bridge(JHL9040R)</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lvl="0" algn="ctr">
                        <a:lnSpc>
                          <a:spcPct val="100000"/>
                        </a:lnSpc>
                        <a:spcBef>
                          <a:spcPts val="0"/>
                        </a:spcBef>
                        <a:spcAft>
                          <a:spcPts val="0"/>
                        </a:spcAft>
                        <a:buNone/>
                      </a:pPr>
                      <a:r>
                        <a:rPr lang="en-US" sz="800" b="0" i="0" u="none" strike="noStrike" noProof="0">
                          <a:solidFill>
                            <a:srgbClr val="000000"/>
                          </a:solidFill>
                          <a:effectLst/>
                          <a:latin typeface="Aptos Narrow"/>
                        </a:rPr>
                        <a:t>Same as AEP, low risk</a:t>
                      </a:r>
                      <a:endParaRPr lang="en-US"/>
                    </a:p>
                  </a:txBody>
                  <a:tcPr marL="4435" marR="4435" marT="4435" marB="21287" anchor="b">
                    <a:solidFill>
                      <a:srgbClr val="66FF66"/>
                    </a:solidFill>
                  </a:tcPr>
                </a:tc>
                <a:extLst>
                  <a:ext uri="{0D108BD9-81ED-4DB2-BD59-A6C34878D82A}">
                    <a16:rowId xmlns:a16="http://schemas.microsoft.com/office/drawing/2014/main" val="2859878338"/>
                  </a:ext>
                </a:extLst>
              </a:tr>
              <a:tr h="264151">
                <a:tc>
                  <a:txBody>
                    <a:bodyPr/>
                    <a:lstStyle/>
                    <a:p>
                      <a:pPr marL="0" marR="0">
                        <a:buNone/>
                      </a:pPr>
                      <a:r>
                        <a:rPr lang="en-US" sz="800">
                          <a:effectLst/>
                          <a:latin typeface="+mn-lt"/>
                        </a:rPr>
                        <a:t>PD Controller</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CYPD6229(RVP) ; TPS66994 (AEP); RTS5453P-28(RVP)</a:t>
                      </a:r>
                      <a:br>
                        <a:rPr lang="en-US" sz="800">
                          <a:effectLst/>
                          <a:latin typeface="+mn-lt"/>
                        </a:rPr>
                      </a:br>
                      <a:r>
                        <a:rPr lang="en-US" sz="800">
                          <a:effectLst/>
                          <a:latin typeface="+mn-lt"/>
                        </a:rPr>
                        <a:t>GBR(BEP)</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TPS66994</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lvl="0" algn="ctr">
                        <a:lnSpc>
                          <a:spcPct val="100000"/>
                        </a:lnSpc>
                        <a:spcBef>
                          <a:spcPts val="0"/>
                        </a:spcBef>
                        <a:spcAft>
                          <a:spcPts val="0"/>
                        </a:spcAft>
                        <a:buNone/>
                      </a:pPr>
                      <a:r>
                        <a:rPr lang="en-US" sz="800" b="0" i="0" u="none" strike="noStrike" noProof="0">
                          <a:solidFill>
                            <a:srgbClr val="000000"/>
                          </a:solidFill>
                          <a:effectLst/>
                          <a:latin typeface="Aptos Narrow"/>
                        </a:rPr>
                        <a:t>Same as AEP, low risk</a:t>
                      </a:r>
                      <a:endParaRPr lang="en-US"/>
                    </a:p>
                  </a:txBody>
                  <a:tcPr marL="4435" marR="4435" marT="4435" marB="21287" anchor="b">
                    <a:solidFill>
                      <a:srgbClr val="66FF66"/>
                    </a:solidFill>
                  </a:tcPr>
                </a:tc>
                <a:extLst>
                  <a:ext uri="{0D108BD9-81ED-4DB2-BD59-A6C34878D82A}">
                    <a16:rowId xmlns:a16="http://schemas.microsoft.com/office/drawing/2014/main" val="2490961758"/>
                  </a:ext>
                </a:extLst>
              </a:tr>
              <a:tr h="251332">
                <a:tc>
                  <a:txBody>
                    <a:bodyPr/>
                    <a:lstStyle/>
                    <a:p>
                      <a:pPr marL="0" marR="0">
                        <a:buNone/>
                      </a:pPr>
                      <a:r>
                        <a:rPr lang="en-US" sz="800">
                          <a:effectLst/>
                          <a:latin typeface="+mn-lt"/>
                        </a:rPr>
                        <a:t>USB3.2 Gen2 </a:t>
                      </a:r>
                      <a:br>
                        <a:rPr lang="en-US" sz="800">
                          <a:effectLst/>
                          <a:latin typeface="+mn-lt"/>
                        </a:rPr>
                      </a:br>
                      <a:r>
                        <a:rPr lang="en-US" sz="800">
                          <a:effectLst/>
                          <a:latin typeface="+mn-lt"/>
                        </a:rPr>
                        <a:t>Retimer</a:t>
                      </a:r>
                      <a:endParaRPr lang="en-US" sz="800" err="1">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Doides PI3EQX1004E2ZTFEX (BEP)</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N/A</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endParaRPr lang="en-US" sz="800">
                        <a:effectLst/>
                        <a:latin typeface="+mn-lt"/>
                        <a:ea typeface="PMingLiU" panose="02020500000000000000" pitchFamily="18" charset="-120"/>
                        <a:cs typeface="Aptos" panose="020B0004020202020204" pitchFamily="34" charset="0"/>
                      </a:endParaRPr>
                    </a:p>
                  </a:txBody>
                  <a:tcPr marL="2069" marR="2069" marT="2069" marB="10047" anchor="b">
                    <a:solidFill>
                      <a:schemeClr val="bg1">
                        <a:lumMod val="75000"/>
                      </a:schemeClr>
                    </a:solidFill>
                  </a:tcPr>
                </a:tc>
                <a:extLst>
                  <a:ext uri="{0D108BD9-81ED-4DB2-BD59-A6C34878D82A}">
                    <a16:rowId xmlns:a16="http://schemas.microsoft.com/office/drawing/2014/main" val="1840129791"/>
                  </a:ext>
                </a:extLst>
              </a:tr>
              <a:tr h="251332">
                <a:tc>
                  <a:txBody>
                    <a:bodyPr/>
                    <a:lstStyle/>
                    <a:p>
                      <a:pPr marL="0" marR="0">
                        <a:buNone/>
                      </a:pPr>
                      <a:r>
                        <a:rPr lang="en-US" sz="800">
                          <a:effectLst/>
                          <a:latin typeface="+mn-lt"/>
                        </a:rPr>
                        <a:t>USB3 Retimer</a:t>
                      </a:r>
                      <a:br>
                        <a:rPr lang="en-US" sz="800">
                          <a:effectLst/>
                          <a:latin typeface="+mn-lt"/>
                        </a:rPr>
                      </a:br>
                      <a:r>
                        <a:rPr lang="en-US" sz="800">
                          <a:effectLst/>
                          <a:latin typeface="+mn-lt"/>
                        </a:rPr>
                        <a:t>USB3 Redriver</a:t>
                      </a:r>
                      <a:endParaRPr lang="en-US" sz="800" err="1">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Diodes PI3EQX1002E redriver  (RVP)</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TUSB522PIRGER</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lvl="0" algn="l">
                        <a:lnSpc>
                          <a:spcPct val="100000"/>
                        </a:lnSpc>
                        <a:spcBef>
                          <a:spcPts val="0"/>
                        </a:spcBef>
                        <a:spcAft>
                          <a:spcPts val="0"/>
                        </a:spcAft>
                        <a:buNone/>
                      </a:pPr>
                      <a:r>
                        <a:rPr lang="en-US" sz="800" b="0" i="0" u="none" strike="noStrike" noProof="0">
                          <a:solidFill>
                            <a:srgbClr val="000000"/>
                          </a:solidFill>
                          <a:effectLst/>
                          <a:latin typeface="Aptos"/>
                        </a:rPr>
                        <a:t>Reserve . Low risk</a:t>
                      </a:r>
                      <a:endParaRPr lang="en-US"/>
                    </a:p>
                  </a:txBody>
                  <a:tcPr marL="2069" marR="2069" marT="2069" marB="10047" anchor="b">
                    <a:solidFill>
                      <a:srgbClr val="66FF66"/>
                    </a:solidFill>
                  </a:tcPr>
                </a:tc>
                <a:extLst>
                  <a:ext uri="{0D108BD9-81ED-4DB2-BD59-A6C34878D82A}">
                    <a16:rowId xmlns:a16="http://schemas.microsoft.com/office/drawing/2014/main" val="655753543"/>
                  </a:ext>
                </a:extLst>
              </a:tr>
              <a:tr h="131615">
                <a:tc>
                  <a:txBody>
                    <a:bodyPr/>
                    <a:lstStyle/>
                    <a:p>
                      <a:pPr marL="0" marR="0">
                        <a:buNone/>
                      </a:pPr>
                      <a:r>
                        <a:rPr lang="en-US" sz="800">
                          <a:effectLst/>
                          <a:latin typeface="+mn-lt"/>
                        </a:rPr>
                        <a:t>USB2 Redriver</a:t>
                      </a:r>
                      <a:endParaRPr lang="en-US" sz="800" err="1">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TUSB212IRWBR(AEP , BEP-reserved)</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TUSB212</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lvl="0" algn="l">
                        <a:lnSpc>
                          <a:spcPct val="100000"/>
                        </a:lnSpc>
                        <a:spcBef>
                          <a:spcPts val="0"/>
                        </a:spcBef>
                        <a:spcAft>
                          <a:spcPts val="0"/>
                        </a:spcAft>
                        <a:buNone/>
                      </a:pPr>
                      <a:r>
                        <a:rPr lang="en-US" sz="800" b="0" i="0" u="none" strike="noStrike" noProof="0">
                          <a:solidFill>
                            <a:srgbClr val="000000"/>
                          </a:solidFill>
                          <a:effectLst/>
                          <a:latin typeface="Aptos"/>
                        </a:rPr>
                        <a:t>Reserve . Low risk</a:t>
                      </a:r>
                      <a:endParaRPr lang="en-US"/>
                    </a:p>
                  </a:txBody>
                  <a:tcPr marL="2069" marR="2069" marT="2069" marB="10047" anchor="b">
                    <a:solidFill>
                      <a:srgbClr val="66FF66"/>
                    </a:solidFill>
                  </a:tcPr>
                </a:tc>
                <a:extLst>
                  <a:ext uri="{0D108BD9-81ED-4DB2-BD59-A6C34878D82A}">
                    <a16:rowId xmlns:a16="http://schemas.microsoft.com/office/drawing/2014/main" val="2330224787"/>
                  </a:ext>
                </a:extLst>
              </a:tr>
              <a:tr h="251332">
                <a:tc>
                  <a:txBody>
                    <a:bodyPr/>
                    <a:lstStyle/>
                    <a:p>
                      <a:pPr marL="0" marR="0">
                        <a:buNone/>
                      </a:pPr>
                      <a:r>
                        <a:rPr lang="en-US" sz="800">
                          <a:effectLst/>
                          <a:latin typeface="+mn-lt"/>
                        </a:rPr>
                        <a:t>Discrete TPM</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Infineon SLB9672VQ 2.0 (RVP, AEP, BEP)</a:t>
                      </a:r>
                      <a:br>
                        <a:rPr lang="en-US" sz="800">
                          <a:effectLst/>
                          <a:latin typeface="+mn-lt"/>
                        </a:rPr>
                      </a:br>
                      <a:r>
                        <a:rPr lang="en-US" sz="800">
                          <a:effectLst/>
                          <a:latin typeface="+mn-lt"/>
                        </a:rPr>
                        <a:t>Nations Tech Z32H330TC(RVP)</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ST Micro :ST33KTPM2X32DKJ5 support FIPS-140-3</a:t>
                      </a:r>
                      <a:endParaRPr lang="en-US" sz="800">
                        <a:effectLst/>
                        <a:latin typeface="+mn-lt"/>
                      </a:endParaRPr>
                    </a:p>
                    <a:p>
                      <a:pPr marL="0" marR="0">
                        <a:buNone/>
                      </a:pPr>
                      <a:r>
                        <a:rPr lang="da-DK" sz="800">
                          <a:effectLst/>
                          <a:latin typeface="+mn-lt"/>
                        </a:rPr>
                        <a:t>Nuvoton :NPCT760JAD support FIPS-140-3</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lvl="0" algn="l">
                        <a:lnSpc>
                          <a:spcPct val="100000"/>
                        </a:lnSpc>
                        <a:spcBef>
                          <a:spcPts val="0"/>
                        </a:spcBef>
                        <a:spcAft>
                          <a:spcPts val="0"/>
                        </a:spcAft>
                        <a:buNone/>
                      </a:pPr>
                      <a:r>
                        <a:rPr lang="en-US" sz="800" b="0" i="0" u="none" strike="noStrike" noProof="0">
                          <a:solidFill>
                            <a:srgbClr val="000000"/>
                          </a:solidFill>
                          <a:effectLst/>
                          <a:latin typeface="Aptos"/>
                        </a:rPr>
                        <a:t>New part number-the P/N hasn't been used but should be low risk. </a:t>
                      </a:r>
                      <a:endParaRPr lang="en-US"/>
                    </a:p>
                    <a:p>
                      <a:pPr marL="0" marR="0" lvl="0">
                        <a:buNone/>
                      </a:pPr>
                      <a:endParaRPr lang="en-US" sz="800">
                        <a:effectLst/>
                        <a:latin typeface="+mn-lt"/>
                        <a:ea typeface="PMingLiU"/>
                        <a:cs typeface="Aptos" panose="020B0004020202020204" pitchFamily="34" charset="0"/>
                      </a:endParaRPr>
                    </a:p>
                  </a:txBody>
                  <a:tcPr marL="2069" marR="2069" marT="2069" marB="10047" anchor="b">
                    <a:solidFill>
                      <a:srgbClr val="66FF66"/>
                    </a:solidFill>
                  </a:tcPr>
                </a:tc>
                <a:extLst>
                  <a:ext uri="{0D108BD9-81ED-4DB2-BD59-A6C34878D82A}">
                    <a16:rowId xmlns:a16="http://schemas.microsoft.com/office/drawing/2014/main" val="3940242262"/>
                  </a:ext>
                </a:extLst>
              </a:tr>
              <a:tr h="131615">
                <a:tc>
                  <a:txBody>
                    <a:bodyPr/>
                    <a:lstStyle/>
                    <a:p>
                      <a:pPr marL="0" marR="0">
                        <a:buNone/>
                      </a:pPr>
                      <a:r>
                        <a:rPr lang="en-US" sz="800">
                          <a:effectLst/>
                          <a:latin typeface="+mn-lt"/>
                        </a:rPr>
                        <a:t>Card Reader IC</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BayHub BH770GG7(AEP)</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N/A</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endParaRPr lang="en-US" sz="800">
                        <a:effectLst/>
                        <a:latin typeface="+mn-lt"/>
                        <a:ea typeface="PMingLiU" panose="02020500000000000000" pitchFamily="18" charset="-120"/>
                        <a:cs typeface="Aptos" panose="020B0004020202020204" pitchFamily="34" charset="0"/>
                      </a:endParaRPr>
                    </a:p>
                  </a:txBody>
                  <a:tcPr marL="2069" marR="2069" marT="2069" marB="10047" anchor="b">
                    <a:solidFill>
                      <a:schemeClr val="bg1">
                        <a:lumMod val="75000"/>
                      </a:schemeClr>
                    </a:solidFill>
                  </a:tcPr>
                </a:tc>
                <a:extLst>
                  <a:ext uri="{0D108BD9-81ED-4DB2-BD59-A6C34878D82A}">
                    <a16:rowId xmlns:a16="http://schemas.microsoft.com/office/drawing/2014/main" val="1988711086"/>
                  </a:ext>
                </a:extLst>
              </a:tr>
              <a:tr h="490767">
                <a:tc>
                  <a:txBody>
                    <a:bodyPr/>
                    <a:lstStyle/>
                    <a:p>
                      <a:pPr marL="0" marR="0">
                        <a:buNone/>
                      </a:pPr>
                      <a:r>
                        <a:rPr lang="en-US" sz="800">
                          <a:effectLst/>
                          <a:latin typeface="+mn-lt"/>
                        </a:rPr>
                        <a:t>eDP Panel</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endParaRPr lang="en-US" sz="800">
                        <a:effectLst/>
                        <a:latin typeface="+mn-lt"/>
                      </a:endParaRPr>
                    </a:p>
                  </a:txBody>
                  <a:tcPr marL="2069" marR="2069" marT="2069" marB="10047" anchor="b"/>
                </a:tc>
                <a:tc>
                  <a:txBody>
                    <a:bodyPr/>
                    <a:lstStyle/>
                    <a:p>
                      <a:pPr marL="0" marR="0">
                        <a:buNone/>
                      </a:pPr>
                      <a:r>
                        <a:rPr lang="da-DK" sz="800">
                          <a:effectLst/>
                          <a:latin typeface="+mn-lt"/>
                        </a:rPr>
                        <a:t>FHD+ LW, 400nits, 30~60Hz, Bent, eDP 1.5 (Non-Touch)</a:t>
                      </a:r>
                      <a:endParaRPr lang="en-US" sz="800">
                        <a:effectLst/>
                        <a:latin typeface="+mn-lt"/>
                      </a:endParaRPr>
                    </a:p>
                    <a:p>
                      <a:pPr marL="0" marR="0">
                        <a:buNone/>
                      </a:pPr>
                      <a:r>
                        <a:rPr lang="da-DK" sz="800">
                          <a:effectLst/>
                          <a:latin typeface="+mn-lt"/>
                        </a:rPr>
                        <a:t>FHD+ Entry, 400nits, 60Hz, Bent, eDP 1.2 (Non-Touch)</a:t>
                      </a:r>
                      <a:endParaRPr lang="en-US" sz="800">
                        <a:effectLst/>
                        <a:latin typeface="+mn-lt"/>
                      </a:endParaRPr>
                    </a:p>
                    <a:p>
                      <a:pPr marL="0" marR="0">
                        <a:buNone/>
                      </a:pPr>
                      <a:r>
                        <a:rPr lang="da-DK" sz="800">
                          <a:effectLst/>
                          <a:latin typeface="+mn-lt"/>
                        </a:rPr>
                        <a:t>QHD+, 400nits, 60Hz, Bent, eDp 1.4b, In cell Touch w/o CG</a:t>
                      </a:r>
                      <a:endParaRPr lang="en-US" sz="800">
                        <a:effectLst/>
                        <a:latin typeface="+mn-lt"/>
                      </a:endParaRPr>
                    </a:p>
                    <a:p>
                      <a:pPr marL="0" marR="0">
                        <a:buNone/>
                      </a:pPr>
                      <a:r>
                        <a:rPr lang="da-DK" sz="800">
                          <a:effectLst/>
                          <a:latin typeface="+mn-lt"/>
                        </a:rPr>
                        <a:t>NQXGA+,400nits,30~60Hz, Bent, eDp1.5, OLED w/ CG Touch</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lvl="0">
                        <a:buNone/>
                      </a:pPr>
                      <a:r>
                        <a:rPr lang="en-US" sz="800" b="0" i="0" u="none" strike="noStrike" noProof="0">
                          <a:solidFill>
                            <a:srgbClr val="000000"/>
                          </a:solidFill>
                          <a:effectLst/>
                          <a:latin typeface="Aptos"/>
                        </a:rPr>
                        <a:t>Same P/N with Bolan LNL, low risk. Need to check which SKU Dell will use to meet Hero Design.</a:t>
                      </a:r>
                      <a:endParaRPr lang="en-US"/>
                    </a:p>
                  </a:txBody>
                  <a:tcPr marL="2069" marR="2069" marT="2069" marB="10047" anchor="b">
                    <a:solidFill>
                      <a:srgbClr val="66FF66"/>
                    </a:solidFill>
                  </a:tcPr>
                </a:tc>
                <a:extLst>
                  <a:ext uri="{0D108BD9-81ED-4DB2-BD59-A6C34878D82A}">
                    <a16:rowId xmlns:a16="http://schemas.microsoft.com/office/drawing/2014/main" val="1269469373"/>
                  </a:ext>
                </a:extLst>
              </a:tr>
              <a:tr h="131615">
                <a:tc>
                  <a:txBody>
                    <a:bodyPr/>
                    <a:lstStyle/>
                    <a:p>
                      <a:pPr marL="0" marR="0">
                        <a:buNone/>
                      </a:pPr>
                      <a:r>
                        <a:rPr lang="en-US" sz="800">
                          <a:effectLst/>
                          <a:latin typeface="+mn-lt"/>
                        </a:rPr>
                        <a:t>PCB</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T3 or T4, 6L or 8L or 10 L</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T4/10L</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solidFill>
                            <a:schemeClr val="tx1"/>
                          </a:solidFill>
                          <a:effectLst/>
                          <a:latin typeface="+mn-lt"/>
                          <a:ea typeface="+mn-ea"/>
                          <a:cs typeface="+mn-cs"/>
                        </a:rPr>
                        <a:t>WW28.2: 1</a:t>
                      </a:r>
                      <a:r>
                        <a:rPr lang="en-US" sz="800" kern="1200" baseline="30000" dirty="0">
                          <a:solidFill>
                            <a:schemeClr val="tx1"/>
                          </a:solidFill>
                          <a:effectLst/>
                          <a:latin typeface="+mn-lt"/>
                          <a:ea typeface="+mn-ea"/>
                          <a:cs typeface="+mn-cs"/>
                        </a:rPr>
                        <a:t>st</a:t>
                      </a:r>
                      <a:r>
                        <a:rPr lang="en-US" sz="800" kern="1200" dirty="0">
                          <a:solidFill>
                            <a:schemeClr val="tx1"/>
                          </a:solidFill>
                          <a:effectLst/>
                          <a:latin typeface="+mn-lt"/>
                          <a:ea typeface="+mn-ea"/>
                          <a:cs typeface="+mn-cs"/>
                        </a:rPr>
                        <a:t> </a:t>
                      </a:r>
                      <a:r>
                        <a:rPr lang="en-US" sz="800" kern="1200" dirty="0" err="1">
                          <a:solidFill>
                            <a:schemeClr val="tx1"/>
                          </a:solidFill>
                          <a:effectLst/>
                          <a:latin typeface="+mn-lt"/>
                          <a:ea typeface="+mn-ea"/>
                          <a:cs typeface="+mn-cs"/>
                        </a:rPr>
                        <a:t>iCCT</a:t>
                      </a:r>
                      <a:r>
                        <a:rPr lang="en-US" sz="800" kern="1200" dirty="0">
                          <a:solidFill>
                            <a:schemeClr val="tx1"/>
                          </a:solidFill>
                          <a:effectLst/>
                          <a:latin typeface="+mn-lt"/>
                          <a:ea typeface="+mn-ea"/>
                          <a:cs typeface="+mn-cs"/>
                        </a:rPr>
                        <a:t> review result provided, and Intel has provided board file suggestion for the improvement, Compal will follow up for the implementation and share 2</a:t>
                      </a:r>
                      <a:r>
                        <a:rPr lang="en-US" sz="800" kern="1200" baseline="30000" dirty="0">
                          <a:solidFill>
                            <a:schemeClr val="tx1"/>
                          </a:solidFill>
                          <a:effectLst/>
                          <a:latin typeface="+mn-lt"/>
                          <a:ea typeface="+mn-ea"/>
                          <a:cs typeface="+mn-cs"/>
                        </a:rPr>
                        <a:t>nd</a:t>
                      </a:r>
                      <a:r>
                        <a:rPr lang="en-US" sz="800" kern="1200" dirty="0">
                          <a:solidFill>
                            <a:schemeClr val="tx1"/>
                          </a:solidFill>
                          <a:effectLst/>
                          <a:latin typeface="+mn-lt"/>
                          <a:ea typeface="+mn-ea"/>
                          <a:cs typeface="+mn-cs"/>
                        </a:rPr>
                        <a:t> </a:t>
                      </a:r>
                      <a:r>
                        <a:rPr lang="en-US" sz="800" kern="1200" dirty="0" err="1">
                          <a:solidFill>
                            <a:schemeClr val="tx1"/>
                          </a:solidFill>
                          <a:effectLst/>
                          <a:latin typeface="+mn-lt"/>
                          <a:ea typeface="+mn-ea"/>
                          <a:cs typeface="+mn-cs"/>
                        </a:rPr>
                        <a:t>iCCT</a:t>
                      </a:r>
                      <a:r>
                        <a:rPr lang="en-US" sz="800" kern="1200" dirty="0">
                          <a:solidFill>
                            <a:schemeClr val="tx1"/>
                          </a:solidFill>
                          <a:effectLst/>
                          <a:latin typeface="+mn-lt"/>
                          <a:ea typeface="+mn-ea"/>
                          <a:cs typeface="+mn-cs"/>
                        </a:rPr>
                        <a:t> review result.  Will work with Intel.</a:t>
                      </a:r>
                      <a:endParaRPr lang="en-US" sz="800" dirty="0">
                        <a:effectLst/>
                        <a:latin typeface="+mn-lt"/>
                        <a:ea typeface="PMingLiU" panose="02020500000000000000" pitchFamily="18" charset="-120"/>
                        <a:cs typeface="Aptos" panose="020B0004020202020204" pitchFamily="34" charset="0"/>
                      </a:endParaRPr>
                    </a:p>
                    <a:p>
                      <a:pPr marL="0" marR="0">
                        <a:buNone/>
                      </a:pPr>
                      <a:r>
                        <a:rPr lang="en-US" sz="800" dirty="0">
                          <a:effectLst/>
                          <a:latin typeface="+mn-lt"/>
                          <a:ea typeface="PMingLiU" panose="02020500000000000000" pitchFamily="18" charset="-120"/>
                          <a:cs typeface="Aptos" panose="020B0004020202020204" pitchFamily="34" charset="0"/>
                        </a:rPr>
                        <a:t>T4 (1-8-1+)  target for 8533MT/s LP5x speed (Dell/Compal/Intel will review </a:t>
                      </a:r>
                      <a:r>
                        <a:rPr lang="en-US" sz="800" dirty="0" err="1">
                          <a:effectLst/>
                          <a:latin typeface="+mn-lt"/>
                          <a:ea typeface="PMingLiU" panose="02020500000000000000" pitchFamily="18" charset="-120"/>
                          <a:cs typeface="Aptos" panose="020B0004020202020204" pitchFamily="34" charset="0"/>
                        </a:rPr>
                        <a:t>iCCT</a:t>
                      </a:r>
                      <a:r>
                        <a:rPr lang="en-US" sz="800" dirty="0">
                          <a:effectLst/>
                          <a:latin typeface="+mn-lt"/>
                          <a:ea typeface="PMingLiU" panose="02020500000000000000" pitchFamily="18" charset="-120"/>
                          <a:cs typeface="Aptos" panose="020B0004020202020204" pitchFamily="34" charset="0"/>
                        </a:rPr>
                        <a:t> report for memory SI) </a:t>
                      </a:r>
                    </a:p>
                  </a:txBody>
                  <a:tcPr marL="2069" marR="2069" marT="2069" marB="10047" anchor="b">
                    <a:solidFill>
                      <a:srgbClr val="F3FF08"/>
                    </a:solidFill>
                  </a:tcPr>
                </a:tc>
                <a:extLst>
                  <a:ext uri="{0D108BD9-81ED-4DB2-BD59-A6C34878D82A}">
                    <a16:rowId xmlns:a16="http://schemas.microsoft.com/office/drawing/2014/main" val="2254963822"/>
                  </a:ext>
                </a:extLst>
              </a:tr>
              <a:tr h="243239">
                <a:tc>
                  <a:txBody>
                    <a:bodyPr/>
                    <a:lstStyle/>
                    <a:p>
                      <a:pPr marL="0" marR="0">
                        <a:buNone/>
                      </a:pPr>
                      <a:r>
                        <a:rPr lang="en-US" sz="800">
                          <a:effectLst/>
                          <a:latin typeface="+mn-lt"/>
                        </a:rPr>
                        <a:t>Storage</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en-US" sz="800">
                          <a:effectLst/>
                          <a:latin typeface="+mn-lt"/>
                        </a:rPr>
                        <a:t>Gen4 NVMe WD SN810 CS-512GB</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M.2 SSD-Key M(2230) PCIE Gen5</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solidFill>
                            <a:schemeClr val="tx1"/>
                          </a:solidFill>
                          <a:effectLst/>
                          <a:latin typeface="+mn-lt"/>
                          <a:ea typeface="+mn-ea"/>
                          <a:cs typeface="+mn-cs"/>
                        </a:rPr>
                        <a:t>WW28.2: Bolan PTL is using Gen5 SSD connected to Gen5 PCIE port.  Intel DLRM default enabled, RDC#850056.  Need Dell to ensure power consumption meet spec.</a:t>
                      </a:r>
                    </a:p>
                    <a:p>
                      <a:pPr lvl="0" algn="l">
                        <a:lnSpc>
                          <a:spcPct val="100000"/>
                        </a:lnSpc>
                        <a:spcBef>
                          <a:spcPts val="0"/>
                        </a:spcBef>
                        <a:spcAft>
                          <a:spcPts val="0"/>
                        </a:spcAft>
                        <a:buNone/>
                      </a:pPr>
                      <a:endParaRPr lang="en-US" sz="800" b="0" i="0" u="none" strike="noStrike" noProof="0" dirty="0">
                        <a:solidFill>
                          <a:schemeClr val="tx1"/>
                        </a:solidFill>
                        <a:effectLst/>
                        <a:latin typeface="Aptos"/>
                      </a:endParaRPr>
                    </a:p>
                    <a:p>
                      <a:pPr lvl="0" algn="l">
                        <a:lnSpc>
                          <a:spcPct val="100000"/>
                        </a:lnSpc>
                        <a:spcBef>
                          <a:spcPts val="0"/>
                        </a:spcBef>
                        <a:spcAft>
                          <a:spcPts val="0"/>
                        </a:spcAft>
                        <a:buNone/>
                      </a:pPr>
                      <a:r>
                        <a:rPr lang="en-US" sz="800" b="0" i="0" u="none" strike="noStrike" noProof="0" dirty="0">
                          <a:solidFill>
                            <a:schemeClr val="tx1"/>
                          </a:solidFill>
                          <a:effectLst/>
                          <a:latin typeface="Aptos"/>
                        </a:rPr>
                        <a:t>The first generation to use PCIe Gen5 SSD, need to check function and power consumption. </a:t>
                      </a:r>
                      <a:endParaRPr lang="en-US" dirty="0">
                        <a:solidFill>
                          <a:schemeClr val="tx1"/>
                        </a:solidFill>
                      </a:endParaRPr>
                    </a:p>
                  </a:txBody>
                  <a:tcPr marL="2069" marR="2069" marT="2069" marB="10047" anchor="b">
                    <a:solidFill>
                      <a:srgbClr val="FFFF00"/>
                    </a:solidFill>
                  </a:tcPr>
                </a:tc>
                <a:extLst>
                  <a:ext uri="{0D108BD9-81ED-4DB2-BD59-A6C34878D82A}">
                    <a16:rowId xmlns:a16="http://schemas.microsoft.com/office/drawing/2014/main" val="2571137205"/>
                  </a:ext>
                </a:extLst>
              </a:tr>
              <a:tr h="251332">
                <a:tc>
                  <a:txBody>
                    <a:bodyPr/>
                    <a:lstStyle/>
                    <a:p>
                      <a:pPr marL="0" marR="0">
                        <a:buNone/>
                      </a:pPr>
                      <a:r>
                        <a:rPr lang="en-US" sz="800">
                          <a:effectLst/>
                          <a:latin typeface="+mn-lt"/>
                        </a:rPr>
                        <a:t>Charger</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RAA489110ARGNP(RVP, AEP)</a:t>
                      </a:r>
                      <a:br>
                        <a:rPr lang="da-DK" sz="800">
                          <a:effectLst/>
                          <a:latin typeface="+mn-lt"/>
                        </a:rPr>
                      </a:br>
                      <a:r>
                        <a:rPr lang="da-DK" sz="800">
                          <a:effectLst/>
                          <a:latin typeface="+mn-lt"/>
                        </a:rPr>
                        <a:t>SC8885SQDER(BEP)</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a:buNone/>
                      </a:pPr>
                      <a:r>
                        <a:rPr lang="da-DK" sz="800">
                          <a:effectLst/>
                          <a:latin typeface="+mn-lt"/>
                        </a:rPr>
                        <a:t>ISL9538C</a:t>
                      </a:r>
                      <a:endParaRPr lang="en-US" sz="800">
                        <a:effectLst/>
                        <a:latin typeface="+mn-lt"/>
                        <a:ea typeface="PMingLiU" panose="02020500000000000000" pitchFamily="18" charset="-120"/>
                        <a:cs typeface="Aptos" panose="020B0004020202020204" pitchFamily="34" charset="0"/>
                      </a:endParaRPr>
                    </a:p>
                  </a:txBody>
                  <a:tcPr marL="2069" marR="2069" marT="2069" marB="10047" anchor="b"/>
                </a:tc>
                <a:tc>
                  <a:txBody>
                    <a:bodyPr/>
                    <a:lstStyle/>
                    <a:p>
                      <a:pPr marL="0" marR="0" lvl="0">
                        <a:buNone/>
                      </a:pPr>
                      <a:r>
                        <a:rPr lang="en-US" sz="800" b="0" i="0" u="none" strike="noStrike" noProof="0" dirty="0">
                          <a:solidFill>
                            <a:schemeClr val="tx1"/>
                          </a:solidFill>
                          <a:effectLst/>
                          <a:latin typeface="Aptos Narrow"/>
                        </a:rPr>
                        <a:t>Not the same as </a:t>
                      </a:r>
                      <a:r>
                        <a:rPr lang="en-US" sz="800" b="0" i="0" u="none" strike="noStrike" noProof="0" dirty="0" err="1">
                          <a:solidFill>
                            <a:schemeClr val="tx1"/>
                          </a:solidFill>
                          <a:effectLst/>
                          <a:latin typeface="Aptos Narrow"/>
                        </a:rPr>
                        <a:t>RVP,xEP</a:t>
                      </a:r>
                      <a:r>
                        <a:rPr lang="en-US" sz="800" b="0" i="0" u="none" strike="noStrike" noProof="0" dirty="0">
                          <a:solidFill>
                            <a:schemeClr val="tx1"/>
                          </a:solidFill>
                          <a:effectLst/>
                          <a:latin typeface="Aptos Narrow"/>
                        </a:rPr>
                        <a:t>, the power consumption of ISL9538 is the same as RAA489110, low risk</a:t>
                      </a:r>
                      <a:endParaRPr lang="en-US" dirty="0"/>
                    </a:p>
                  </a:txBody>
                  <a:tcPr marL="2069" marR="2069" marT="2069" marB="10047" anchor="b">
                    <a:solidFill>
                      <a:srgbClr val="66FF66"/>
                    </a:solidFill>
                  </a:tcPr>
                </a:tc>
                <a:extLst>
                  <a:ext uri="{0D108BD9-81ED-4DB2-BD59-A6C34878D82A}">
                    <a16:rowId xmlns:a16="http://schemas.microsoft.com/office/drawing/2014/main" val="795920497"/>
                  </a:ext>
                </a:extLst>
              </a:tr>
            </a:tbl>
          </a:graphicData>
        </a:graphic>
      </p:graphicFrame>
      <p:sp>
        <p:nvSpPr>
          <p:cNvPr id="3" name="Rectangle 1">
            <a:extLst>
              <a:ext uri="{FF2B5EF4-FFF2-40B4-BE49-F238E27FC236}">
                <a16:creationId xmlns:a16="http://schemas.microsoft.com/office/drawing/2014/main" id="{F593B92D-B8BE-790E-E195-53D1498FF4FA}"/>
              </a:ext>
            </a:extLst>
          </p:cNvPr>
          <p:cNvSpPr>
            <a:spLocks noChangeArrowheads="1"/>
          </p:cNvSpPr>
          <p:nvPr/>
        </p:nvSpPr>
        <p:spPr bwMode="auto">
          <a:xfrm>
            <a:off x="1012999" y="196995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756502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E9C2FB9-8B38-F96A-5C47-80AD7F91050B}"/>
              </a:ext>
            </a:extLst>
          </p:cNvPr>
          <p:cNvGraphicFramePr>
            <a:graphicFrameLocks noGrp="1"/>
          </p:cNvGraphicFramePr>
          <p:nvPr>
            <p:extLst>
              <p:ext uri="{D42A27DB-BD31-4B8C-83A1-F6EECF244321}">
                <p14:modId xmlns:p14="http://schemas.microsoft.com/office/powerpoint/2010/main" val="4113673241"/>
              </p:ext>
            </p:extLst>
          </p:nvPr>
        </p:nvGraphicFramePr>
        <p:xfrm>
          <a:off x="283462" y="274692"/>
          <a:ext cx="11475721" cy="6714563"/>
        </p:xfrm>
        <a:graphic>
          <a:graphicData uri="http://schemas.openxmlformats.org/drawingml/2006/table">
            <a:tbl>
              <a:tblPr/>
              <a:tblGrid>
                <a:gridCol w="1446472">
                  <a:extLst>
                    <a:ext uri="{9D8B030D-6E8A-4147-A177-3AD203B41FA5}">
                      <a16:colId xmlns:a16="http://schemas.microsoft.com/office/drawing/2014/main" val="54181809"/>
                    </a:ext>
                  </a:extLst>
                </a:gridCol>
                <a:gridCol w="3643102">
                  <a:extLst>
                    <a:ext uri="{9D8B030D-6E8A-4147-A177-3AD203B41FA5}">
                      <a16:colId xmlns:a16="http://schemas.microsoft.com/office/drawing/2014/main" val="825509546"/>
                    </a:ext>
                  </a:extLst>
                </a:gridCol>
                <a:gridCol w="2844342">
                  <a:extLst>
                    <a:ext uri="{9D8B030D-6E8A-4147-A177-3AD203B41FA5}">
                      <a16:colId xmlns:a16="http://schemas.microsoft.com/office/drawing/2014/main" val="2464141664"/>
                    </a:ext>
                  </a:extLst>
                </a:gridCol>
                <a:gridCol w="3541805">
                  <a:extLst>
                    <a:ext uri="{9D8B030D-6E8A-4147-A177-3AD203B41FA5}">
                      <a16:colId xmlns:a16="http://schemas.microsoft.com/office/drawing/2014/main" val="676668686"/>
                    </a:ext>
                  </a:extLst>
                </a:gridCol>
              </a:tblGrid>
              <a:tr h="212377">
                <a:tc>
                  <a:txBody>
                    <a:bodyPr/>
                    <a:lstStyle/>
                    <a:p>
                      <a:pPr algn="ctr" fontAlgn="ctr"/>
                      <a:endParaRPr lang="en-US" sz="900" b="1"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Aptos"/>
                        </a:rPr>
                        <a:t>RVP, BEP, AEP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900" b="1" i="0" u="none" strike="noStrike">
                        <a:solidFill>
                          <a:srgbClr val="000000"/>
                        </a:solidFill>
                        <a:effectLst/>
                        <a:latin typeface="Aptos"/>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Aptos"/>
                        </a:rPr>
                        <a:t>Risk Assessment &amp; Recommendation</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063062"/>
                  </a:ext>
                </a:extLst>
              </a:tr>
              <a:tr h="139943">
                <a:tc>
                  <a:txBody>
                    <a:bodyPr/>
                    <a:lstStyle/>
                    <a:p>
                      <a:pPr algn="ctr" fontAlgn="ctr"/>
                      <a:r>
                        <a:rPr lang="en-US" sz="900" b="0" i="0" u="none" strike="noStrike">
                          <a:solidFill>
                            <a:srgbClr val="000000"/>
                          </a:solidFill>
                          <a:effectLst/>
                          <a:latin typeface="Aptos"/>
                        </a:rPr>
                        <a:t>SOC</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0" i="0" u="none" strike="noStrike">
                          <a:solidFill>
                            <a:srgbClr val="000000"/>
                          </a:solidFill>
                          <a:effectLst/>
                          <a:latin typeface="Aptos"/>
                        </a:rPr>
                        <a:t>Replaceable</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panose="020B0004020202020204" pitchFamily="34" charset="0"/>
                        </a:rPr>
                        <a:t>PTL - H12Xe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8895928"/>
                  </a:ext>
                </a:extLst>
              </a:tr>
              <a:tr h="375630">
                <a:tc>
                  <a:txBody>
                    <a:bodyPr/>
                    <a:lstStyle/>
                    <a:p>
                      <a:pPr algn="ctr" fontAlgn="ctr"/>
                      <a:r>
                        <a:rPr lang="en-US" sz="900" b="0" i="0" u="none" strike="noStrike">
                          <a:solidFill>
                            <a:srgbClr val="000000"/>
                          </a:solidFill>
                          <a:effectLst/>
                          <a:latin typeface="Aptos"/>
                        </a:rPr>
                        <a:t>DRAM</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da-DK" sz="900" b="0" i="0" u="none" strike="noStrike">
                          <a:solidFill>
                            <a:srgbClr val="000000"/>
                          </a:solidFill>
                          <a:effectLst/>
                          <a:latin typeface="Aptos"/>
                        </a:rPr>
                        <a:t>LPCAMM(LP5x), MD(LP5x), SODIMM(DDR5)</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panose="020B0004020202020204" pitchFamily="34" charset="0"/>
                        </a:rPr>
                        <a:t>LPDDR5x</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chemeClr val="tx1"/>
                          </a:solidFill>
                          <a:effectLst/>
                          <a:latin typeface="Aptos Narrow"/>
                        </a:rPr>
                        <a:t>Customer can  refer to ARL-HU memory enabling guide#790156, which support </a:t>
                      </a:r>
                      <a:r>
                        <a:rPr lang="en-US" sz="900" b="0" i="0" u="none" strike="noStrike" noProof="0">
                          <a:solidFill>
                            <a:schemeClr val="tx1"/>
                          </a:solidFill>
                          <a:effectLst/>
                        </a:rPr>
                        <a:t>LPDDR5/x T3 1R/2R 7467 enabled list. Need HP provide the LP5 part list.</a:t>
                      </a:r>
                      <a:endParaRPr lang="en-US" sz="900" b="0" i="0" u="none" strike="noStrike" noProof="0">
                        <a:solidFill>
                          <a:srgbClr val="000000"/>
                        </a:solidFill>
                        <a:effectLst/>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1609363277"/>
                  </a:ext>
                </a:extLst>
              </a:tr>
              <a:tr h="257787">
                <a:tc>
                  <a:txBody>
                    <a:bodyPr/>
                    <a:lstStyle/>
                    <a:p>
                      <a:pPr algn="ctr" fontAlgn="ctr"/>
                      <a:r>
                        <a:rPr lang="en-US" sz="900" b="0" i="0" u="none" strike="noStrike">
                          <a:solidFill>
                            <a:srgbClr val="000000"/>
                          </a:solidFill>
                          <a:effectLst/>
                          <a:latin typeface="Aptos"/>
                        </a:rPr>
                        <a:t>VR Controller</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nl-NL" sz="900" b="0" i="0" u="none" strike="noStrike">
                          <a:solidFill>
                            <a:srgbClr val="000000"/>
                          </a:solidFill>
                          <a:effectLst/>
                          <a:latin typeface="Aptos"/>
                        </a:rPr>
                        <a:t>Richtek RT3645BEN-01A</a:t>
                      </a:r>
                      <a:br>
                        <a:rPr lang="nl-NL" sz="900" b="0" i="0" u="none" strike="noStrike">
                          <a:solidFill>
                            <a:srgbClr val="000000"/>
                          </a:solidFill>
                          <a:effectLst/>
                          <a:latin typeface="Aptos"/>
                        </a:rPr>
                      </a:br>
                      <a:r>
                        <a:rPr lang="nl-NL" sz="900" b="0" i="0" u="none" strike="noStrike">
                          <a:solidFill>
                            <a:srgbClr val="000000"/>
                          </a:solidFill>
                          <a:effectLst/>
                          <a:latin typeface="Aptos"/>
                        </a:rPr>
                        <a:t>MPS  MP29011GQKT(BEP)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err="1">
                          <a:solidFill>
                            <a:srgbClr val="FF0000"/>
                          </a:solidFill>
                          <a:effectLst/>
                          <a:latin typeface="Aptos Narrow" panose="020B0004020202020204" pitchFamily="34" charset="0"/>
                        </a:rPr>
                        <a:t>Richtek</a:t>
                      </a:r>
                      <a:r>
                        <a:rPr lang="en-US" sz="900" b="0" i="0" u="none" strike="noStrike">
                          <a:solidFill>
                            <a:srgbClr val="FF0000"/>
                          </a:solidFill>
                          <a:effectLst/>
                          <a:latin typeface="Aptos Narrow" panose="020B0004020202020204" pitchFamily="34" charset="0"/>
                        </a:rPr>
                        <a:t> RT3700`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chemeClr val="bg1"/>
                          </a:solidFill>
                          <a:effectLst/>
                          <a:latin typeface="Aptos Narrow"/>
                        </a:rPr>
                        <a:t>Not align with RVP/AEP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532541749"/>
                  </a:ext>
                </a:extLst>
              </a:tr>
              <a:tr h="257787">
                <a:tc>
                  <a:txBody>
                    <a:bodyPr/>
                    <a:lstStyle/>
                    <a:p>
                      <a:pPr algn="ctr" fontAlgn="b"/>
                      <a:r>
                        <a:rPr lang="en-US" sz="900" b="0" i="0" u="none" strike="noStrike">
                          <a:solidFill>
                            <a:srgbClr val="000000"/>
                          </a:solidFill>
                          <a:effectLst/>
                          <a:latin typeface="Aptos Narrow"/>
                        </a:rPr>
                        <a:t>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Microchip MEC1723 eSPI (RVP, AEP)</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ITE IT82002VG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FF0000"/>
                          </a:solidFill>
                          <a:effectLst/>
                          <a:latin typeface="Aptos Narrow" panose="020B0004020202020204" pitchFamily="34" charset="0"/>
                        </a:rPr>
                        <a:t>ITE IT51366VG-512/CW</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chemeClr val="tx1"/>
                          </a:solidFill>
                          <a:effectLst/>
                          <a:latin typeface="Aptos Narrow"/>
                        </a:rPr>
                        <a:t>Need to check power consumption</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1444730728"/>
                  </a:ext>
                </a:extLst>
              </a:tr>
              <a:tr h="139943">
                <a:tc>
                  <a:txBody>
                    <a:bodyPr/>
                    <a:lstStyle/>
                    <a:p>
                      <a:pPr algn="ctr" fontAlgn="b"/>
                      <a:r>
                        <a:rPr lang="en-US" sz="900" b="0" i="0" u="none" strike="noStrike">
                          <a:solidFill>
                            <a:srgbClr val="000000"/>
                          </a:solidFill>
                          <a:effectLst/>
                          <a:latin typeface="Aptos Narrow"/>
                        </a:rPr>
                        <a:t>LAN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Jacksonville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994110"/>
                  </a:ext>
                </a:extLst>
              </a:tr>
              <a:tr h="241143">
                <a:tc>
                  <a:txBody>
                    <a:bodyPr/>
                    <a:lstStyle/>
                    <a:p>
                      <a:pPr algn="ctr" fontAlgn="b"/>
                      <a:r>
                        <a:rPr lang="en-US" sz="900" b="0" i="0" u="none" strike="noStrike">
                          <a:solidFill>
                            <a:srgbClr val="000000"/>
                          </a:solidFill>
                          <a:effectLst/>
                          <a:latin typeface="Aptos Narrow"/>
                        </a:rPr>
                        <a:t>WLAN/BT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Whalepeak-2 (2x2)</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panose="020B0004020202020204" pitchFamily="34" charset="0"/>
                        </a:rPr>
                        <a:t>Intel Garfield Peak 2/ Fillmore Peak 2</a:t>
                      </a:r>
                      <a:br>
                        <a:rPr lang="en-US" sz="900" b="0" i="0" u="none" strike="noStrike">
                          <a:solidFill>
                            <a:srgbClr val="000000"/>
                          </a:solidFill>
                          <a:effectLst/>
                          <a:latin typeface="Aptos Narrow" panose="020B0004020202020204" pitchFamily="34" charset="0"/>
                        </a:rPr>
                      </a:br>
                      <a:r>
                        <a:rPr lang="en-US" sz="900" b="0" i="0" u="none" strike="noStrike">
                          <a:solidFill>
                            <a:srgbClr val="FF0000"/>
                          </a:solidFill>
                          <a:effectLst/>
                          <a:latin typeface="Aptos Narrow" panose="020B0004020202020204" pitchFamily="34" charset="0"/>
                        </a:rPr>
                        <a:t>MTK MT7925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chemeClr val="bg1"/>
                          </a:solidFill>
                          <a:effectLst/>
                          <a:latin typeface="Aptos Narrow"/>
                        </a:rPr>
                        <a:t>Not align with RVP/AEP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215887230"/>
                  </a:ext>
                </a:extLst>
              </a:tr>
              <a:tr h="375630">
                <a:tc>
                  <a:txBody>
                    <a:bodyPr/>
                    <a:lstStyle/>
                    <a:p>
                      <a:pPr algn="ctr" fontAlgn="b"/>
                      <a:r>
                        <a:rPr lang="en-US" sz="900" b="0" i="0" u="none" strike="noStrike">
                          <a:solidFill>
                            <a:srgbClr val="000000"/>
                          </a:solidFill>
                          <a:effectLst/>
                          <a:latin typeface="Aptos Narrow"/>
                        </a:rPr>
                        <a:t>Audio Codec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Realtek ALC712-VB, ALC1320 , ALC722(RVP)</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Cirrus Logic CS35L56(AEP)</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Cirrus Logic CS42L43(BEP MIPI/I2S)</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FF0000"/>
                          </a:solidFill>
                          <a:effectLst/>
                          <a:latin typeface="Aptos Narrow" panose="020B0004020202020204" pitchFamily="34" charset="0"/>
                        </a:rPr>
                        <a:t>Realtek ALC3315-CG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chemeClr val="bg1"/>
                          </a:solidFill>
                          <a:effectLst/>
                          <a:latin typeface="Aptos Narrow"/>
                        </a:rPr>
                        <a:t>ALC3315, is it HP part?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4283619733"/>
                  </a:ext>
                </a:extLst>
              </a:tr>
              <a:tr h="257787">
                <a:tc>
                  <a:txBody>
                    <a:bodyPr/>
                    <a:lstStyle/>
                    <a:p>
                      <a:pPr algn="ctr" fontAlgn="b"/>
                      <a:r>
                        <a:rPr lang="en-US" sz="900" b="0" i="0" u="none" strike="noStrike">
                          <a:solidFill>
                            <a:srgbClr val="000000"/>
                          </a:solidFill>
                          <a:effectLst/>
                          <a:latin typeface="Aptos Narrow"/>
                        </a:rPr>
                        <a:t>Audio Amplify</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N/A , within codec (RVP)</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CLASS_D_AMP,NA,CS35L63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FF0000"/>
                          </a:solidFill>
                          <a:effectLst/>
                          <a:latin typeface="Aptos Narrow" panose="020B0004020202020204" pitchFamily="34" charset="0"/>
                        </a:rPr>
                        <a:t>Cirrus Logic CS35L51A-CWZR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chemeClr val="bg1"/>
                          </a:solidFill>
                          <a:effectLst/>
                          <a:latin typeface="Aptos Narrow"/>
                        </a:rPr>
                        <a:t>Not align with RVP/AEP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3447059692"/>
                  </a:ext>
                </a:extLst>
              </a:tr>
              <a:tr h="257787">
                <a:tc>
                  <a:txBody>
                    <a:bodyPr/>
                    <a:lstStyle/>
                    <a:p>
                      <a:pPr algn="ctr" fontAlgn="b"/>
                      <a:r>
                        <a:rPr lang="en-US" sz="900" b="0" i="0" u="none" strike="noStrike">
                          <a:solidFill>
                            <a:srgbClr val="000000"/>
                          </a:solidFill>
                          <a:effectLst/>
                          <a:latin typeface="Aptos Narrow"/>
                        </a:rPr>
                        <a:t>BIOS Flash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Macronix 64MB</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GigaDevice GD25LB512MEYIGR 64MB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panose="020B0004020202020204" pitchFamily="34" charset="0"/>
                        </a:rPr>
                        <a:t>WND/GGD/XMC/MAX 32MB</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3668067"/>
                  </a:ext>
                </a:extLst>
              </a:tr>
              <a:tr h="139943">
                <a:tc>
                  <a:txBody>
                    <a:bodyPr/>
                    <a:lstStyle/>
                    <a:p>
                      <a:pPr algn="ctr" fontAlgn="b"/>
                      <a:r>
                        <a:rPr lang="en-US" sz="900" b="0" i="0" u="none" strike="noStrike">
                          <a:solidFill>
                            <a:srgbClr val="000000"/>
                          </a:solidFill>
                          <a:effectLst/>
                          <a:latin typeface="Aptos Narrow"/>
                        </a:rPr>
                        <a:t>DDS Switch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chemeClr val="tx1"/>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0062091"/>
                  </a:ext>
                </a:extLst>
              </a:tr>
              <a:tr h="139943">
                <a:tc>
                  <a:txBody>
                    <a:bodyPr/>
                    <a:lstStyle/>
                    <a:p>
                      <a:pPr algn="ctr" fontAlgn="b"/>
                      <a:r>
                        <a:rPr lang="en-US" sz="900" b="0" i="0" u="none" strike="noStrike">
                          <a:solidFill>
                            <a:srgbClr val="000000"/>
                          </a:solidFill>
                          <a:effectLst/>
                          <a:latin typeface="Aptos Narrow"/>
                        </a:rPr>
                        <a:t>HDMI Pcon</a:t>
                      </a:r>
                      <a:endParaRPr lang="en-US" sz="9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chemeClr val="tx1"/>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0465091"/>
                  </a:ext>
                </a:extLst>
              </a:tr>
              <a:tr h="375630">
                <a:tc>
                  <a:txBody>
                    <a:bodyPr/>
                    <a:lstStyle/>
                    <a:p>
                      <a:pPr algn="ctr" fontAlgn="b"/>
                      <a:r>
                        <a:rPr lang="en-US" sz="900" b="0" i="0" u="none" strike="noStrike">
                          <a:solidFill>
                            <a:srgbClr val="000000"/>
                          </a:solidFill>
                          <a:effectLst/>
                          <a:latin typeface="Aptos Narrow"/>
                        </a:rPr>
                        <a:t>DP Redriver</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DP Retimer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no DP </a:t>
                      </a:r>
                      <a:r>
                        <a:rPr lang="en-US" sz="900" b="0" i="0" u="none" strike="noStrike" err="1">
                          <a:solidFill>
                            <a:srgbClr val="000000"/>
                          </a:solidFill>
                          <a:effectLst/>
                          <a:latin typeface="Aptos Narrow"/>
                        </a:rPr>
                        <a:t>redriver</a:t>
                      </a:r>
                      <a:r>
                        <a:rPr lang="en-US" sz="900" b="0" i="0" u="none" strike="noStrike">
                          <a:solidFill>
                            <a:srgbClr val="000000"/>
                          </a:solidFill>
                          <a:effectLst/>
                          <a:latin typeface="Aptos Narrow"/>
                        </a:rPr>
                        <a:t>/</a:t>
                      </a:r>
                      <a:r>
                        <a:rPr lang="en-US" sz="900" b="0" i="0" u="none" strike="noStrike" err="1">
                          <a:solidFill>
                            <a:srgbClr val="000000"/>
                          </a:solidFill>
                          <a:effectLst/>
                          <a:latin typeface="Aptos Narrow"/>
                        </a:rPr>
                        <a:t>retimer</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PS8419(</a:t>
                      </a:r>
                      <a:r>
                        <a:rPr lang="en-US" sz="900" b="0" i="0" u="none" strike="noStrike" err="1">
                          <a:solidFill>
                            <a:srgbClr val="000000"/>
                          </a:solidFill>
                          <a:effectLst/>
                          <a:latin typeface="Aptos Narrow"/>
                        </a:rPr>
                        <a:t>retimer</a:t>
                      </a:r>
                      <a:r>
                        <a:rPr lang="en-US" sz="900" b="0" i="0" u="none" strike="noStrike">
                          <a:solidFill>
                            <a:srgbClr val="000000"/>
                          </a:solidFill>
                          <a:effectLst/>
                          <a:latin typeface="Aptos Narrow"/>
                        </a:rPr>
                        <a:t> , for HDMI)</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PS8219(</a:t>
                      </a:r>
                      <a:r>
                        <a:rPr lang="en-US" sz="900" b="0" i="0" u="none" strike="noStrike" err="1">
                          <a:solidFill>
                            <a:srgbClr val="000000"/>
                          </a:solidFill>
                          <a:effectLst/>
                          <a:latin typeface="Aptos Narrow"/>
                        </a:rPr>
                        <a:t>redriver</a:t>
                      </a:r>
                      <a:r>
                        <a:rPr lang="en-US" sz="900" b="0" i="0" u="none" strike="noStrike">
                          <a:solidFill>
                            <a:srgbClr val="000000"/>
                          </a:solidFill>
                          <a:effectLst/>
                          <a:latin typeface="Aptos Narrow"/>
                        </a:rPr>
                        <a:t>, for HDMI)</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FF0000"/>
                          </a:solidFill>
                          <a:effectLst/>
                          <a:latin typeface="Aptos Narrow" panose="020B0004020202020204" pitchFamily="34" charset="0"/>
                        </a:rPr>
                        <a:t>ANX7494 (HDMI 6 G re-driver)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chemeClr val="bg1"/>
                          </a:solidFill>
                          <a:effectLst/>
                          <a:latin typeface="Aptos Narrow" panose="020B0004020202020204" pitchFamily="34" charset="0"/>
                        </a:rPr>
                        <a:t>ANX7494 not the same as RVP/</a:t>
                      </a:r>
                      <a:r>
                        <a:rPr lang="en-US" sz="900" b="0" i="0" u="none" strike="noStrike" err="1">
                          <a:solidFill>
                            <a:schemeClr val="bg1"/>
                          </a:solidFill>
                          <a:effectLst/>
                          <a:latin typeface="Aptos Narrow" panose="020B0004020202020204" pitchFamily="34" charset="0"/>
                        </a:rPr>
                        <a:t>xEP</a:t>
                      </a:r>
                      <a:endParaRPr lang="en-US" sz="900" b="0" i="0" u="none" strike="noStrike">
                        <a:solidFill>
                          <a:schemeClr val="bg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733360713"/>
                  </a:ext>
                </a:extLst>
              </a:tr>
              <a:tr h="257787">
                <a:tc>
                  <a:txBody>
                    <a:bodyPr/>
                    <a:lstStyle/>
                    <a:p>
                      <a:pPr algn="ctr" fontAlgn="b"/>
                      <a:r>
                        <a:rPr lang="en-US" sz="900" b="0" i="0" u="none" strike="noStrike">
                          <a:solidFill>
                            <a:srgbClr val="000000"/>
                          </a:solidFill>
                          <a:effectLst/>
                          <a:latin typeface="Aptos Narrow"/>
                        </a:rPr>
                        <a:t>PCIE Redriver</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PCIE Retimer</a:t>
                      </a:r>
                      <a:endParaRPr lang="en-US" sz="9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0" i="0" u="none" strike="noStrike">
                          <a:solidFill>
                            <a:srgbClr val="000000"/>
                          </a:solidFill>
                          <a:effectLst/>
                          <a:latin typeface="Aptos Narrow" panose="020B0004020202020204" pitchFamily="34" charset="0"/>
                        </a:rPr>
                        <a:t>NA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5317973"/>
                  </a:ext>
                </a:extLst>
              </a:tr>
              <a:tr h="139943">
                <a:tc>
                  <a:txBody>
                    <a:bodyPr/>
                    <a:lstStyle/>
                    <a:p>
                      <a:pPr algn="ctr" fontAlgn="b"/>
                      <a:r>
                        <a:rPr lang="en-US" sz="900" b="0" i="0" u="none" strike="noStrike">
                          <a:solidFill>
                            <a:srgbClr val="000000"/>
                          </a:solidFill>
                          <a:effectLst/>
                          <a:latin typeface="Aptos Narrow"/>
                        </a:rPr>
                        <a:t>Discrete TBT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Barlow Ridge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0" i="0" u="none" strike="noStrike">
                          <a:solidFill>
                            <a:srgbClr val="000000"/>
                          </a:solidFill>
                          <a:effectLst/>
                          <a:latin typeface="Aptos Narrow" panose="020B0004020202020204" pitchFamily="34" charset="0"/>
                        </a:rPr>
                        <a:t>NA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9992952"/>
                  </a:ext>
                </a:extLst>
              </a:tr>
              <a:tr h="139943">
                <a:tc>
                  <a:txBody>
                    <a:bodyPr/>
                    <a:lstStyle/>
                    <a:p>
                      <a:pPr algn="ctr" fontAlgn="b"/>
                      <a:r>
                        <a:rPr lang="en-US" sz="900" b="0" i="0" u="none" strike="noStrike">
                          <a:solidFill>
                            <a:srgbClr val="000000"/>
                          </a:solidFill>
                          <a:effectLst/>
                          <a:latin typeface="Aptos Narrow"/>
                        </a:rPr>
                        <a:t>TBT Retimer</a:t>
                      </a:r>
                      <a:endParaRPr lang="en-US" sz="9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HBR(RVP, AEP)  , GBR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0" i="0" u="none" strike="noStrike">
                          <a:solidFill>
                            <a:srgbClr val="000000"/>
                          </a:solidFill>
                          <a:effectLst/>
                          <a:latin typeface="Aptos Narrow" panose="020B0004020202020204" pitchFamily="34" charset="0"/>
                        </a:rPr>
                        <a:t>HBR*1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chemeClr val="tx1"/>
                          </a:solidFill>
                          <a:effectLst/>
                          <a:latin typeface="Aptos Narrow"/>
                        </a:rPr>
                        <a:t>Same as RVP/AEP,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523388833"/>
                  </a:ext>
                </a:extLst>
              </a:tr>
              <a:tr h="257787">
                <a:tc>
                  <a:txBody>
                    <a:bodyPr/>
                    <a:lstStyle/>
                    <a:p>
                      <a:pPr algn="ctr" fontAlgn="b"/>
                      <a:r>
                        <a:rPr lang="en-US" sz="900" b="0" i="0" u="none" strike="noStrike">
                          <a:solidFill>
                            <a:srgbClr val="000000"/>
                          </a:solidFill>
                          <a:effectLst/>
                          <a:latin typeface="Aptos Narrow"/>
                        </a:rPr>
                        <a:t>PD Controller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CYPD6229(RVP) ; </a:t>
                      </a:r>
                      <a:r>
                        <a:rPr lang="en-US" sz="900" b="0" i="0" u="none" strike="noStrike">
                          <a:solidFill>
                            <a:srgbClr val="FF0000"/>
                          </a:solidFill>
                          <a:effectLst/>
                          <a:latin typeface="Aptos Narrow"/>
                        </a:rPr>
                        <a:t>TPS66994 (AEP);</a:t>
                      </a:r>
                      <a:r>
                        <a:rPr lang="en-US" sz="900" b="0" i="0" u="none" strike="noStrike">
                          <a:solidFill>
                            <a:srgbClr val="000000"/>
                          </a:solidFill>
                          <a:effectLst/>
                          <a:latin typeface="Aptos Narrow"/>
                        </a:rPr>
                        <a:t> RTS5453P-28(RVP)</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GBR(BEP)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it-IT" sz="900" b="0" i="0" u="none" strike="noStrike">
                          <a:solidFill>
                            <a:srgbClr val="FF0000"/>
                          </a:solidFill>
                          <a:effectLst/>
                          <a:latin typeface="Aptos Narrow" panose="020B0004020202020204" pitchFamily="34" charset="0"/>
                        </a:rPr>
                        <a:t>Realtek RTS5458P </a:t>
                      </a:r>
                      <a:r>
                        <a:rPr lang="it-IT" sz="900" b="0" i="0" u="none" strike="noStrike">
                          <a:solidFill>
                            <a:srgbClr val="000000"/>
                          </a:solidFill>
                          <a:effectLst/>
                          <a:latin typeface="Aptos Narrow" panose="020B0004020202020204" pitchFamily="34" charset="0"/>
                        </a:rPr>
                        <a:t>/ TI 66994(reserve)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chemeClr val="tx1"/>
                          </a:solidFill>
                          <a:effectLst/>
                          <a:latin typeface="Aptos Narrow"/>
                        </a:rPr>
                        <a:t>Is RTS5458 and 5453 the same part?</a:t>
                      </a:r>
                    </a:p>
                    <a:p>
                      <a:pPr algn="ctr" fontAlgn="b"/>
                      <a:r>
                        <a:rPr lang="en-US" sz="900" b="0" i="0" u="none" strike="noStrike">
                          <a:solidFill>
                            <a:schemeClr val="tx1"/>
                          </a:solidFill>
                          <a:effectLst/>
                          <a:latin typeface="Aptos Narrow"/>
                        </a:rPr>
                        <a:t>TI TPS66994 is same as AEP, no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95989801"/>
                  </a:ext>
                </a:extLst>
              </a:tr>
              <a:tr h="257787">
                <a:tc>
                  <a:txBody>
                    <a:bodyPr/>
                    <a:lstStyle/>
                    <a:p>
                      <a:pPr algn="ctr" fontAlgn="b"/>
                      <a:r>
                        <a:rPr lang="en-US" sz="900" b="0" i="0" u="none" strike="noStrike">
                          <a:solidFill>
                            <a:srgbClr val="000000"/>
                          </a:solidFill>
                          <a:effectLst/>
                          <a:latin typeface="Aptos Narrow"/>
                        </a:rPr>
                        <a:t>USB3.2 Gen2 </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Retimer</a:t>
                      </a:r>
                      <a:endParaRPr lang="en-US" sz="9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Doides PI3EQX1004E2ZTFEX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0" i="0" u="none" strike="noStrike">
                          <a:solidFill>
                            <a:srgbClr val="FF0000"/>
                          </a:solidFill>
                          <a:effectLst/>
                          <a:latin typeface="Aptos Narrow" panose="020B0004020202020204" pitchFamily="34" charset="0"/>
                        </a:rPr>
                        <a:t>TI TUSB1002ARGER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3815059"/>
                  </a:ext>
                </a:extLst>
              </a:tr>
              <a:tr h="257787">
                <a:tc>
                  <a:txBody>
                    <a:bodyPr/>
                    <a:lstStyle/>
                    <a:p>
                      <a:pPr algn="ctr" fontAlgn="b"/>
                      <a:r>
                        <a:rPr lang="en-US" sz="900" b="0" i="0" u="none" strike="noStrike">
                          <a:solidFill>
                            <a:srgbClr val="000000"/>
                          </a:solidFill>
                          <a:effectLst/>
                          <a:latin typeface="Aptos Narrow"/>
                        </a:rPr>
                        <a:t>USB3 Retimer</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USB3 Redriver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Diodes PI3EQX1002E redriver  (RVP)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sz="900" b="0" i="0" u="none" strike="noStrike">
                          <a:solidFill>
                            <a:srgbClr val="FF0000"/>
                          </a:solidFill>
                          <a:effectLst/>
                          <a:latin typeface="Aptos Narrow" panose="020B0004020202020204" pitchFamily="34" charset="0"/>
                        </a:rPr>
                        <a:t>TUSB522PRGER (5G re-driver)</a:t>
                      </a:r>
                      <a:br>
                        <a:rPr lang="en-US" sz="900" b="0" i="0" u="none" strike="noStrike">
                          <a:solidFill>
                            <a:srgbClr val="FF0000"/>
                          </a:solidFill>
                          <a:effectLst/>
                          <a:latin typeface="Aptos Narrow" panose="020B0004020202020204" pitchFamily="34" charset="0"/>
                        </a:rPr>
                      </a:br>
                      <a:r>
                        <a:rPr lang="en-US" sz="900" b="0" i="0" u="none" strike="noStrike">
                          <a:solidFill>
                            <a:srgbClr val="FF0000"/>
                          </a:solidFill>
                          <a:effectLst/>
                          <a:latin typeface="Aptos Narrow" panose="020B0004020202020204" pitchFamily="34" charset="0"/>
                        </a:rPr>
                        <a:t>TUSB1002ARGER (10G re-driver)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US" sz="900" b="0" i="0" u="none" strike="noStrike">
                          <a:solidFill>
                            <a:schemeClr val="tx1"/>
                          </a:solidFill>
                          <a:effectLst/>
                          <a:latin typeface="Aptos Narrow"/>
                        </a:rPr>
                        <a:t>Need to check TI part vs Diode part from power, function perspective. </a:t>
                      </a:r>
                    </a:p>
                    <a:p>
                      <a:pPr algn="l" fontAlgn="b"/>
                      <a:r>
                        <a:rPr lang="en-US" sz="900" b="0" i="0" u="none" strike="noStrike">
                          <a:solidFill>
                            <a:schemeClr val="tx1"/>
                          </a:solidFill>
                          <a:effectLst/>
                          <a:latin typeface="Aptos Narrow"/>
                        </a:rPr>
                        <a:t>Need to get TI datasheet to compare power consumption especially unplug </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87134404"/>
                  </a:ext>
                </a:extLst>
              </a:tr>
              <a:tr h="139943">
                <a:tc>
                  <a:txBody>
                    <a:bodyPr/>
                    <a:lstStyle/>
                    <a:p>
                      <a:pPr algn="ctr" fontAlgn="b"/>
                      <a:r>
                        <a:rPr lang="en-US" sz="900" b="0" i="0" u="none" strike="noStrike">
                          <a:solidFill>
                            <a:srgbClr val="000000"/>
                          </a:solidFill>
                          <a:effectLst/>
                          <a:latin typeface="Aptos Narrow"/>
                        </a:rPr>
                        <a:t>USB2 Redriver</a:t>
                      </a:r>
                      <a:endParaRPr lang="en-US" sz="9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TUSB212IRWBR(AEP , BEP-reserved)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0" i="0" u="none" strike="noStrike">
                          <a:solidFill>
                            <a:srgbClr val="000000"/>
                          </a:solidFill>
                          <a:effectLst/>
                          <a:latin typeface="Aptos Narrow" panose="020B0004020202020204" pitchFamily="34" charset="0"/>
                        </a:rPr>
                        <a:t>NA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582764"/>
                  </a:ext>
                </a:extLst>
              </a:tr>
              <a:tr h="257787">
                <a:tc>
                  <a:txBody>
                    <a:bodyPr/>
                    <a:lstStyle/>
                    <a:p>
                      <a:pPr algn="ctr" fontAlgn="b"/>
                      <a:r>
                        <a:rPr lang="en-US" sz="900" b="0" i="0" u="none" strike="noStrike">
                          <a:solidFill>
                            <a:srgbClr val="000000"/>
                          </a:solidFill>
                          <a:effectLst/>
                          <a:latin typeface="Aptos Narrow"/>
                        </a:rPr>
                        <a:t>Discrete TPM</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Infineon SLB9672VQ 2.0 (RVP, AEP, BEP)</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Nations Tech Z32H330TC(RVP)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sz="900" b="0" i="0" u="none" strike="noStrike" err="1">
                          <a:solidFill>
                            <a:srgbClr val="FF0000"/>
                          </a:solidFill>
                          <a:effectLst/>
                          <a:latin typeface="Aptos Narrow" panose="020B0004020202020204" pitchFamily="34" charset="0"/>
                        </a:rPr>
                        <a:t>fTPM</a:t>
                      </a:r>
                      <a:r>
                        <a:rPr lang="en-US" sz="900" b="0" i="0" u="none" strike="noStrike">
                          <a:solidFill>
                            <a:srgbClr val="FF0000"/>
                          </a:solidFill>
                          <a:effectLst/>
                          <a:latin typeface="Aptos Narrow" panose="020B0004020202020204" pitchFamily="34" charset="0"/>
                        </a:rPr>
                        <a:t> as Base line</a:t>
                      </a:r>
                      <a:br>
                        <a:rPr lang="en-US" sz="900" b="0" i="0" u="none" strike="noStrike">
                          <a:solidFill>
                            <a:srgbClr val="FF0000"/>
                          </a:solidFill>
                          <a:effectLst/>
                          <a:latin typeface="Aptos Narrow" panose="020B0004020202020204" pitchFamily="34" charset="0"/>
                        </a:rPr>
                      </a:br>
                      <a:r>
                        <a:rPr lang="en-US" sz="900" b="0" i="0" u="none" strike="noStrike">
                          <a:solidFill>
                            <a:srgbClr val="FF0000"/>
                          </a:solidFill>
                          <a:effectLst/>
                          <a:latin typeface="Aptos Narrow" panose="020B0004020202020204" pitchFamily="34" charset="0"/>
                        </a:rPr>
                        <a:t>NPCT760HABYX(design reserve)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chemeClr val="tx1"/>
                          </a:solidFill>
                          <a:effectLst/>
                          <a:latin typeface="Aptos Narrow"/>
                        </a:rPr>
                        <a:t>Need to check NPC part power data</a:t>
                      </a:r>
                    </a:p>
                    <a:p>
                      <a:pPr algn="ctr" fontAlgn="b"/>
                      <a:r>
                        <a:rPr lang="en-US" sz="900" b="0" i="0" u="none" strike="noStrike">
                          <a:solidFill>
                            <a:schemeClr val="tx1"/>
                          </a:solidFill>
                          <a:effectLst/>
                          <a:latin typeface="Aptos Narrow"/>
                        </a:rPr>
                        <a:t>Get datasheet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2663906609"/>
                  </a:ext>
                </a:extLst>
              </a:tr>
              <a:tr h="139943">
                <a:tc>
                  <a:txBody>
                    <a:bodyPr/>
                    <a:lstStyle/>
                    <a:p>
                      <a:pPr algn="ctr" fontAlgn="b"/>
                      <a:r>
                        <a:rPr lang="en-US" sz="900" b="0" i="0" u="none" strike="noStrike">
                          <a:solidFill>
                            <a:srgbClr val="000000"/>
                          </a:solidFill>
                          <a:effectLst/>
                          <a:latin typeface="Aptos Narrow"/>
                        </a:rPr>
                        <a:t>Card Reader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BayHub BH770GG7(AEP)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0" i="0" u="none" strike="noStrike">
                          <a:solidFill>
                            <a:srgbClr val="000000"/>
                          </a:solidFill>
                          <a:effectLst/>
                          <a:latin typeface="Aptos Narrow" panose="020B0004020202020204" pitchFamily="34" charset="0"/>
                        </a:rPr>
                        <a:t>NA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8671468"/>
                  </a:ext>
                </a:extLst>
              </a:tr>
              <a:tr h="139943">
                <a:tc>
                  <a:txBody>
                    <a:bodyPr/>
                    <a:lstStyle/>
                    <a:p>
                      <a:pPr algn="ctr" fontAlgn="b"/>
                      <a:r>
                        <a:rPr lang="en-US" sz="900" b="0" i="0" u="none" strike="noStrike">
                          <a:solidFill>
                            <a:srgbClr val="000000"/>
                          </a:solidFill>
                          <a:effectLst/>
                          <a:latin typeface="Aptos Narrow"/>
                        </a:rPr>
                        <a:t>eDP Panel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sz="900" b="0" i="0" u="none" strike="noStrike">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chemeClr val="tx1"/>
                          </a:solidFill>
                          <a:effectLst/>
                          <a:latin typeface="Aptos Narrow"/>
                        </a:rPr>
                        <a:t>Can HP provide panel list for reference?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F08"/>
                    </a:solidFill>
                  </a:tcPr>
                </a:tc>
                <a:extLst>
                  <a:ext uri="{0D108BD9-81ED-4DB2-BD59-A6C34878D82A}">
                    <a16:rowId xmlns:a16="http://schemas.microsoft.com/office/drawing/2014/main" val="4173525851"/>
                  </a:ext>
                </a:extLst>
              </a:tr>
              <a:tr h="139943">
                <a:tc>
                  <a:txBody>
                    <a:bodyPr/>
                    <a:lstStyle/>
                    <a:p>
                      <a:pPr algn="ctr" fontAlgn="b"/>
                      <a:r>
                        <a:rPr lang="en-US" sz="900" b="0" i="0" u="none" strike="noStrike">
                          <a:solidFill>
                            <a:srgbClr val="000000"/>
                          </a:solidFill>
                          <a:effectLst/>
                          <a:latin typeface="Aptos Narrow"/>
                        </a:rPr>
                        <a:t>PCB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T3 or T4, 6L or 8L or 10 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sz="900" b="0" i="0" u="none" strike="noStrike">
                          <a:solidFill>
                            <a:srgbClr val="000000"/>
                          </a:solidFill>
                          <a:effectLst/>
                          <a:latin typeface="Aptos Narrow" panose="020B0004020202020204" pitchFamily="34" charset="0"/>
                        </a:rPr>
                        <a:t>T3 10L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err="1">
                          <a:solidFill>
                            <a:schemeClr val="tx1"/>
                          </a:solidFill>
                          <a:effectLst/>
                          <a:latin typeface="Aptos Narrow"/>
                        </a:rPr>
                        <a:t>iPDS</a:t>
                      </a:r>
                      <a:r>
                        <a:rPr lang="en-US" sz="900" b="0" i="0" u="none" strike="noStrike">
                          <a:solidFill>
                            <a:schemeClr val="tx1"/>
                          </a:solidFill>
                          <a:effectLst/>
                          <a:latin typeface="Aptos Narrow"/>
                        </a:rPr>
                        <a:t>, </a:t>
                      </a:r>
                      <a:r>
                        <a:rPr lang="en-US" sz="900" b="0" i="0" u="none" strike="noStrike" err="1">
                          <a:solidFill>
                            <a:schemeClr val="tx1"/>
                          </a:solidFill>
                          <a:effectLst/>
                          <a:latin typeface="Aptos Narrow"/>
                        </a:rPr>
                        <a:t>iCCT</a:t>
                      </a:r>
                      <a:r>
                        <a:rPr lang="en-US" sz="900" b="0" i="0" u="none" strike="noStrike">
                          <a:solidFill>
                            <a:schemeClr val="tx1"/>
                          </a:solidFill>
                          <a:effectLst/>
                          <a:latin typeface="Aptos Narrow"/>
                        </a:rPr>
                        <a:t>, SGC show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2796831092"/>
                  </a:ext>
                </a:extLst>
              </a:tr>
              <a:tr h="241143">
                <a:tc>
                  <a:txBody>
                    <a:bodyPr/>
                    <a:lstStyle/>
                    <a:p>
                      <a:pPr algn="ctr" fontAlgn="b"/>
                      <a:r>
                        <a:rPr lang="en-US" sz="900" b="0" i="0" u="none" strike="noStrike">
                          <a:solidFill>
                            <a:srgbClr val="000000"/>
                          </a:solidFill>
                          <a:effectLst/>
                          <a:latin typeface="Aptos Narrow"/>
                        </a:rPr>
                        <a:t>Storage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Gen4 NVMe WD SN810 CS-512GB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sz="900" b="0" i="0" u="none" strike="noStrike">
                          <a:solidFill>
                            <a:srgbClr val="000000"/>
                          </a:solidFill>
                          <a:effectLst/>
                          <a:latin typeface="Aptos Narrow" panose="020B0004020202020204" pitchFamily="34" charset="0"/>
                        </a:rPr>
                        <a:t>Gen4 M.2 </a:t>
                      </a:r>
                      <a:r>
                        <a:rPr lang="en-US" sz="900" b="0" i="0" u="none" strike="noStrike" err="1">
                          <a:solidFill>
                            <a:srgbClr val="000000"/>
                          </a:solidFill>
                          <a:effectLst/>
                          <a:latin typeface="Aptos Narrow" panose="020B0004020202020204" pitchFamily="34" charset="0"/>
                        </a:rPr>
                        <a:t>NVMe</a:t>
                      </a:r>
                      <a:r>
                        <a:rPr lang="en-US" sz="900" b="0" i="0" u="none" strike="noStrike">
                          <a:solidFill>
                            <a:srgbClr val="000000"/>
                          </a:solidFill>
                          <a:effectLst/>
                          <a:latin typeface="Aptos Narrow" panose="020B0004020202020204" pitchFamily="34" charset="0"/>
                        </a:rPr>
                        <a:t> *1</a:t>
                      </a:r>
                      <a:br>
                        <a:rPr lang="en-US" sz="900" b="0" i="0" u="none" strike="noStrike">
                          <a:solidFill>
                            <a:srgbClr val="000000"/>
                          </a:solidFill>
                          <a:effectLst/>
                          <a:latin typeface="Aptos Narrow" panose="020B0004020202020204" pitchFamily="34" charset="0"/>
                        </a:rPr>
                      </a:br>
                      <a:r>
                        <a:rPr lang="en-US" sz="900" b="0" i="0" u="none" strike="noStrike">
                          <a:solidFill>
                            <a:srgbClr val="FF0000"/>
                          </a:solidFill>
                          <a:effectLst/>
                          <a:latin typeface="Aptos Narrow" panose="020B0004020202020204" pitchFamily="34" charset="0"/>
                        </a:rPr>
                        <a:t>Gen5 M.2 NVME *1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chemeClr val="bg1"/>
                          </a:solidFill>
                          <a:effectLst/>
                          <a:latin typeface="Aptos Narrow"/>
                        </a:rPr>
                        <a:t>Gen5 SSD not optimize for power, prefer Gen4. SSD P/N share by HP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779406696"/>
                  </a:ext>
                </a:extLst>
              </a:tr>
              <a:tr h="257787">
                <a:tc>
                  <a:txBody>
                    <a:bodyPr/>
                    <a:lstStyle/>
                    <a:p>
                      <a:pPr algn="ctr" fontAlgn="b"/>
                      <a:r>
                        <a:rPr lang="en-US" sz="900" b="0" i="0" u="none" strike="noStrike">
                          <a:solidFill>
                            <a:srgbClr val="000000"/>
                          </a:solidFill>
                          <a:effectLst/>
                          <a:latin typeface="Aptos Narrow"/>
                        </a:rPr>
                        <a:t>Charger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RAA489110ARGNP(RVP, AEP)</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 SC8885SQDER(BEP)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sz="900" b="0" i="0" u="none" strike="noStrike">
                          <a:solidFill>
                            <a:srgbClr val="FF0000"/>
                          </a:solidFill>
                          <a:effectLst/>
                          <a:latin typeface="Aptos Narrow" panose="020B0004020202020204" pitchFamily="34" charset="0"/>
                        </a:rPr>
                        <a:t>TI BQ25728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chemeClr val="tx1"/>
                          </a:solidFill>
                          <a:effectLst/>
                          <a:latin typeface="Aptos Narrow"/>
                        </a:rPr>
                        <a:t>Not the same as RVP/</a:t>
                      </a:r>
                      <a:r>
                        <a:rPr lang="en-US" sz="900" b="0" i="0" u="none" strike="noStrike" kern="1200" err="1">
                          <a:solidFill>
                            <a:schemeClr val="tx1"/>
                          </a:solidFill>
                          <a:effectLst/>
                          <a:latin typeface="Aptos Narrow"/>
                          <a:ea typeface="+mn-ea"/>
                          <a:cs typeface="+mn-cs"/>
                        </a:rPr>
                        <a:t>xEP</a:t>
                      </a:r>
                      <a:r>
                        <a:rPr lang="en-US" sz="900" b="0" i="0" u="none" strike="noStrike" kern="1200">
                          <a:solidFill>
                            <a:schemeClr val="tx1"/>
                          </a:solidFill>
                          <a:effectLst/>
                          <a:latin typeface="Aptos Narrow"/>
                          <a:ea typeface="+mn-ea"/>
                          <a:cs typeface="+mn-cs"/>
                        </a:rPr>
                        <a:t>, the power consumption difference between BQ25728 and RAA489110 is not significant, low risk</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FF66"/>
                    </a:solidFill>
                  </a:tcPr>
                </a:tc>
                <a:extLst>
                  <a:ext uri="{0D108BD9-81ED-4DB2-BD59-A6C34878D82A}">
                    <a16:rowId xmlns:a16="http://schemas.microsoft.com/office/drawing/2014/main" val="498611769"/>
                  </a:ext>
                </a:extLst>
              </a:tr>
            </a:tbl>
          </a:graphicData>
        </a:graphic>
      </p:graphicFrame>
      <p:sp>
        <p:nvSpPr>
          <p:cNvPr id="5" name="TextBox 4">
            <a:extLst>
              <a:ext uri="{FF2B5EF4-FFF2-40B4-BE49-F238E27FC236}">
                <a16:creationId xmlns:a16="http://schemas.microsoft.com/office/drawing/2014/main" id="{4F388C07-3CA2-AFAA-4830-D8EE8951AEB8}"/>
              </a:ext>
            </a:extLst>
          </p:cNvPr>
          <p:cNvSpPr txBox="1"/>
          <p:nvPr/>
        </p:nvSpPr>
        <p:spPr>
          <a:xfrm>
            <a:off x="4745734" y="-54864"/>
            <a:ext cx="38130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sym typeface="Helvetica Neue"/>
              </a:rPr>
              <a:t>PTL Designs BOM - Trekker</a:t>
            </a:r>
          </a:p>
        </p:txBody>
      </p:sp>
    </p:spTree>
    <p:extLst>
      <p:ext uri="{BB962C8B-B14F-4D97-AF65-F5344CB8AC3E}">
        <p14:creationId xmlns:p14="http://schemas.microsoft.com/office/powerpoint/2010/main" val="2911330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E9C2FB9-8B38-F96A-5C47-80AD7F91050B}"/>
              </a:ext>
            </a:extLst>
          </p:cNvPr>
          <p:cNvGraphicFramePr>
            <a:graphicFrameLocks noGrp="1"/>
          </p:cNvGraphicFramePr>
          <p:nvPr>
            <p:extLst>
              <p:ext uri="{D42A27DB-BD31-4B8C-83A1-F6EECF244321}">
                <p14:modId xmlns:p14="http://schemas.microsoft.com/office/powerpoint/2010/main" val="2931659070"/>
              </p:ext>
            </p:extLst>
          </p:nvPr>
        </p:nvGraphicFramePr>
        <p:xfrm>
          <a:off x="283462" y="347472"/>
          <a:ext cx="11475721" cy="7151096"/>
        </p:xfrm>
        <a:graphic>
          <a:graphicData uri="http://schemas.openxmlformats.org/drawingml/2006/table">
            <a:tbl>
              <a:tblPr/>
              <a:tblGrid>
                <a:gridCol w="1446472">
                  <a:extLst>
                    <a:ext uri="{9D8B030D-6E8A-4147-A177-3AD203B41FA5}">
                      <a16:colId xmlns:a16="http://schemas.microsoft.com/office/drawing/2014/main" val="54181809"/>
                    </a:ext>
                  </a:extLst>
                </a:gridCol>
                <a:gridCol w="3643102">
                  <a:extLst>
                    <a:ext uri="{9D8B030D-6E8A-4147-A177-3AD203B41FA5}">
                      <a16:colId xmlns:a16="http://schemas.microsoft.com/office/drawing/2014/main" val="825509546"/>
                    </a:ext>
                  </a:extLst>
                </a:gridCol>
                <a:gridCol w="2844342">
                  <a:extLst>
                    <a:ext uri="{9D8B030D-6E8A-4147-A177-3AD203B41FA5}">
                      <a16:colId xmlns:a16="http://schemas.microsoft.com/office/drawing/2014/main" val="2464141664"/>
                    </a:ext>
                  </a:extLst>
                </a:gridCol>
                <a:gridCol w="3541805">
                  <a:extLst>
                    <a:ext uri="{9D8B030D-6E8A-4147-A177-3AD203B41FA5}">
                      <a16:colId xmlns:a16="http://schemas.microsoft.com/office/drawing/2014/main" val="676668686"/>
                    </a:ext>
                  </a:extLst>
                </a:gridCol>
              </a:tblGrid>
              <a:tr h="139597">
                <a:tc>
                  <a:txBody>
                    <a:bodyPr/>
                    <a:lstStyle/>
                    <a:p>
                      <a:pPr algn="ctr" fontAlgn="ctr"/>
                      <a:endParaRPr lang="en-US" sz="900" b="1"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Aptos"/>
                        </a:rPr>
                        <a:t>RVP, BEP, AEP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900" b="1" i="0" u="none" strike="noStrike">
                        <a:solidFill>
                          <a:srgbClr val="000000"/>
                        </a:solidFill>
                        <a:effectLst/>
                        <a:latin typeface="Aptos"/>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Aptos"/>
                        </a:rPr>
                        <a:t>Risk Assessment &amp; Recommendation</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063062"/>
                  </a:ext>
                </a:extLst>
              </a:tr>
              <a:tr h="139943">
                <a:tc>
                  <a:txBody>
                    <a:bodyPr/>
                    <a:lstStyle/>
                    <a:p>
                      <a:pPr algn="ctr" fontAlgn="ctr"/>
                      <a:r>
                        <a:rPr lang="en-US" sz="900" b="0" i="0" u="none" strike="noStrike">
                          <a:solidFill>
                            <a:srgbClr val="000000"/>
                          </a:solidFill>
                          <a:effectLst/>
                          <a:latin typeface="Aptos"/>
                        </a:rPr>
                        <a:t>SOC</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0" i="0" u="none" strike="noStrike">
                          <a:solidFill>
                            <a:srgbClr val="000000"/>
                          </a:solidFill>
                          <a:effectLst/>
                          <a:latin typeface="Aptos"/>
                        </a:rPr>
                        <a:t>Replaceable</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Aptos" panose="020B0004020202020204" pitchFamily="34" charset="0"/>
                        </a:rPr>
                        <a:t>PTL-H 12Xe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8895928"/>
                  </a:ext>
                </a:extLst>
              </a:tr>
              <a:tr h="375630">
                <a:tc>
                  <a:txBody>
                    <a:bodyPr/>
                    <a:lstStyle/>
                    <a:p>
                      <a:pPr algn="ctr" fontAlgn="ctr"/>
                      <a:r>
                        <a:rPr lang="en-US" sz="900" b="0" i="0" u="none" strike="noStrike">
                          <a:solidFill>
                            <a:srgbClr val="000000"/>
                          </a:solidFill>
                          <a:effectLst/>
                          <a:latin typeface="Aptos"/>
                        </a:rPr>
                        <a:t>DRAM</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da-DK" sz="900" b="0" i="0" u="none" strike="noStrike">
                          <a:solidFill>
                            <a:srgbClr val="000000"/>
                          </a:solidFill>
                          <a:effectLst/>
                          <a:latin typeface="Aptos"/>
                        </a:rPr>
                        <a:t>LPCAMM(LP5x), MD(LP5x), SODIMM(DDR5)</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Aptos" panose="020B0004020202020204" pitchFamily="34" charset="0"/>
                        </a:rPr>
                        <a:t>LPDDR5X x32  315ball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noProof="0">
                        <a:solidFill>
                          <a:srgbClr val="000000"/>
                        </a:solidFill>
                        <a:effectLst/>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9363277"/>
                  </a:ext>
                </a:extLst>
              </a:tr>
              <a:tr h="257787">
                <a:tc>
                  <a:txBody>
                    <a:bodyPr/>
                    <a:lstStyle/>
                    <a:p>
                      <a:pPr algn="ctr" fontAlgn="ctr"/>
                      <a:r>
                        <a:rPr lang="en-US" sz="900" b="0" i="0" u="none" strike="noStrike">
                          <a:solidFill>
                            <a:srgbClr val="000000"/>
                          </a:solidFill>
                          <a:effectLst/>
                          <a:latin typeface="Aptos"/>
                        </a:rPr>
                        <a:t>VR Controller</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nl-NL" sz="900" b="0" i="0" u="none" strike="noStrike">
                          <a:solidFill>
                            <a:srgbClr val="000000"/>
                          </a:solidFill>
                          <a:effectLst/>
                          <a:latin typeface="Aptos"/>
                        </a:rPr>
                        <a:t>Richtek RT3645BEN-01A</a:t>
                      </a:r>
                      <a:br>
                        <a:rPr lang="nl-NL" sz="900" b="0" i="0" u="none" strike="noStrike">
                          <a:solidFill>
                            <a:srgbClr val="000000"/>
                          </a:solidFill>
                          <a:effectLst/>
                          <a:latin typeface="Aptos"/>
                        </a:rPr>
                      </a:br>
                      <a:r>
                        <a:rPr lang="nl-NL" sz="900" b="0" i="0" u="none" strike="noStrike">
                          <a:solidFill>
                            <a:srgbClr val="000000"/>
                          </a:solidFill>
                          <a:effectLst/>
                          <a:latin typeface="Aptos"/>
                        </a:rPr>
                        <a:t>MPS  MP29011GQKT(BEP)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100" b="0" i="0" u="none" strike="noStrike">
                          <a:solidFill>
                            <a:srgbClr val="000000"/>
                          </a:solidFill>
                          <a:effectLst/>
                          <a:latin typeface="Aptos" panose="020B0004020202020204" pitchFamily="34" charset="0"/>
                        </a:rPr>
                        <a:t>PWM MP29011GQKT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chemeClr val="bg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2541749"/>
                  </a:ext>
                </a:extLst>
              </a:tr>
              <a:tr h="257787">
                <a:tc>
                  <a:txBody>
                    <a:bodyPr/>
                    <a:lstStyle/>
                    <a:p>
                      <a:pPr algn="ctr" fontAlgn="b"/>
                      <a:r>
                        <a:rPr lang="en-US" sz="900" b="0" i="0" u="none" strike="noStrike">
                          <a:solidFill>
                            <a:srgbClr val="000000"/>
                          </a:solidFill>
                          <a:effectLst/>
                          <a:latin typeface="Aptos Narrow"/>
                        </a:rPr>
                        <a:t>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Microchip MEC1723 eSPI (RVP, AEP)</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ITE IT82002VG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IT51368VG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4730728"/>
                  </a:ext>
                </a:extLst>
              </a:tr>
              <a:tr h="139943">
                <a:tc>
                  <a:txBody>
                    <a:bodyPr/>
                    <a:lstStyle/>
                    <a:p>
                      <a:pPr algn="ctr" fontAlgn="b"/>
                      <a:r>
                        <a:rPr lang="en-US" sz="900" b="0" i="0" u="none" strike="noStrike">
                          <a:solidFill>
                            <a:srgbClr val="000000"/>
                          </a:solidFill>
                          <a:effectLst/>
                          <a:latin typeface="Aptos Narrow"/>
                        </a:rPr>
                        <a:t>LAN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Jacksonville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994110"/>
                  </a:ext>
                </a:extLst>
              </a:tr>
              <a:tr h="241143">
                <a:tc>
                  <a:txBody>
                    <a:bodyPr/>
                    <a:lstStyle/>
                    <a:p>
                      <a:pPr algn="ctr" fontAlgn="b"/>
                      <a:r>
                        <a:rPr lang="en-US" sz="900" b="0" i="0" u="none" strike="noStrike">
                          <a:solidFill>
                            <a:srgbClr val="000000"/>
                          </a:solidFill>
                          <a:effectLst/>
                          <a:latin typeface="Aptos Narrow"/>
                        </a:rPr>
                        <a:t>WLAN/BT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Whalepeak-2 (2x2)</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BE211 1216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chemeClr val="bg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5887230"/>
                  </a:ext>
                </a:extLst>
              </a:tr>
              <a:tr h="375630">
                <a:tc>
                  <a:txBody>
                    <a:bodyPr/>
                    <a:lstStyle/>
                    <a:p>
                      <a:pPr algn="ctr" fontAlgn="b"/>
                      <a:r>
                        <a:rPr lang="en-US" sz="900" b="0" i="0" u="none" strike="noStrike">
                          <a:solidFill>
                            <a:srgbClr val="000000"/>
                          </a:solidFill>
                          <a:effectLst/>
                          <a:latin typeface="Aptos Narrow"/>
                        </a:rPr>
                        <a:t>Audio Codec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Realtek ALC712-VB, ALC1320 , ALC722(RVP)</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Cirrus Logic CS35L56(AEP)</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Cirrus Logic CS42L43(BEP MIPI/I2S)</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CS42L43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chemeClr val="bg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3619733"/>
                  </a:ext>
                </a:extLst>
              </a:tr>
              <a:tr h="257787">
                <a:tc>
                  <a:txBody>
                    <a:bodyPr/>
                    <a:lstStyle/>
                    <a:p>
                      <a:pPr algn="ctr" fontAlgn="b"/>
                      <a:r>
                        <a:rPr lang="en-US" sz="900" b="0" i="0" u="none" strike="noStrike">
                          <a:solidFill>
                            <a:srgbClr val="000000"/>
                          </a:solidFill>
                          <a:effectLst/>
                          <a:latin typeface="Aptos Narrow"/>
                        </a:rPr>
                        <a:t>Audio Amplify</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N/A , within codec (RVP)</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CLASS_D_AMP,NA,CS35L63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CS35L56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chemeClr val="bg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7059692"/>
                  </a:ext>
                </a:extLst>
              </a:tr>
              <a:tr h="257787">
                <a:tc>
                  <a:txBody>
                    <a:bodyPr/>
                    <a:lstStyle/>
                    <a:p>
                      <a:pPr algn="ctr" fontAlgn="b"/>
                      <a:r>
                        <a:rPr lang="en-US" sz="900" b="0" i="0" u="none" strike="noStrike">
                          <a:solidFill>
                            <a:srgbClr val="000000"/>
                          </a:solidFill>
                          <a:effectLst/>
                          <a:latin typeface="Aptos Narrow"/>
                        </a:rPr>
                        <a:t>BIOS Flash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Macronix 64MB</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GigaDevice GD25LB512MEYIGR 64MB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W25R256JWEIQ</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3668067"/>
                  </a:ext>
                </a:extLst>
              </a:tr>
              <a:tr h="139943">
                <a:tc>
                  <a:txBody>
                    <a:bodyPr/>
                    <a:lstStyle/>
                    <a:p>
                      <a:pPr algn="ctr" fontAlgn="b"/>
                      <a:r>
                        <a:rPr lang="en-US" sz="900" b="0" i="0" u="none" strike="noStrike">
                          <a:solidFill>
                            <a:srgbClr val="000000"/>
                          </a:solidFill>
                          <a:effectLst/>
                          <a:latin typeface="Aptos Narrow"/>
                        </a:rPr>
                        <a:t>DDS Switch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IT66318FN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0062091"/>
                  </a:ext>
                </a:extLst>
              </a:tr>
              <a:tr h="139943">
                <a:tc>
                  <a:txBody>
                    <a:bodyPr/>
                    <a:lstStyle/>
                    <a:p>
                      <a:pPr algn="ctr" fontAlgn="b"/>
                      <a:r>
                        <a:rPr lang="en-US" sz="900" b="0" i="0" u="none" strike="noStrike">
                          <a:solidFill>
                            <a:srgbClr val="000000"/>
                          </a:solidFill>
                          <a:effectLst/>
                          <a:latin typeface="Aptos Narrow"/>
                        </a:rPr>
                        <a:t>HDMI Pcon</a:t>
                      </a:r>
                      <a:endParaRPr lang="en-US" sz="9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0465091"/>
                  </a:ext>
                </a:extLst>
              </a:tr>
              <a:tr h="375630">
                <a:tc>
                  <a:txBody>
                    <a:bodyPr/>
                    <a:lstStyle/>
                    <a:p>
                      <a:pPr algn="ctr" fontAlgn="b"/>
                      <a:r>
                        <a:rPr lang="en-US" sz="900" b="0" i="0" u="none" strike="noStrike">
                          <a:solidFill>
                            <a:srgbClr val="000000"/>
                          </a:solidFill>
                          <a:effectLst/>
                          <a:latin typeface="Aptos Narrow"/>
                        </a:rPr>
                        <a:t>DP Redriver</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DP Retimer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no DP </a:t>
                      </a:r>
                      <a:r>
                        <a:rPr lang="en-US" sz="900" b="0" i="0" u="none" strike="noStrike" err="1">
                          <a:solidFill>
                            <a:srgbClr val="000000"/>
                          </a:solidFill>
                          <a:effectLst/>
                          <a:latin typeface="Aptos Narrow"/>
                        </a:rPr>
                        <a:t>redriver</a:t>
                      </a:r>
                      <a:r>
                        <a:rPr lang="en-US" sz="900" b="0" i="0" u="none" strike="noStrike">
                          <a:solidFill>
                            <a:srgbClr val="000000"/>
                          </a:solidFill>
                          <a:effectLst/>
                          <a:latin typeface="Aptos Narrow"/>
                        </a:rPr>
                        <a:t>/</a:t>
                      </a:r>
                      <a:r>
                        <a:rPr lang="en-US" sz="900" b="0" i="0" u="none" strike="noStrike" err="1">
                          <a:solidFill>
                            <a:srgbClr val="000000"/>
                          </a:solidFill>
                          <a:effectLst/>
                          <a:latin typeface="Aptos Narrow"/>
                        </a:rPr>
                        <a:t>retimer</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PS8419(</a:t>
                      </a:r>
                      <a:r>
                        <a:rPr lang="en-US" sz="900" b="0" i="0" u="none" strike="noStrike" err="1">
                          <a:solidFill>
                            <a:srgbClr val="000000"/>
                          </a:solidFill>
                          <a:effectLst/>
                          <a:latin typeface="Aptos Narrow"/>
                        </a:rPr>
                        <a:t>retimer</a:t>
                      </a:r>
                      <a:r>
                        <a:rPr lang="en-US" sz="900" b="0" i="0" u="none" strike="noStrike">
                          <a:solidFill>
                            <a:srgbClr val="000000"/>
                          </a:solidFill>
                          <a:effectLst/>
                          <a:latin typeface="Aptos Narrow"/>
                        </a:rPr>
                        <a:t> , for HDMI)</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PS8219(</a:t>
                      </a:r>
                      <a:r>
                        <a:rPr lang="en-US" sz="900" b="0" i="0" u="none" strike="noStrike" err="1">
                          <a:solidFill>
                            <a:srgbClr val="000000"/>
                          </a:solidFill>
                          <a:effectLst/>
                          <a:latin typeface="Aptos Narrow"/>
                        </a:rPr>
                        <a:t>redriver</a:t>
                      </a:r>
                      <a:r>
                        <a:rPr lang="en-US" sz="900" b="0" i="0" u="none" strike="noStrike">
                          <a:solidFill>
                            <a:srgbClr val="000000"/>
                          </a:solidFill>
                          <a:effectLst/>
                          <a:latin typeface="Aptos Narrow"/>
                        </a:rPr>
                        <a:t>, for HDMI)</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GL9930T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chemeClr val="bg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3360713"/>
                  </a:ext>
                </a:extLst>
              </a:tr>
              <a:tr h="257787">
                <a:tc>
                  <a:txBody>
                    <a:bodyPr/>
                    <a:lstStyle/>
                    <a:p>
                      <a:pPr algn="ctr" fontAlgn="b"/>
                      <a:r>
                        <a:rPr lang="en-US" sz="900" b="0" i="0" u="none" strike="noStrike">
                          <a:solidFill>
                            <a:srgbClr val="000000"/>
                          </a:solidFill>
                          <a:effectLst/>
                          <a:latin typeface="Aptos Narrow"/>
                        </a:rPr>
                        <a:t>PCIE Redriver</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PCIE Retimer</a:t>
                      </a:r>
                      <a:endParaRPr lang="en-US" sz="9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5317973"/>
                  </a:ext>
                </a:extLst>
              </a:tr>
              <a:tr h="139943">
                <a:tc>
                  <a:txBody>
                    <a:bodyPr/>
                    <a:lstStyle/>
                    <a:p>
                      <a:pPr algn="ctr" fontAlgn="b"/>
                      <a:r>
                        <a:rPr lang="en-US" sz="900" b="0" i="0" u="none" strike="noStrike">
                          <a:solidFill>
                            <a:srgbClr val="000000"/>
                          </a:solidFill>
                          <a:effectLst/>
                          <a:latin typeface="Aptos Narrow"/>
                        </a:rPr>
                        <a:t>Discrete TBT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Barlow Ridge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HAYDENBRIDGE JHL9040R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9992952"/>
                  </a:ext>
                </a:extLst>
              </a:tr>
              <a:tr h="139943">
                <a:tc>
                  <a:txBody>
                    <a:bodyPr/>
                    <a:lstStyle/>
                    <a:p>
                      <a:pPr algn="ctr" fontAlgn="b"/>
                      <a:r>
                        <a:rPr lang="en-US" sz="900" b="0" i="0" u="none" strike="noStrike">
                          <a:solidFill>
                            <a:srgbClr val="000000"/>
                          </a:solidFill>
                          <a:effectLst/>
                          <a:latin typeface="Aptos Narrow"/>
                        </a:rPr>
                        <a:t>TBT Retimer</a:t>
                      </a:r>
                      <a:endParaRPr lang="en-US" sz="9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HBR(RVP, AEP)  , GBR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PTPS66994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3388833"/>
                  </a:ext>
                </a:extLst>
              </a:tr>
              <a:tr h="257787">
                <a:tc>
                  <a:txBody>
                    <a:bodyPr/>
                    <a:lstStyle/>
                    <a:p>
                      <a:pPr algn="ctr" fontAlgn="b"/>
                      <a:r>
                        <a:rPr lang="en-US" sz="900" b="0" i="0" u="none" strike="noStrike">
                          <a:solidFill>
                            <a:srgbClr val="000000"/>
                          </a:solidFill>
                          <a:effectLst/>
                          <a:latin typeface="Aptos Narrow"/>
                        </a:rPr>
                        <a:t>PD Controller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CYPD6229(RVP) ; </a:t>
                      </a:r>
                      <a:r>
                        <a:rPr lang="en-US" sz="900" b="0" i="0" u="none" strike="noStrike">
                          <a:solidFill>
                            <a:srgbClr val="FF0000"/>
                          </a:solidFill>
                          <a:effectLst/>
                          <a:latin typeface="Aptos Narrow"/>
                        </a:rPr>
                        <a:t>TPS66994 (AEP);</a:t>
                      </a:r>
                      <a:r>
                        <a:rPr lang="en-US" sz="900" b="0" i="0" u="none" strike="noStrike">
                          <a:solidFill>
                            <a:srgbClr val="000000"/>
                          </a:solidFill>
                          <a:effectLst/>
                          <a:latin typeface="Aptos Narrow"/>
                        </a:rPr>
                        <a:t> RTS5453P-28(RVP)</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GBR(BEP)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5989801"/>
                  </a:ext>
                </a:extLst>
              </a:tr>
              <a:tr h="257787">
                <a:tc>
                  <a:txBody>
                    <a:bodyPr/>
                    <a:lstStyle/>
                    <a:p>
                      <a:pPr algn="ctr" fontAlgn="b"/>
                      <a:r>
                        <a:rPr lang="en-US" sz="900" b="0" i="0" u="none" strike="noStrike">
                          <a:solidFill>
                            <a:srgbClr val="000000"/>
                          </a:solidFill>
                          <a:effectLst/>
                          <a:latin typeface="Aptos Narrow"/>
                        </a:rPr>
                        <a:t>USB3.2 Gen2 </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Retimer</a:t>
                      </a:r>
                      <a:endParaRPr lang="en-US" sz="9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Doides PI3EQX1004E2ZTFEX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GL9901VAE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3815059"/>
                  </a:ext>
                </a:extLst>
              </a:tr>
              <a:tr h="257787">
                <a:tc>
                  <a:txBody>
                    <a:bodyPr/>
                    <a:lstStyle/>
                    <a:p>
                      <a:pPr algn="ctr" fontAlgn="b"/>
                      <a:r>
                        <a:rPr lang="en-US" sz="900" b="0" i="0" u="none" strike="noStrike">
                          <a:solidFill>
                            <a:srgbClr val="000000"/>
                          </a:solidFill>
                          <a:effectLst/>
                          <a:latin typeface="Aptos Narrow"/>
                        </a:rPr>
                        <a:t>USB3 Retimer</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USB3 Redriver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Diodes PI3EQX1002E redriver  (RVP)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endParaRPr lang="en-US" sz="9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7134404"/>
                  </a:ext>
                </a:extLst>
              </a:tr>
              <a:tr h="139943">
                <a:tc>
                  <a:txBody>
                    <a:bodyPr/>
                    <a:lstStyle/>
                    <a:p>
                      <a:pPr algn="ctr" fontAlgn="b"/>
                      <a:r>
                        <a:rPr lang="en-US" sz="900" b="0" i="0" u="none" strike="noStrike">
                          <a:solidFill>
                            <a:srgbClr val="000000"/>
                          </a:solidFill>
                          <a:effectLst/>
                          <a:latin typeface="Aptos Narrow"/>
                        </a:rPr>
                        <a:t>USB2 Redriver</a:t>
                      </a:r>
                      <a:endParaRPr lang="en-US" sz="9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TUSB212IRWBR(AEP , BEP-reserved)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ST33KTPM2X32CKE2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582764"/>
                  </a:ext>
                </a:extLst>
              </a:tr>
              <a:tr h="257787">
                <a:tc>
                  <a:txBody>
                    <a:bodyPr/>
                    <a:lstStyle/>
                    <a:p>
                      <a:pPr algn="ctr" fontAlgn="b"/>
                      <a:r>
                        <a:rPr lang="en-US" sz="900" b="0" i="0" u="none" strike="noStrike">
                          <a:solidFill>
                            <a:srgbClr val="000000"/>
                          </a:solidFill>
                          <a:effectLst/>
                          <a:latin typeface="Aptos Narrow"/>
                        </a:rPr>
                        <a:t>Discrete TPM</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Infineon SLB9672VQ 2.0 (RVP, AEP, BEP)</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Nations Tech Z32H330TC(RVP)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GL9755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3906609"/>
                  </a:ext>
                </a:extLst>
              </a:tr>
              <a:tr h="139943">
                <a:tc>
                  <a:txBody>
                    <a:bodyPr/>
                    <a:lstStyle/>
                    <a:p>
                      <a:pPr algn="ctr" fontAlgn="b"/>
                      <a:r>
                        <a:rPr lang="en-US" sz="900" b="0" i="0" u="none" strike="noStrike">
                          <a:solidFill>
                            <a:srgbClr val="000000"/>
                          </a:solidFill>
                          <a:effectLst/>
                          <a:latin typeface="Aptos Narrow"/>
                        </a:rPr>
                        <a:t>Card Reader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Aptos Narrow"/>
                        </a:rPr>
                        <a:t>BayHub BH770GG7(AEP)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SAM OLED ATNA60BX01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9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8671468"/>
                  </a:ext>
                </a:extLst>
              </a:tr>
              <a:tr h="139943">
                <a:tc>
                  <a:txBody>
                    <a:bodyPr/>
                    <a:lstStyle/>
                    <a:p>
                      <a:pPr algn="ctr" fontAlgn="b"/>
                      <a:r>
                        <a:rPr lang="en-US" sz="900" b="0" i="0" u="none" strike="noStrike">
                          <a:solidFill>
                            <a:srgbClr val="000000"/>
                          </a:solidFill>
                          <a:effectLst/>
                          <a:latin typeface="Aptos Narrow"/>
                        </a:rPr>
                        <a:t>eDP Panel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262plus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3525851"/>
                  </a:ext>
                </a:extLst>
              </a:tr>
              <a:tr h="139943">
                <a:tc>
                  <a:txBody>
                    <a:bodyPr/>
                    <a:lstStyle/>
                    <a:p>
                      <a:pPr algn="ctr" fontAlgn="b"/>
                      <a:r>
                        <a:rPr lang="en-US" sz="900" b="0" i="0" u="none" strike="noStrike">
                          <a:solidFill>
                            <a:srgbClr val="000000"/>
                          </a:solidFill>
                          <a:effectLst/>
                          <a:latin typeface="Aptos Narrow"/>
                        </a:rPr>
                        <a:t>PCB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T3 or T4, 6L or 8L or 10 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GEN4 SSD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6831092"/>
                  </a:ext>
                </a:extLst>
              </a:tr>
              <a:tr h="241143">
                <a:tc>
                  <a:txBody>
                    <a:bodyPr/>
                    <a:lstStyle/>
                    <a:p>
                      <a:pPr algn="ctr" fontAlgn="b"/>
                      <a:r>
                        <a:rPr lang="en-US" sz="900" b="0" i="0" u="none" strike="noStrike">
                          <a:solidFill>
                            <a:srgbClr val="000000"/>
                          </a:solidFill>
                          <a:effectLst/>
                          <a:latin typeface="Aptos Narrow"/>
                        </a:rPr>
                        <a:t>Storage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Gen4 NVMe WD SN810 CS-512GB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RAA489110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chemeClr val="bg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9406696"/>
                  </a:ext>
                </a:extLst>
              </a:tr>
              <a:tr h="257787">
                <a:tc>
                  <a:txBody>
                    <a:bodyPr/>
                    <a:lstStyle/>
                    <a:p>
                      <a:pPr algn="ctr" fontAlgn="b"/>
                      <a:r>
                        <a:rPr lang="en-US" sz="900" b="0" i="0" u="none" strike="noStrike">
                          <a:solidFill>
                            <a:srgbClr val="000000"/>
                          </a:solidFill>
                          <a:effectLst/>
                          <a:latin typeface="Aptos Narrow"/>
                        </a:rPr>
                        <a:t>Charger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900" b="0" i="0" u="none" strike="noStrike">
                          <a:solidFill>
                            <a:srgbClr val="000000"/>
                          </a:solidFill>
                          <a:effectLst/>
                          <a:latin typeface="Aptos Narrow"/>
                        </a:rPr>
                        <a:t>RAA489110ARGNP(RVP, AEP)</a:t>
                      </a:r>
                      <a:br>
                        <a:rPr lang="en-US" sz="900" b="0" i="0" u="none" strike="noStrike">
                          <a:solidFill>
                            <a:srgbClr val="000000"/>
                          </a:solidFill>
                          <a:effectLst/>
                          <a:latin typeface="Aptos Narrow"/>
                        </a:rPr>
                      </a:br>
                      <a:r>
                        <a:rPr lang="en-US" sz="900" b="0" i="0" u="none" strike="noStrike">
                          <a:solidFill>
                            <a:srgbClr val="000000"/>
                          </a:solidFill>
                          <a:effectLst/>
                          <a:latin typeface="Aptos Narrow"/>
                        </a:rPr>
                        <a:t> SC8885SQDER(BEP)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Himax HM1092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kern="1200">
                        <a:solidFill>
                          <a:schemeClr val="tx1"/>
                        </a:solidFill>
                        <a:effectLst/>
                        <a:latin typeface="Aptos Narrow"/>
                        <a:ea typeface="+mn-ea"/>
                        <a:cs typeface="+mn-cs"/>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8611769"/>
                  </a:ext>
                </a:extLst>
              </a:tr>
              <a:tr h="257787">
                <a:tc>
                  <a:txBody>
                    <a:bodyPr/>
                    <a:lstStyle/>
                    <a:p>
                      <a:pPr algn="ctr" fontAlgn="b"/>
                      <a:endParaRPr lang="en-US" sz="900" b="0" i="0" u="none" strike="noStrike">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err="1">
                          <a:solidFill>
                            <a:srgbClr val="000000"/>
                          </a:solidFill>
                          <a:effectLst/>
                          <a:latin typeface="Aptos Narrow" panose="020B0004020202020204" pitchFamily="34" charset="0"/>
                        </a:rPr>
                        <a:t>Lextar</a:t>
                      </a:r>
                      <a:r>
                        <a:rPr lang="en-US" sz="1100" b="0" i="0" u="none" strike="noStrike">
                          <a:solidFill>
                            <a:srgbClr val="000000"/>
                          </a:solidFill>
                          <a:effectLst/>
                          <a:latin typeface="Aptos Narrow" panose="020B0004020202020204" pitchFamily="34" charset="0"/>
                        </a:rPr>
                        <a:t> PR27V11 V3-70D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kern="1200">
                        <a:solidFill>
                          <a:schemeClr val="tx1"/>
                        </a:solidFill>
                        <a:effectLst/>
                        <a:latin typeface="Aptos Narrow"/>
                        <a:ea typeface="+mn-ea"/>
                        <a:cs typeface="+mn-cs"/>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3673560"/>
                  </a:ext>
                </a:extLst>
              </a:tr>
              <a:tr h="257787">
                <a:tc>
                  <a:txBody>
                    <a:bodyPr/>
                    <a:lstStyle/>
                    <a:p>
                      <a:pPr algn="ctr" fontAlgn="b"/>
                      <a:endParaRPr lang="en-US" sz="900" b="0" i="0" u="none" strike="noStrike">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900" b="0" i="0" u="none" strike="noStrike">
                        <a:solidFill>
                          <a:srgbClr val="FF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900" b="0" i="0" u="none" strike="noStrike" kern="1200">
                        <a:solidFill>
                          <a:schemeClr val="tx1"/>
                        </a:solidFill>
                        <a:effectLst/>
                        <a:latin typeface="Aptos Narrow"/>
                        <a:ea typeface="+mn-ea"/>
                        <a:cs typeface="+mn-cs"/>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7684306"/>
                  </a:ext>
                </a:extLst>
              </a:tr>
            </a:tbl>
          </a:graphicData>
        </a:graphic>
      </p:graphicFrame>
      <p:sp>
        <p:nvSpPr>
          <p:cNvPr id="5" name="TextBox 4">
            <a:extLst>
              <a:ext uri="{FF2B5EF4-FFF2-40B4-BE49-F238E27FC236}">
                <a16:creationId xmlns:a16="http://schemas.microsoft.com/office/drawing/2014/main" id="{4F388C07-3CA2-AFAA-4830-D8EE8951AEB8}"/>
              </a:ext>
            </a:extLst>
          </p:cNvPr>
          <p:cNvSpPr txBox="1"/>
          <p:nvPr/>
        </p:nvSpPr>
        <p:spPr>
          <a:xfrm>
            <a:off x="4745734" y="-54864"/>
            <a:ext cx="38130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sym typeface="Helvetica Neue"/>
              </a:rPr>
              <a:t>PTL Designs BOM – Asus UX5406</a:t>
            </a:r>
          </a:p>
        </p:txBody>
      </p:sp>
    </p:spTree>
    <p:extLst>
      <p:ext uri="{BB962C8B-B14F-4D97-AF65-F5344CB8AC3E}">
        <p14:creationId xmlns:p14="http://schemas.microsoft.com/office/powerpoint/2010/main" val="293944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E9C2FB9-8B38-F96A-5C47-80AD7F91050B}"/>
              </a:ext>
            </a:extLst>
          </p:cNvPr>
          <p:cNvGraphicFramePr>
            <a:graphicFrameLocks noGrp="1"/>
          </p:cNvGraphicFramePr>
          <p:nvPr>
            <p:extLst>
              <p:ext uri="{D42A27DB-BD31-4B8C-83A1-F6EECF244321}">
                <p14:modId xmlns:p14="http://schemas.microsoft.com/office/powerpoint/2010/main" val="903145184"/>
              </p:ext>
            </p:extLst>
          </p:nvPr>
        </p:nvGraphicFramePr>
        <p:xfrm>
          <a:off x="283462" y="347472"/>
          <a:ext cx="11475721" cy="6582117"/>
        </p:xfrm>
        <a:graphic>
          <a:graphicData uri="http://schemas.openxmlformats.org/drawingml/2006/table">
            <a:tbl>
              <a:tblPr/>
              <a:tblGrid>
                <a:gridCol w="1446472">
                  <a:extLst>
                    <a:ext uri="{9D8B030D-6E8A-4147-A177-3AD203B41FA5}">
                      <a16:colId xmlns:a16="http://schemas.microsoft.com/office/drawing/2014/main" val="54181809"/>
                    </a:ext>
                  </a:extLst>
                </a:gridCol>
                <a:gridCol w="3643102">
                  <a:extLst>
                    <a:ext uri="{9D8B030D-6E8A-4147-A177-3AD203B41FA5}">
                      <a16:colId xmlns:a16="http://schemas.microsoft.com/office/drawing/2014/main" val="825509546"/>
                    </a:ext>
                  </a:extLst>
                </a:gridCol>
                <a:gridCol w="2844342">
                  <a:extLst>
                    <a:ext uri="{9D8B030D-6E8A-4147-A177-3AD203B41FA5}">
                      <a16:colId xmlns:a16="http://schemas.microsoft.com/office/drawing/2014/main" val="2464141664"/>
                    </a:ext>
                  </a:extLst>
                </a:gridCol>
                <a:gridCol w="3541805">
                  <a:extLst>
                    <a:ext uri="{9D8B030D-6E8A-4147-A177-3AD203B41FA5}">
                      <a16:colId xmlns:a16="http://schemas.microsoft.com/office/drawing/2014/main" val="676668686"/>
                    </a:ext>
                  </a:extLst>
                </a:gridCol>
              </a:tblGrid>
              <a:tr h="139597">
                <a:tc>
                  <a:txBody>
                    <a:bodyPr/>
                    <a:lstStyle/>
                    <a:p>
                      <a:pPr algn="ctr" fontAlgn="ctr"/>
                      <a:endParaRPr lang="en-US" sz="700" b="1" i="0" u="none" strike="noStrike">
                        <a:solidFill>
                          <a:srgbClr val="000000"/>
                        </a:solidFill>
                        <a:effectLst/>
                        <a:latin typeface="Aptos" panose="020B0004020202020204" pitchFamily="34" charset="0"/>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1" i="0" u="none" strike="noStrike">
                          <a:solidFill>
                            <a:srgbClr val="000000"/>
                          </a:solidFill>
                          <a:effectLst/>
                          <a:latin typeface="Aptos"/>
                        </a:rPr>
                        <a:t>RVP, BEP, AEP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700" b="1" i="0" u="none" strike="noStrike">
                        <a:solidFill>
                          <a:srgbClr val="000000"/>
                        </a:solidFill>
                        <a:effectLst/>
                        <a:latin typeface="Aptos"/>
                      </a:endParaRP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1" i="0" u="none" strike="noStrike">
                          <a:solidFill>
                            <a:srgbClr val="000000"/>
                          </a:solidFill>
                          <a:effectLst/>
                          <a:latin typeface="Aptos"/>
                        </a:rPr>
                        <a:t>Risk Assessment &amp; Recommendation</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063062"/>
                  </a:ext>
                </a:extLst>
              </a:tr>
              <a:tr h="139943">
                <a:tc>
                  <a:txBody>
                    <a:bodyPr/>
                    <a:lstStyle/>
                    <a:p>
                      <a:pPr algn="ctr" fontAlgn="ctr"/>
                      <a:r>
                        <a:rPr lang="en-US" sz="700" b="0" i="0" u="none" strike="noStrike">
                          <a:solidFill>
                            <a:srgbClr val="000000"/>
                          </a:solidFill>
                          <a:effectLst/>
                          <a:latin typeface="Aptos"/>
                        </a:rPr>
                        <a:t>SOC</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Aptos"/>
                        </a:rPr>
                        <a:t>Replaceable</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Aptos" panose="020B0004020202020204" pitchFamily="34" charset="0"/>
                        </a:rPr>
                        <a:t>NA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7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8895928"/>
                  </a:ext>
                </a:extLst>
              </a:tr>
              <a:tr h="375630">
                <a:tc>
                  <a:txBody>
                    <a:bodyPr/>
                    <a:lstStyle/>
                    <a:p>
                      <a:pPr algn="ctr" fontAlgn="ctr"/>
                      <a:r>
                        <a:rPr lang="en-US" sz="700" b="0" i="0" u="none" strike="noStrike">
                          <a:solidFill>
                            <a:srgbClr val="000000"/>
                          </a:solidFill>
                          <a:effectLst/>
                          <a:latin typeface="Aptos"/>
                        </a:rPr>
                        <a:t>DRAM</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da-DK" sz="700" b="0" i="0" u="none" strike="noStrike">
                          <a:solidFill>
                            <a:srgbClr val="000000"/>
                          </a:solidFill>
                          <a:effectLst/>
                          <a:latin typeface="Aptos"/>
                        </a:rPr>
                        <a:t>LPCAMM(LP5x), MD(LP5x), SODIMM(DDR5)</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Aptos" panose="020B0004020202020204" pitchFamily="34" charset="0"/>
                        </a:rPr>
                        <a:t>RENESAS/RAA225019ERGBM#HA0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700" b="0" i="0" u="none" strike="noStrike" noProof="0">
                        <a:solidFill>
                          <a:srgbClr val="000000"/>
                        </a:solidFill>
                        <a:effectLst/>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9363277"/>
                  </a:ext>
                </a:extLst>
              </a:tr>
              <a:tr h="257787">
                <a:tc>
                  <a:txBody>
                    <a:bodyPr/>
                    <a:lstStyle/>
                    <a:p>
                      <a:pPr algn="ctr" fontAlgn="ctr"/>
                      <a:r>
                        <a:rPr lang="en-US" sz="700" b="0" i="0" u="none" strike="noStrike">
                          <a:solidFill>
                            <a:srgbClr val="000000"/>
                          </a:solidFill>
                          <a:effectLst/>
                          <a:latin typeface="Aptos"/>
                        </a:rPr>
                        <a:t>VR Controller</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nl-NL" sz="700" b="0" i="0" u="none" strike="noStrike">
                          <a:solidFill>
                            <a:srgbClr val="000000"/>
                          </a:solidFill>
                          <a:effectLst/>
                          <a:latin typeface="Aptos"/>
                        </a:rPr>
                        <a:t>Richtek RT3645BEN-01A</a:t>
                      </a:r>
                      <a:br>
                        <a:rPr lang="nl-NL" sz="700" b="0" i="0" u="none" strike="noStrike">
                          <a:solidFill>
                            <a:srgbClr val="000000"/>
                          </a:solidFill>
                          <a:effectLst/>
                          <a:latin typeface="Aptos"/>
                        </a:rPr>
                      </a:br>
                      <a:r>
                        <a:rPr lang="nl-NL" sz="700" b="0" i="0" u="none" strike="noStrike">
                          <a:solidFill>
                            <a:srgbClr val="000000"/>
                          </a:solidFill>
                          <a:effectLst/>
                          <a:latin typeface="Aptos"/>
                        </a:rPr>
                        <a:t>MPS  MP29011GQKT(BEP)</a:t>
                      </a:r>
                    </a:p>
                  </a:txBody>
                  <a:tcPr marL="4435" marR="4435" marT="4435" marB="21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ENE/KB9868G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a:solidFill>
                          <a:schemeClr val="bg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2541749"/>
                  </a:ext>
                </a:extLst>
              </a:tr>
              <a:tr h="257787">
                <a:tc>
                  <a:txBody>
                    <a:bodyPr/>
                    <a:lstStyle/>
                    <a:p>
                      <a:pPr algn="ctr" fontAlgn="b"/>
                      <a:r>
                        <a:rPr lang="en-US" sz="700" b="0" i="0" u="none" strike="noStrike">
                          <a:solidFill>
                            <a:srgbClr val="000000"/>
                          </a:solidFill>
                          <a:effectLst/>
                          <a:latin typeface="Aptos Narrow"/>
                        </a:rPr>
                        <a:t>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700" b="0" i="0" u="none" strike="noStrike">
                          <a:solidFill>
                            <a:srgbClr val="000000"/>
                          </a:solidFill>
                          <a:effectLst/>
                          <a:latin typeface="Aptos Narrow"/>
                        </a:rPr>
                        <a:t>Microchip MEC1723 eSPI (RVP, AEP)</a:t>
                      </a:r>
                      <a:br>
                        <a:rPr lang="en-US" sz="700" b="0" i="0" u="none" strike="noStrike">
                          <a:solidFill>
                            <a:srgbClr val="000000"/>
                          </a:solidFill>
                          <a:effectLst/>
                          <a:latin typeface="Aptos Narrow"/>
                        </a:rPr>
                      </a:br>
                      <a:r>
                        <a:rPr lang="en-US" sz="700" b="0" i="0" u="none" strike="noStrike">
                          <a:solidFill>
                            <a:srgbClr val="000000"/>
                          </a:solidFill>
                          <a:effectLst/>
                          <a:latin typeface="Aptos Narrow"/>
                        </a:rPr>
                        <a:t>ITE IT82002VG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100" b="0" i="0" u="none" strike="noStrike">
                          <a:solidFill>
                            <a:srgbClr val="000000"/>
                          </a:solidFill>
                          <a:effectLst/>
                          <a:latin typeface="Aptos" panose="020B0004020202020204" pitchFamily="34" charset="0"/>
                        </a:rPr>
                        <a:t>NA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4730728"/>
                  </a:ext>
                </a:extLst>
              </a:tr>
              <a:tr h="139943">
                <a:tc>
                  <a:txBody>
                    <a:bodyPr/>
                    <a:lstStyle/>
                    <a:p>
                      <a:pPr algn="ctr" fontAlgn="b"/>
                      <a:r>
                        <a:rPr lang="en-US" sz="700" b="0" i="0" u="none" strike="noStrike">
                          <a:solidFill>
                            <a:srgbClr val="000000"/>
                          </a:solidFill>
                          <a:effectLst/>
                          <a:latin typeface="Aptos Narrow"/>
                        </a:rPr>
                        <a:t>LAN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Aptos Narrow"/>
                        </a:rPr>
                        <a:t>Jacksonville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INTEL/BE201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7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994110"/>
                  </a:ext>
                </a:extLst>
              </a:tr>
              <a:tr h="241143">
                <a:tc>
                  <a:txBody>
                    <a:bodyPr/>
                    <a:lstStyle/>
                    <a:p>
                      <a:pPr algn="ctr" fontAlgn="b"/>
                      <a:r>
                        <a:rPr lang="en-US" sz="700" b="0" i="0" u="none" strike="noStrike">
                          <a:solidFill>
                            <a:srgbClr val="000000"/>
                          </a:solidFill>
                          <a:effectLst/>
                          <a:latin typeface="Aptos Narrow"/>
                        </a:rPr>
                        <a:t>WLAN/BT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700" b="0" i="0" u="none" strike="noStrike">
                          <a:solidFill>
                            <a:srgbClr val="000000"/>
                          </a:solidFill>
                          <a:effectLst/>
                          <a:latin typeface="Aptos Narrow"/>
                        </a:rPr>
                        <a:t>Whalepeak-2 (2x2)</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REALTEK/ALC274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a:solidFill>
                          <a:schemeClr val="bg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5887230"/>
                  </a:ext>
                </a:extLst>
              </a:tr>
              <a:tr h="375630">
                <a:tc>
                  <a:txBody>
                    <a:bodyPr/>
                    <a:lstStyle/>
                    <a:p>
                      <a:pPr algn="ctr" fontAlgn="b"/>
                      <a:r>
                        <a:rPr lang="en-US" sz="700" b="0" i="0" u="none" strike="noStrike">
                          <a:solidFill>
                            <a:srgbClr val="000000"/>
                          </a:solidFill>
                          <a:effectLst/>
                          <a:latin typeface="Aptos Narrow"/>
                        </a:rPr>
                        <a:t>Audio Codec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700" b="0" i="0" u="none" strike="noStrike">
                          <a:solidFill>
                            <a:srgbClr val="000000"/>
                          </a:solidFill>
                          <a:effectLst/>
                          <a:latin typeface="Aptos Narrow"/>
                        </a:rPr>
                        <a:t>Realtek ALC712-VB, ALC1320 , ALC722(RVP)</a:t>
                      </a:r>
                      <a:br>
                        <a:rPr lang="en-US" sz="700" b="0" i="0" u="none" strike="noStrike">
                          <a:solidFill>
                            <a:srgbClr val="000000"/>
                          </a:solidFill>
                          <a:effectLst/>
                          <a:latin typeface="Aptos Narrow"/>
                        </a:rPr>
                      </a:br>
                      <a:r>
                        <a:rPr lang="en-US" sz="700" b="0" i="0" u="none" strike="noStrike">
                          <a:solidFill>
                            <a:srgbClr val="000000"/>
                          </a:solidFill>
                          <a:effectLst/>
                          <a:latin typeface="Aptos Narrow"/>
                        </a:rPr>
                        <a:t>Cirrus Logic CS35L56(AEP)</a:t>
                      </a:r>
                      <a:br>
                        <a:rPr lang="en-US" sz="700" b="0" i="0" u="none" strike="noStrike">
                          <a:solidFill>
                            <a:srgbClr val="000000"/>
                          </a:solidFill>
                          <a:effectLst/>
                          <a:latin typeface="Aptos Narrow"/>
                        </a:rPr>
                      </a:br>
                      <a:r>
                        <a:rPr lang="en-US" sz="700" b="0" i="0" u="none" strike="noStrike">
                          <a:solidFill>
                            <a:srgbClr val="000000"/>
                          </a:solidFill>
                          <a:effectLst/>
                          <a:latin typeface="Aptos Narrow"/>
                        </a:rPr>
                        <a:t>Cirrus Logic CS42L43(BEP MIPI/I2S)</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REALTEK/ALC1316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a:solidFill>
                          <a:schemeClr val="bg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3619733"/>
                  </a:ext>
                </a:extLst>
              </a:tr>
              <a:tr h="257787">
                <a:tc>
                  <a:txBody>
                    <a:bodyPr/>
                    <a:lstStyle/>
                    <a:p>
                      <a:pPr algn="ctr" fontAlgn="b"/>
                      <a:r>
                        <a:rPr lang="en-US" sz="700" b="0" i="0" u="none" strike="noStrike">
                          <a:solidFill>
                            <a:srgbClr val="000000"/>
                          </a:solidFill>
                          <a:effectLst/>
                          <a:latin typeface="Aptos Narrow"/>
                        </a:rPr>
                        <a:t>Audio Amplify</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700" b="0" i="0" u="none" strike="noStrike">
                          <a:solidFill>
                            <a:srgbClr val="000000"/>
                          </a:solidFill>
                          <a:effectLst/>
                          <a:latin typeface="Aptos Narrow"/>
                        </a:rPr>
                        <a:t>N/A , within codec (RVP)</a:t>
                      </a:r>
                      <a:br>
                        <a:rPr lang="en-US" sz="700" b="0" i="0" u="none" strike="noStrike">
                          <a:solidFill>
                            <a:srgbClr val="000000"/>
                          </a:solidFill>
                          <a:effectLst/>
                          <a:latin typeface="Aptos Narrow"/>
                        </a:rPr>
                      </a:br>
                      <a:r>
                        <a:rPr lang="en-US" sz="700" b="0" i="0" u="none" strike="noStrike">
                          <a:solidFill>
                            <a:srgbClr val="000000"/>
                          </a:solidFill>
                          <a:effectLst/>
                          <a:latin typeface="Aptos Narrow"/>
                        </a:rPr>
                        <a:t>CLASS_D_AMP,NA,CS35L63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WINBOND/W25Q256JWEIN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a:solidFill>
                          <a:schemeClr val="bg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7059692"/>
                  </a:ext>
                </a:extLst>
              </a:tr>
              <a:tr h="257787">
                <a:tc>
                  <a:txBody>
                    <a:bodyPr/>
                    <a:lstStyle/>
                    <a:p>
                      <a:pPr algn="ctr" fontAlgn="b"/>
                      <a:r>
                        <a:rPr lang="en-US" sz="700" b="0" i="0" u="none" strike="noStrike">
                          <a:solidFill>
                            <a:srgbClr val="000000"/>
                          </a:solidFill>
                          <a:effectLst/>
                          <a:latin typeface="Aptos Narrow"/>
                        </a:rPr>
                        <a:t>BIOS Flash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Aptos Narrow"/>
                        </a:rPr>
                        <a:t>Macronix 64MB</a:t>
                      </a:r>
                      <a:br>
                        <a:rPr lang="en-US" sz="700" b="0" i="0" u="none" strike="noStrike">
                          <a:solidFill>
                            <a:srgbClr val="000000"/>
                          </a:solidFill>
                          <a:effectLst/>
                          <a:latin typeface="Aptos Narrow"/>
                        </a:rPr>
                      </a:br>
                      <a:r>
                        <a:rPr lang="en-US" sz="700" b="0" i="0" u="none" strike="noStrike">
                          <a:solidFill>
                            <a:srgbClr val="000000"/>
                          </a:solidFill>
                          <a:effectLst/>
                          <a:latin typeface="Aptos Narrow"/>
                        </a:rPr>
                        <a:t>GigaDevice GD25LB512MEYIGR 64MB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PARADE/PS8419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7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3668067"/>
                  </a:ext>
                </a:extLst>
              </a:tr>
              <a:tr h="139943">
                <a:tc>
                  <a:txBody>
                    <a:bodyPr/>
                    <a:lstStyle/>
                    <a:p>
                      <a:pPr algn="ctr" fontAlgn="b"/>
                      <a:r>
                        <a:rPr lang="en-US" sz="700" b="0" i="0" u="none" strike="noStrike">
                          <a:solidFill>
                            <a:srgbClr val="000000"/>
                          </a:solidFill>
                          <a:effectLst/>
                          <a:latin typeface="Aptos Narrow"/>
                        </a:rPr>
                        <a:t>DDS Switch</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7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0062091"/>
                  </a:ext>
                </a:extLst>
              </a:tr>
              <a:tr h="139943">
                <a:tc>
                  <a:txBody>
                    <a:bodyPr/>
                    <a:lstStyle/>
                    <a:p>
                      <a:pPr algn="ctr" fontAlgn="b"/>
                      <a:r>
                        <a:rPr lang="en-US" sz="700" b="0" i="0" u="none" strike="noStrike">
                          <a:solidFill>
                            <a:srgbClr val="000000"/>
                          </a:solidFill>
                          <a:effectLst/>
                          <a:latin typeface="Aptos Narrow"/>
                        </a:rPr>
                        <a:t>HDMI Pcon</a:t>
                      </a:r>
                      <a:endParaRPr lang="en-US" sz="7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7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0465091"/>
                  </a:ext>
                </a:extLst>
              </a:tr>
              <a:tr h="375630">
                <a:tc>
                  <a:txBody>
                    <a:bodyPr/>
                    <a:lstStyle/>
                    <a:p>
                      <a:pPr algn="ctr" fontAlgn="b"/>
                      <a:r>
                        <a:rPr lang="en-US" sz="700" b="0" i="0" u="none" strike="noStrike">
                          <a:solidFill>
                            <a:srgbClr val="000000"/>
                          </a:solidFill>
                          <a:effectLst/>
                          <a:latin typeface="Aptos Narrow"/>
                        </a:rPr>
                        <a:t>DP Redriver</a:t>
                      </a:r>
                      <a:br>
                        <a:rPr lang="en-US" sz="700" b="0" i="0" u="none" strike="noStrike">
                          <a:solidFill>
                            <a:srgbClr val="000000"/>
                          </a:solidFill>
                          <a:effectLst/>
                          <a:latin typeface="Aptos Narrow"/>
                        </a:rPr>
                      </a:br>
                      <a:r>
                        <a:rPr lang="en-US" sz="700" b="0" i="0" u="none" strike="noStrike">
                          <a:solidFill>
                            <a:srgbClr val="000000"/>
                          </a:solidFill>
                          <a:effectLst/>
                          <a:latin typeface="Aptos Narrow"/>
                        </a:rPr>
                        <a:t>DP Retimer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700" b="0" i="0" u="none" strike="noStrike">
                          <a:solidFill>
                            <a:srgbClr val="000000"/>
                          </a:solidFill>
                          <a:effectLst/>
                          <a:latin typeface="Aptos Narrow"/>
                        </a:rPr>
                        <a:t>no DP </a:t>
                      </a:r>
                      <a:r>
                        <a:rPr lang="en-US" sz="700" b="0" i="0" u="none" strike="noStrike" err="1">
                          <a:solidFill>
                            <a:srgbClr val="000000"/>
                          </a:solidFill>
                          <a:effectLst/>
                          <a:latin typeface="Aptos Narrow"/>
                        </a:rPr>
                        <a:t>redriver</a:t>
                      </a:r>
                      <a:r>
                        <a:rPr lang="en-US" sz="700" b="0" i="0" u="none" strike="noStrike">
                          <a:solidFill>
                            <a:srgbClr val="000000"/>
                          </a:solidFill>
                          <a:effectLst/>
                          <a:latin typeface="Aptos Narrow"/>
                        </a:rPr>
                        <a:t>/</a:t>
                      </a:r>
                      <a:r>
                        <a:rPr lang="en-US" sz="700" b="0" i="0" u="none" strike="noStrike" err="1">
                          <a:solidFill>
                            <a:srgbClr val="000000"/>
                          </a:solidFill>
                          <a:effectLst/>
                          <a:latin typeface="Aptos Narrow"/>
                        </a:rPr>
                        <a:t>retimer</a:t>
                      </a:r>
                      <a:br>
                        <a:rPr lang="en-US" sz="700" b="0" i="0" u="none" strike="noStrike">
                          <a:solidFill>
                            <a:srgbClr val="000000"/>
                          </a:solidFill>
                          <a:effectLst/>
                          <a:latin typeface="Aptos Narrow"/>
                        </a:rPr>
                      </a:br>
                      <a:r>
                        <a:rPr lang="en-US" sz="700" b="0" i="0" u="none" strike="noStrike">
                          <a:solidFill>
                            <a:srgbClr val="000000"/>
                          </a:solidFill>
                          <a:effectLst/>
                          <a:latin typeface="Aptos Narrow"/>
                        </a:rPr>
                        <a:t>PS8419(</a:t>
                      </a:r>
                      <a:r>
                        <a:rPr lang="en-US" sz="700" b="0" i="0" u="none" strike="noStrike" err="1">
                          <a:solidFill>
                            <a:srgbClr val="000000"/>
                          </a:solidFill>
                          <a:effectLst/>
                          <a:latin typeface="Aptos Narrow"/>
                        </a:rPr>
                        <a:t>retimer</a:t>
                      </a:r>
                      <a:r>
                        <a:rPr lang="en-US" sz="700" b="0" i="0" u="none" strike="noStrike">
                          <a:solidFill>
                            <a:srgbClr val="000000"/>
                          </a:solidFill>
                          <a:effectLst/>
                          <a:latin typeface="Aptos Narrow"/>
                        </a:rPr>
                        <a:t> , for HDMI)</a:t>
                      </a:r>
                      <a:br>
                        <a:rPr lang="en-US" sz="700" b="0" i="0" u="none" strike="noStrike">
                          <a:solidFill>
                            <a:srgbClr val="000000"/>
                          </a:solidFill>
                          <a:effectLst/>
                          <a:latin typeface="Aptos Narrow"/>
                        </a:rPr>
                      </a:br>
                      <a:r>
                        <a:rPr lang="en-US" sz="700" b="0" i="0" u="none" strike="noStrike">
                          <a:solidFill>
                            <a:srgbClr val="000000"/>
                          </a:solidFill>
                          <a:effectLst/>
                          <a:latin typeface="Aptos Narrow"/>
                        </a:rPr>
                        <a:t>PS8219(</a:t>
                      </a:r>
                      <a:r>
                        <a:rPr lang="en-US" sz="700" b="0" i="0" u="none" strike="noStrike" err="1">
                          <a:solidFill>
                            <a:srgbClr val="000000"/>
                          </a:solidFill>
                          <a:effectLst/>
                          <a:latin typeface="Aptos Narrow"/>
                        </a:rPr>
                        <a:t>redriver</a:t>
                      </a:r>
                      <a:r>
                        <a:rPr lang="en-US" sz="700" b="0" i="0" u="none" strike="noStrike">
                          <a:solidFill>
                            <a:srgbClr val="000000"/>
                          </a:solidFill>
                          <a:effectLst/>
                          <a:latin typeface="Aptos Narrow"/>
                        </a:rPr>
                        <a:t>, for HDMI)</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a:solidFill>
                          <a:schemeClr val="bg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3360713"/>
                  </a:ext>
                </a:extLst>
              </a:tr>
              <a:tr h="257787">
                <a:tc>
                  <a:txBody>
                    <a:bodyPr/>
                    <a:lstStyle/>
                    <a:p>
                      <a:pPr algn="ctr" fontAlgn="b"/>
                      <a:r>
                        <a:rPr lang="en-US" sz="700" b="0" i="0" u="none" strike="noStrike">
                          <a:solidFill>
                            <a:srgbClr val="000000"/>
                          </a:solidFill>
                          <a:effectLst/>
                          <a:latin typeface="Aptos Narrow"/>
                        </a:rPr>
                        <a:t>PCIE Redriver</a:t>
                      </a:r>
                      <a:br>
                        <a:rPr lang="en-US" sz="700" b="0" i="0" u="none" strike="noStrike">
                          <a:solidFill>
                            <a:srgbClr val="000000"/>
                          </a:solidFill>
                          <a:effectLst/>
                          <a:latin typeface="Aptos Narrow"/>
                        </a:rPr>
                      </a:br>
                      <a:r>
                        <a:rPr lang="en-US" sz="700" b="0" i="0" u="none" strike="noStrike">
                          <a:solidFill>
                            <a:srgbClr val="000000"/>
                          </a:solidFill>
                          <a:effectLst/>
                          <a:latin typeface="Aptos Narrow"/>
                        </a:rPr>
                        <a:t>PCIE Retimer</a:t>
                      </a:r>
                      <a:endParaRPr lang="en-US" sz="7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Aptos Narrow"/>
                        </a:rPr>
                        <a:t>N/A</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INTEL/JHL9040R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7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5317973"/>
                  </a:ext>
                </a:extLst>
              </a:tr>
              <a:tr h="139943">
                <a:tc>
                  <a:txBody>
                    <a:bodyPr/>
                    <a:lstStyle/>
                    <a:p>
                      <a:pPr algn="ctr" fontAlgn="b"/>
                      <a:r>
                        <a:rPr lang="en-US" sz="700" b="0" i="0" u="none" strike="noStrike">
                          <a:solidFill>
                            <a:srgbClr val="000000"/>
                          </a:solidFill>
                          <a:effectLst/>
                          <a:latin typeface="Aptos Narrow"/>
                        </a:rPr>
                        <a:t>Discrete TBT</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Aptos Narrow"/>
                        </a:rPr>
                        <a:t>Barlow Ridge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TI/PTPS66994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7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9992952"/>
                  </a:ext>
                </a:extLst>
              </a:tr>
              <a:tr h="139943">
                <a:tc>
                  <a:txBody>
                    <a:bodyPr/>
                    <a:lstStyle/>
                    <a:p>
                      <a:pPr algn="ctr" fontAlgn="b"/>
                      <a:r>
                        <a:rPr lang="en-US" sz="700" b="0" i="0" u="none" strike="noStrike">
                          <a:solidFill>
                            <a:srgbClr val="000000"/>
                          </a:solidFill>
                          <a:effectLst/>
                          <a:latin typeface="Aptos Narrow"/>
                        </a:rPr>
                        <a:t>TBT Retimer</a:t>
                      </a:r>
                      <a:endParaRPr lang="en-US" sz="7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Aptos Narrow"/>
                        </a:rPr>
                        <a:t>HBR(RVP, AEP)  , GBR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7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3388833"/>
                  </a:ext>
                </a:extLst>
              </a:tr>
              <a:tr h="257787">
                <a:tc>
                  <a:txBody>
                    <a:bodyPr/>
                    <a:lstStyle/>
                    <a:p>
                      <a:pPr algn="ctr" fontAlgn="b"/>
                      <a:r>
                        <a:rPr lang="en-US" sz="700" b="0" i="0" u="none" strike="noStrike">
                          <a:solidFill>
                            <a:srgbClr val="000000"/>
                          </a:solidFill>
                          <a:effectLst/>
                          <a:latin typeface="Aptos Narrow"/>
                        </a:rPr>
                        <a:t>PD Controller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700" b="0" i="0" u="none" strike="noStrike">
                          <a:solidFill>
                            <a:srgbClr val="000000"/>
                          </a:solidFill>
                          <a:effectLst/>
                          <a:latin typeface="Aptos Narrow"/>
                        </a:rPr>
                        <a:t>CYPD6229(RVP) ; </a:t>
                      </a:r>
                      <a:r>
                        <a:rPr lang="en-US" sz="700" b="0" i="0" u="none" strike="noStrike">
                          <a:solidFill>
                            <a:srgbClr val="FF0000"/>
                          </a:solidFill>
                          <a:effectLst/>
                          <a:latin typeface="Aptos Narrow"/>
                        </a:rPr>
                        <a:t>TPS66994 (AEP);</a:t>
                      </a:r>
                      <a:r>
                        <a:rPr lang="en-US" sz="700" b="0" i="0" u="none" strike="noStrike">
                          <a:solidFill>
                            <a:srgbClr val="000000"/>
                          </a:solidFill>
                          <a:effectLst/>
                          <a:latin typeface="Aptos Narrow"/>
                        </a:rPr>
                        <a:t> RTS5453P-28(RVP)</a:t>
                      </a:r>
                      <a:br>
                        <a:rPr lang="en-US" sz="700" b="0" i="0" u="none" strike="noStrike">
                          <a:solidFill>
                            <a:srgbClr val="000000"/>
                          </a:solidFill>
                          <a:effectLst/>
                          <a:latin typeface="Aptos Narrow"/>
                        </a:rPr>
                      </a:br>
                      <a:r>
                        <a:rPr lang="en-US" sz="700" b="0" i="0" u="none" strike="noStrike">
                          <a:solidFill>
                            <a:srgbClr val="000000"/>
                          </a:solidFill>
                          <a:effectLst/>
                          <a:latin typeface="Aptos Narrow"/>
                        </a:rPr>
                        <a:t>GBR(BEP)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5989801"/>
                  </a:ext>
                </a:extLst>
              </a:tr>
              <a:tr h="257787">
                <a:tc>
                  <a:txBody>
                    <a:bodyPr/>
                    <a:lstStyle/>
                    <a:p>
                      <a:pPr algn="ctr" fontAlgn="b"/>
                      <a:r>
                        <a:rPr lang="en-US" sz="700" b="0" i="0" u="none" strike="noStrike">
                          <a:solidFill>
                            <a:srgbClr val="000000"/>
                          </a:solidFill>
                          <a:effectLst/>
                          <a:latin typeface="Aptos Narrow"/>
                        </a:rPr>
                        <a:t>USB3.2 Gen2 </a:t>
                      </a:r>
                      <a:br>
                        <a:rPr lang="en-US" sz="700" b="0" i="0" u="none" strike="noStrike">
                          <a:solidFill>
                            <a:srgbClr val="000000"/>
                          </a:solidFill>
                          <a:effectLst/>
                          <a:latin typeface="Aptos Narrow"/>
                        </a:rPr>
                      </a:br>
                      <a:r>
                        <a:rPr lang="en-US" sz="700" b="0" i="0" u="none" strike="noStrike">
                          <a:solidFill>
                            <a:srgbClr val="000000"/>
                          </a:solidFill>
                          <a:effectLst/>
                          <a:latin typeface="Aptos Narrow"/>
                        </a:rPr>
                        <a:t>Retimer</a:t>
                      </a:r>
                      <a:endParaRPr lang="en-US" sz="7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Aptos Narrow"/>
                        </a:rPr>
                        <a:t>Doides PI3EQX1004E2ZTFEX (BEP)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7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3815059"/>
                  </a:ext>
                </a:extLst>
              </a:tr>
              <a:tr h="257787">
                <a:tc>
                  <a:txBody>
                    <a:bodyPr/>
                    <a:lstStyle/>
                    <a:p>
                      <a:pPr algn="ctr" fontAlgn="b"/>
                      <a:r>
                        <a:rPr lang="en-US" sz="700" b="0" i="0" u="none" strike="noStrike">
                          <a:solidFill>
                            <a:srgbClr val="000000"/>
                          </a:solidFill>
                          <a:effectLst/>
                          <a:latin typeface="Aptos Narrow"/>
                        </a:rPr>
                        <a:t>USB3 Retimer</a:t>
                      </a:r>
                      <a:br>
                        <a:rPr lang="en-US" sz="700" b="0" i="0" u="none" strike="noStrike">
                          <a:solidFill>
                            <a:srgbClr val="000000"/>
                          </a:solidFill>
                          <a:effectLst/>
                          <a:latin typeface="Aptos Narrow"/>
                        </a:rPr>
                      </a:br>
                      <a:r>
                        <a:rPr lang="en-US" sz="700" b="0" i="0" u="none" strike="noStrike">
                          <a:solidFill>
                            <a:srgbClr val="000000"/>
                          </a:solidFill>
                          <a:effectLst/>
                          <a:latin typeface="Aptos Narrow"/>
                        </a:rPr>
                        <a:t>USB3 Redriver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700" b="0" i="0" u="none" strike="noStrike">
                          <a:solidFill>
                            <a:srgbClr val="000000"/>
                          </a:solidFill>
                          <a:effectLst/>
                          <a:latin typeface="Aptos Narrow"/>
                        </a:rPr>
                        <a:t>Diodes PI3EQX1002E redriver  (RVP)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INFINEON/SLB 9672VU2.0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endParaRPr lang="en-US" sz="7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7134404"/>
                  </a:ext>
                </a:extLst>
              </a:tr>
              <a:tr h="139943">
                <a:tc>
                  <a:txBody>
                    <a:bodyPr/>
                    <a:lstStyle/>
                    <a:p>
                      <a:pPr algn="ctr" fontAlgn="b"/>
                      <a:r>
                        <a:rPr lang="en-US" sz="700" b="0" i="0" u="none" strike="noStrike">
                          <a:solidFill>
                            <a:srgbClr val="000000"/>
                          </a:solidFill>
                          <a:effectLst/>
                          <a:latin typeface="Aptos Narrow"/>
                        </a:rPr>
                        <a:t>USB2 Redriver</a:t>
                      </a:r>
                      <a:endParaRPr lang="en-US" sz="700" b="0" i="0" u="none" strike="noStrike" err="1">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Aptos Narrow"/>
                        </a:rPr>
                        <a:t>TUSB212IRWBR(AEP , BEP-reserved)</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REALTEK/RTS5250S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7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582764"/>
                  </a:ext>
                </a:extLst>
              </a:tr>
              <a:tr h="257787">
                <a:tc>
                  <a:txBody>
                    <a:bodyPr/>
                    <a:lstStyle/>
                    <a:p>
                      <a:pPr algn="ctr" fontAlgn="b"/>
                      <a:r>
                        <a:rPr lang="en-US" sz="700" b="0" i="0" u="none" strike="noStrike">
                          <a:solidFill>
                            <a:srgbClr val="000000"/>
                          </a:solidFill>
                          <a:effectLst/>
                          <a:latin typeface="Aptos Narrow"/>
                        </a:rPr>
                        <a:t>Discrete TPM</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700" b="0" i="0" u="none" strike="noStrike">
                          <a:solidFill>
                            <a:srgbClr val="000000"/>
                          </a:solidFill>
                          <a:effectLst/>
                          <a:latin typeface="Aptos Narrow"/>
                        </a:rPr>
                        <a:t>Infineon SLB9672VQ 2.0 (RVP, AEP, BEP)</a:t>
                      </a:r>
                      <a:br>
                        <a:rPr lang="en-US" sz="700" b="0" i="0" u="none" strike="noStrike">
                          <a:solidFill>
                            <a:srgbClr val="000000"/>
                          </a:solidFill>
                          <a:effectLst/>
                          <a:latin typeface="Aptos Narrow"/>
                        </a:rPr>
                      </a:br>
                      <a:r>
                        <a:rPr lang="en-US" sz="700" b="0" i="0" u="none" strike="noStrike">
                          <a:solidFill>
                            <a:srgbClr val="000000"/>
                          </a:solidFill>
                          <a:effectLst/>
                          <a:latin typeface="Aptos Narrow"/>
                        </a:rPr>
                        <a:t>Nations Tech Z32H330TC(RVP)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SAMSUNG/ATNA33AA07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3906609"/>
                  </a:ext>
                </a:extLst>
              </a:tr>
              <a:tr h="139943">
                <a:tc>
                  <a:txBody>
                    <a:bodyPr/>
                    <a:lstStyle/>
                    <a:p>
                      <a:pPr algn="ctr" fontAlgn="b"/>
                      <a:r>
                        <a:rPr lang="en-US" sz="700" b="0" i="0" u="none" strike="noStrike">
                          <a:solidFill>
                            <a:srgbClr val="000000"/>
                          </a:solidFill>
                          <a:effectLst/>
                          <a:latin typeface="Aptos Narrow"/>
                        </a:rPr>
                        <a:t>Card Reader IC</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Aptos Narrow"/>
                        </a:rPr>
                        <a:t>BayHub BH770GG7(AEP)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Hannstar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700" b="0" i="0" u="none" strike="noStrike">
                        <a:solidFill>
                          <a:schemeClr val="tx1"/>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8671468"/>
                  </a:ext>
                </a:extLst>
              </a:tr>
              <a:tr h="139943">
                <a:tc>
                  <a:txBody>
                    <a:bodyPr/>
                    <a:lstStyle/>
                    <a:p>
                      <a:pPr algn="ctr" fontAlgn="b"/>
                      <a:r>
                        <a:rPr lang="en-US" sz="700" b="0" i="0" u="none" strike="noStrike">
                          <a:solidFill>
                            <a:srgbClr val="000000"/>
                          </a:solidFill>
                          <a:effectLst/>
                          <a:latin typeface="Aptos Narrow"/>
                        </a:rPr>
                        <a:t>eDP Panel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a:solidFill>
                          <a:srgbClr val="000000"/>
                        </a:solidFill>
                        <a:effectLst/>
                        <a:latin typeface="Aptos Narrow" panose="020B0004020202020204" pitchFamily="34" charset="0"/>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3525851"/>
                  </a:ext>
                </a:extLst>
              </a:tr>
              <a:tr h="139943">
                <a:tc>
                  <a:txBody>
                    <a:bodyPr/>
                    <a:lstStyle/>
                    <a:p>
                      <a:pPr algn="ctr" fontAlgn="b"/>
                      <a:r>
                        <a:rPr lang="en-US" sz="700" b="0" i="0" u="none" strike="noStrike">
                          <a:solidFill>
                            <a:srgbClr val="000000"/>
                          </a:solidFill>
                          <a:effectLst/>
                          <a:latin typeface="Aptos Narrow"/>
                        </a:rPr>
                        <a:t>PCB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700" b="0" i="0" u="none" strike="noStrike">
                          <a:solidFill>
                            <a:srgbClr val="000000"/>
                          </a:solidFill>
                          <a:effectLst/>
                          <a:latin typeface="Aptos Narrow"/>
                        </a:rPr>
                        <a:t>T3 or T4, 6L or 8L or 10 L</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TI/BQ25710RSNR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a:solidFill>
                          <a:schemeClr val="tx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6831092"/>
                  </a:ext>
                </a:extLst>
              </a:tr>
              <a:tr h="241143">
                <a:tc>
                  <a:txBody>
                    <a:bodyPr/>
                    <a:lstStyle/>
                    <a:p>
                      <a:pPr algn="ctr" fontAlgn="b"/>
                      <a:r>
                        <a:rPr lang="en-US" sz="700" b="0" i="0" u="none" strike="noStrike">
                          <a:solidFill>
                            <a:srgbClr val="000000"/>
                          </a:solidFill>
                          <a:effectLst/>
                          <a:latin typeface="Aptos Narrow"/>
                        </a:rPr>
                        <a:t>Storage</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700" b="0" i="0" u="none" strike="noStrike">
                          <a:solidFill>
                            <a:srgbClr val="000000"/>
                          </a:solidFill>
                          <a:effectLst/>
                          <a:latin typeface="Aptos Narrow"/>
                        </a:rPr>
                        <a:t>Gen4 NVMe WD SN810 CS-512GB</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HM1092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a:solidFill>
                          <a:schemeClr val="bg1"/>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9406696"/>
                  </a:ext>
                </a:extLst>
              </a:tr>
              <a:tr h="257787">
                <a:tc>
                  <a:txBody>
                    <a:bodyPr/>
                    <a:lstStyle/>
                    <a:p>
                      <a:pPr algn="ctr" fontAlgn="b"/>
                      <a:r>
                        <a:rPr lang="en-US" sz="700" b="0" i="0" u="none" strike="noStrike">
                          <a:solidFill>
                            <a:srgbClr val="000000"/>
                          </a:solidFill>
                          <a:effectLst/>
                          <a:latin typeface="Aptos Narrow"/>
                        </a:rPr>
                        <a:t>Charger</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r>
                        <a:rPr lang="en-US" sz="700" b="0" i="0" u="none" strike="noStrike">
                          <a:solidFill>
                            <a:srgbClr val="000000"/>
                          </a:solidFill>
                          <a:effectLst/>
                          <a:latin typeface="Aptos Narrow"/>
                        </a:rPr>
                        <a:t>RAA489110ARGNP(RVP, AEP)</a:t>
                      </a:r>
                      <a:br>
                        <a:rPr lang="en-US" sz="700" b="0" i="0" u="none" strike="noStrike">
                          <a:solidFill>
                            <a:srgbClr val="000000"/>
                          </a:solidFill>
                          <a:effectLst/>
                          <a:latin typeface="Aptos Narrow"/>
                        </a:rPr>
                      </a:br>
                      <a:r>
                        <a:rPr lang="en-US" sz="700" b="0" i="0" u="none" strike="noStrike">
                          <a:solidFill>
                            <a:srgbClr val="000000"/>
                          </a:solidFill>
                          <a:effectLst/>
                          <a:latin typeface="Aptos Narrow"/>
                        </a:rPr>
                        <a:t> SC8885SQDER(BEP)</a:t>
                      </a: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US" sz="1100" b="0" i="0" u="none" strike="noStrike">
                          <a:solidFill>
                            <a:srgbClr val="000000"/>
                          </a:solidFill>
                          <a:effectLst/>
                          <a:latin typeface="Aptos Narrow" panose="020B0004020202020204" pitchFamily="34" charset="0"/>
                        </a:rPr>
                        <a:t>Everlight_HC-IR282017C2/S900/1T(SLNBC)</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kern="1200">
                        <a:solidFill>
                          <a:schemeClr val="tx1"/>
                        </a:solidFill>
                        <a:effectLst/>
                        <a:latin typeface="Aptos Narrow"/>
                        <a:ea typeface="+mn-ea"/>
                        <a:cs typeface="+mn-cs"/>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8611769"/>
                  </a:ext>
                </a:extLst>
              </a:tr>
              <a:tr h="257787">
                <a:tc>
                  <a:txBody>
                    <a:bodyPr/>
                    <a:lstStyle/>
                    <a:p>
                      <a:pPr algn="ctr" fontAlgn="b"/>
                      <a:endParaRPr lang="en-US" sz="700" b="0" i="0" u="none" strike="noStrike">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100" b="0" i="0" u="none" strike="noStrike">
                          <a:solidFill>
                            <a:srgbClr val="000000"/>
                          </a:solidFill>
                          <a:effectLst/>
                          <a:latin typeface="Aptos" panose="020B0004020202020204" pitchFamily="34" charset="0"/>
                        </a:rPr>
                        <a:t>NA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kern="1200">
                        <a:solidFill>
                          <a:schemeClr val="tx1"/>
                        </a:solidFill>
                        <a:effectLst/>
                        <a:latin typeface="Aptos Narrow"/>
                        <a:ea typeface="+mn-ea"/>
                        <a:cs typeface="+mn-cs"/>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3673560"/>
                  </a:ext>
                </a:extLst>
              </a:tr>
              <a:tr h="257787">
                <a:tc>
                  <a:txBody>
                    <a:bodyPr/>
                    <a:lstStyle/>
                    <a:p>
                      <a:pPr algn="ctr" fontAlgn="b"/>
                      <a:endParaRPr lang="en-US" sz="700" b="0" i="0" u="none" strike="noStrike">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a:solidFill>
                          <a:srgbClr val="000000"/>
                        </a:solidFill>
                        <a:effectLst/>
                        <a:latin typeface="Aptos Narrow"/>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100" b="0" i="0" u="none" strike="noStrike">
                          <a:solidFill>
                            <a:srgbClr val="000000"/>
                          </a:solidFill>
                          <a:effectLst/>
                          <a:latin typeface="Aptos" panose="020B0004020202020204" pitchFamily="34" charset="0"/>
                        </a:rPr>
                        <a:t>RENESAS/RAA225019ERGBM#HA0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
                      <a:endParaRPr lang="en-US" sz="700" b="0" i="0" u="none" strike="noStrike" kern="1200">
                        <a:solidFill>
                          <a:schemeClr val="tx1"/>
                        </a:solidFill>
                        <a:effectLst/>
                        <a:latin typeface="Aptos Narrow"/>
                        <a:ea typeface="+mn-ea"/>
                        <a:cs typeface="+mn-cs"/>
                      </a:endParaRPr>
                    </a:p>
                  </a:txBody>
                  <a:tcPr marL="4435" marR="4435" marT="4435" marB="21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7684306"/>
                  </a:ext>
                </a:extLst>
              </a:tr>
            </a:tbl>
          </a:graphicData>
        </a:graphic>
      </p:graphicFrame>
      <p:sp>
        <p:nvSpPr>
          <p:cNvPr id="5" name="TextBox 4">
            <a:extLst>
              <a:ext uri="{FF2B5EF4-FFF2-40B4-BE49-F238E27FC236}">
                <a16:creationId xmlns:a16="http://schemas.microsoft.com/office/drawing/2014/main" id="{4F388C07-3CA2-AFAA-4830-D8EE8951AEB8}"/>
              </a:ext>
            </a:extLst>
          </p:cNvPr>
          <p:cNvSpPr txBox="1"/>
          <p:nvPr/>
        </p:nvSpPr>
        <p:spPr>
          <a:xfrm>
            <a:off x="4745734" y="-54864"/>
            <a:ext cx="38130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sym typeface="Helvetica Neue"/>
              </a:rPr>
              <a:t>PTL Designs BOM – MSI? </a:t>
            </a:r>
          </a:p>
        </p:txBody>
      </p:sp>
    </p:spTree>
    <p:extLst>
      <p:ext uri="{BB962C8B-B14F-4D97-AF65-F5344CB8AC3E}">
        <p14:creationId xmlns:p14="http://schemas.microsoft.com/office/powerpoint/2010/main" val="2119440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9AB4D-33C7-3795-E5D6-EE22EB457ADC}"/>
              </a:ext>
            </a:extLst>
          </p:cNvPr>
          <p:cNvSpPr>
            <a:spLocks noGrp="1"/>
          </p:cNvSpPr>
          <p:nvPr>
            <p:ph type="title"/>
          </p:nvPr>
        </p:nvSpPr>
        <p:spPr>
          <a:xfrm>
            <a:off x="381000" y="221694"/>
            <a:ext cx="10972800" cy="656130"/>
          </a:xfrm>
        </p:spPr>
        <p:txBody>
          <a:bodyPr/>
          <a:lstStyle/>
          <a:p>
            <a:r>
              <a:rPr lang="en-US"/>
              <a:t>Dell </a:t>
            </a:r>
            <a:r>
              <a:rPr lang="en-US" err="1"/>
              <a:t>Taroko</a:t>
            </a:r>
            <a:r>
              <a:rPr lang="en-US"/>
              <a:t> PTL BOM Example </a:t>
            </a:r>
          </a:p>
        </p:txBody>
      </p:sp>
      <p:sp>
        <p:nvSpPr>
          <p:cNvPr id="3" name="Content Placeholder 2">
            <a:extLst>
              <a:ext uri="{FF2B5EF4-FFF2-40B4-BE49-F238E27FC236}">
                <a16:creationId xmlns:a16="http://schemas.microsoft.com/office/drawing/2014/main" id="{0324757E-2D83-1A55-984E-DF2002024FAA}"/>
              </a:ext>
            </a:extLst>
          </p:cNvPr>
          <p:cNvSpPr>
            <a:spLocks noGrp="1"/>
          </p:cNvSpPr>
          <p:nvPr>
            <p:ph idx="1"/>
          </p:nvPr>
        </p:nvSpPr>
        <p:spPr>
          <a:xfrm>
            <a:off x="381000" y="877824"/>
            <a:ext cx="10972800" cy="4689908"/>
          </a:xfrm>
        </p:spPr>
        <p:txBody>
          <a:bodyPr>
            <a:normAutofit/>
          </a:bodyPr>
          <a:lstStyle/>
          <a:p>
            <a:r>
              <a:rPr lang="en-US" sz="2400"/>
              <a:t>&gt;87% PTL </a:t>
            </a:r>
            <a:r>
              <a:rPr lang="en-US" sz="2400" err="1"/>
              <a:t>Taroko</a:t>
            </a:r>
            <a:r>
              <a:rPr lang="en-US" sz="2400"/>
              <a:t> key components are reused Gen16 ARL-U </a:t>
            </a:r>
            <a:r>
              <a:rPr lang="en-US" sz="2400" err="1"/>
              <a:t>Taroko</a:t>
            </a:r>
            <a:r>
              <a:rPr lang="en-US" sz="2400"/>
              <a:t> design </a:t>
            </a:r>
          </a:p>
        </p:txBody>
      </p:sp>
      <p:pic>
        <p:nvPicPr>
          <p:cNvPr id="7" name="Picture 6">
            <a:extLst>
              <a:ext uri="{FF2B5EF4-FFF2-40B4-BE49-F238E27FC236}">
                <a16:creationId xmlns:a16="http://schemas.microsoft.com/office/drawing/2014/main" id="{F4CA3F0C-050F-27B4-72EC-6C21DB76BE56}"/>
              </a:ext>
            </a:extLst>
          </p:cNvPr>
          <p:cNvPicPr>
            <a:picLocks noChangeAspect="1"/>
          </p:cNvPicPr>
          <p:nvPr/>
        </p:nvPicPr>
        <p:blipFill>
          <a:blip r:embed="rId2"/>
          <a:stretch>
            <a:fillRect/>
          </a:stretch>
        </p:blipFill>
        <p:spPr>
          <a:xfrm>
            <a:off x="1179576" y="1490473"/>
            <a:ext cx="9137904" cy="5112875"/>
          </a:xfrm>
          <a:prstGeom prst="rect">
            <a:avLst/>
          </a:prstGeom>
        </p:spPr>
      </p:pic>
    </p:spTree>
    <p:extLst>
      <p:ext uri="{BB962C8B-B14F-4D97-AF65-F5344CB8AC3E}">
        <p14:creationId xmlns:p14="http://schemas.microsoft.com/office/powerpoint/2010/main" val="1118208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BBDF9-10E2-F540-EEC3-2D95CEDBE686}"/>
              </a:ext>
            </a:extLst>
          </p:cNvPr>
          <p:cNvSpPr>
            <a:spLocks noGrp="1"/>
          </p:cNvSpPr>
          <p:nvPr>
            <p:ph type="title"/>
          </p:nvPr>
        </p:nvSpPr>
        <p:spPr>
          <a:xfrm>
            <a:off x="463296" y="2525982"/>
            <a:ext cx="10972800" cy="1199822"/>
          </a:xfrm>
        </p:spPr>
        <p:txBody>
          <a:bodyPr/>
          <a:lstStyle/>
          <a:p>
            <a:r>
              <a:rPr lang="en-US"/>
              <a:t>Backup – OEM alignment deck</a:t>
            </a:r>
          </a:p>
        </p:txBody>
      </p:sp>
    </p:spTree>
    <p:extLst>
      <p:ext uri="{BB962C8B-B14F-4D97-AF65-F5344CB8AC3E}">
        <p14:creationId xmlns:p14="http://schemas.microsoft.com/office/powerpoint/2010/main" val="2225951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F52D6-9EA4-37CA-E4F6-CC4E5541F429}"/>
              </a:ext>
            </a:extLst>
          </p:cNvPr>
          <p:cNvSpPr/>
          <p:nvPr/>
        </p:nvSpPr>
        <p:spPr>
          <a:xfrm rot="20058037">
            <a:off x="757046" y="3007346"/>
            <a:ext cx="10677923" cy="843308"/>
          </a:xfrm>
          <a:prstGeom prst="rect">
            <a:avLst/>
          </a:prstGeom>
          <a:noFill/>
        </p:spPr>
        <p:txBody>
          <a:bodyPr wrap="none" lIns="91440" tIns="45720" rIns="91440" bIns="45720">
            <a:spAutoFit/>
          </a:bodyPr>
          <a:lstStyle/>
          <a:p>
            <a:pPr marL="0" marR="0" lvl="0" indent="0" algn="ctr" defTabSz="1219169" rtl="0" eaLnBrk="1" fontAlgn="auto" latinLnBrk="0" hangingPunct="0">
              <a:lnSpc>
                <a:spcPct val="90000"/>
              </a:lnSpc>
              <a:spcBef>
                <a:spcPts val="2250"/>
              </a:spcBef>
              <a:spcAft>
                <a:spcPts val="0"/>
              </a:spcAft>
              <a:buClrTx/>
              <a:buSzTx/>
              <a:buFontTx/>
              <a:buNone/>
              <a:tabLst/>
              <a:defRPr/>
            </a:pPr>
            <a:r>
              <a:rPr kumimoji="0" lang="en-US" sz="5400" b="1" i="0" u="none" strike="noStrike" kern="0" cap="none" spc="0" normalizeH="0" baseline="0" noProof="0">
                <a:ln w="10160">
                  <a:solidFill>
                    <a:srgbClr val="FFFFFF">
                      <a:lumMod val="95000"/>
                    </a:srgbClr>
                  </a:solidFill>
                  <a:prstDash val="solid"/>
                </a:ln>
                <a:noFill/>
                <a:effectLst>
                  <a:outerShdw blurRad="38100" dist="22860" dir="5400000" algn="tl" rotWithShape="0">
                    <a:srgbClr val="000000">
                      <a:alpha val="30000"/>
                    </a:srgbClr>
                  </a:outerShdw>
                </a:effectLst>
                <a:uLnTx/>
                <a:uFillTx/>
                <a:latin typeface="IntelOne Display Regular"/>
                <a:sym typeface="Helvetica Neue"/>
              </a:rPr>
              <a:t>For Use Under CNDA:8166202 Dell</a:t>
            </a:r>
          </a:p>
        </p:txBody>
      </p:sp>
      <p:sp>
        <p:nvSpPr>
          <p:cNvPr id="2" name="Title 1">
            <a:extLst>
              <a:ext uri="{FF2B5EF4-FFF2-40B4-BE49-F238E27FC236}">
                <a16:creationId xmlns:a16="http://schemas.microsoft.com/office/drawing/2014/main" id="{561AFEBA-E1C2-5CAF-29EA-4295B5929321}"/>
              </a:ext>
            </a:extLst>
          </p:cNvPr>
          <p:cNvSpPr>
            <a:spLocks noGrp="1"/>
          </p:cNvSpPr>
          <p:nvPr>
            <p:ph type="ctrTitle"/>
          </p:nvPr>
        </p:nvSpPr>
        <p:spPr>
          <a:xfrm>
            <a:off x="926592" y="966915"/>
            <a:ext cx="9741408" cy="2387600"/>
          </a:xfrm>
        </p:spPr>
        <p:txBody>
          <a:bodyPr>
            <a:normAutofit/>
          </a:bodyPr>
          <a:lstStyle/>
          <a:p>
            <a:r>
              <a:rPr lang="en-US" sz="4800">
                <a:latin typeface="IntelOne Display AR Light" panose="020B0403020203020204" pitchFamily="34" charset="-78"/>
                <a:cs typeface="IntelOne Display AR Light" panose="020B0403020203020204" pitchFamily="34" charset="-78"/>
              </a:rPr>
              <a:t>PTL-H 12Xe Design Optimization</a:t>
            </a:r>
          </a:p>
        </p:txBody>
      </p:sp>
      <p:sp>
        <p:nvSpPr>
          <p:cNvPr id="3" name="Subtitle 2">
            <a:extLst>
              <a:ext uri="{FF2B5EF4-FFF2-40B4-BE49-F238E27FC236}">
                <a16:creationId xmlns:a16="http://schemas.microsoft.com/office/drawing/2014/main" id="{5D304F35-F135-1095-5300-D15FA0B5D490}"/>
              </a:ext>
            </a:extLst>
          </p:cNvPr>
          <p:cNvSpPr>
            <a:spLocks noGrp="1"/>
          </p:cNvSpPr>
          <p:nvPr>
            <p:ph type="subTitle" idx="1"/>
          </p:nvPr>
        </p:nvSpPr>
        <p:spPr/>
        <p:txBody>
          <a:bodyPr vert="horz" lIns="91440" tIns="45720" rIns="91440" bIns="45720" rtlCol="0" anchor="t">
            <a:normAutofit/>
          </a:bodyPr>
          <a:lstStyle/>
          <a:p>
            <a:r>
              <a:rPr lang="en-US"/>
              <a:t>WW43</a:t>
            </a:r>
          </a:p>
        </p:txBody>
      </p:sp>
    </p:spTree>
    <p:extLst>
      <p:ext uri="{BB962C8B-B14F-4D97-AF65-F5344CB8AC3E}">
        <p14:creationId xmlns:p14="http://schemas.microsoft.com/office/powerpoint/2010/main" val="1561028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7E6463-D7EF-46A0-924F-3F0FBC9E2C12}"/>
              </a:ext>
            </a:extLst>
          </p:cNvPr>
          <p:cNvSpPr>
            <a:spLocks noGrp="1"/>
          </p:cNvSpPr>
          <p:nvPr>
            <p:ph type="title"/>
          </p:nvPr>
        </p:nvSpPr>
        <p:spPr/>
        <p:txBody>
          <a:bodyPr/>
          <a:lstStyle/>
          <a:p>
            <a:r>
              <a:rPr lang="en-US"/>
              <a:t>Legal Disclaimer</a:t>
            </a:r>
          </a:p>
        </p:txBody>
      </p:sp>
      <p:sp>
        <p:nvSpPr>
          <p:cNvPr id="6" name="Content Placeholder 5">
            <a:extLst>
              <a:ext uri="{FF2B5EF4-FFF2-40B4-BE49-F238E27FC236}">
                <a16:creationId xmlns:a16="http://schemas.microsoft.com/office/drawing/2014/main" id="{F039D5FC-5350-4807-9083-1ED6F5408C7A}"/>
              </a:ext>
            </a:extLst>
          </p:cNvPr>
          <p:cNvSpPr>
            <a:spLocks noGrp="1"/>
          </p:cNvSpPr>
          <p:nvPr>
            <p:ph sz="quarter" idx="28"/>
          </p:nvPr>
        </p:nvSpPr>
        <p:spPr/>
        <p:txBody>
          <a:bodyPr lIns="0" tIns="0" rIns="0" bIns="0" anchor="t">
            <a:normAutofit lnSpcReduction="10000"/>
          </a:bodyPr>
          <a:lstStyle/>
          <a:p>
            <a:pPr marL="91440" indent="0">
              <a:buNone/>
            </a:pPr>
            <a:r>
              <a:rPr lang="en-US" sz="1400">
                <a:latin typeface="Intel Clear Light"/>
              </a:rPr>
              <a:t>You may not use or facilitate the use of this document in connection with any infringement or other legal analysis. You may not use or facilitate the use of this document in connection with any infringement or other legal analysis concerning Intel products described herein. You agree to grant Intel a non-exclusive, royalty-free license to any patent claim thereafter drafted which includes subject matter disclosed herein.</a:t>
            </a:r>
          </a:p>
          <a:p>
            <a:pPr marL="91440" indent="0">
              <a:buNone/>
            </a:pPr>
            <a:r>
              <a:rPr lang="en-US" sz="1400">
                <a:latin typeface="Intel Clear Light"/>
              </a:rPr>
              <a:t>No license (express or implied, by estoppel or otherwise) to any intellectual property rights is granted by this document.</a:t>
            </a:r>
          </a:p>
          <a:p>
            <a:pPr marL="91440" indent="0">
              <a:buNone/>
            </a:pPr>
            <a:r>
              <a:rPr lang="en-US" sz="1400">
                <a:latin typeface="Intel Clear Light"/>
              </a:rPr>
              <a:t>All information provided here is subject to change without notice. Contact your Intel representative to obtain the latest Intel product specifications and roadmaps.</a:t>
            </a:r>
          </a:p>
          <a:p>
            <a:pPr marL="91440" indent="0">
              <a:buNone/>
            </a:pPr>
            <a:r>
              <a:rPr lang="en-US" sz="1400">
                <a:latin typeface="Intel Clear Light"/>
              </a:rPr>
              <a:t>All product plans and roadmaps are subject to change without notice.</a:t>
            </a:r>
          </a:p>
          <a:p>
            <a:pPr marL="91440" indent="0">
              <a:buNone/>
            </a:pPr>
            <a:r>
              <a:rPr lang="en-US" sz="1400">
                <a:latin typeface="Intel Clear Light"/>
              </a:rPr>
              <a:t>The products described may contain design defects or errors known as errata, which may cause the product to deviate from published specifications. Current characterized errata are available on request.</a:t>
            </a:r>
          </a:p>
          <a:p>
            <a:pPr marL="91440" indent="0">
              <a:buNone/>
            </a:pPr>
            <a:r>
              <a:rPr lang="en-US" sz="1400">
                <a:latin typeface="Intel Clear Light"/>
              </a:rPr>
              <a:t>Intel technologies’ features and benefits depend on system configuration and may require enabled hardware, software or service activation. Performance varies depending on system configuration. No computer system can be absolutely secure. Check with your system manufacturer or retailer or learn more at </a:t>
            </a:r>
            <a:r>
              <a:rPr lang="en-US" sz="1400">
                <a:latin typeface="Intel Clear Light"/>
                <a:hlinkClick r:id="rId2"/>
              </a:rPr>
              <a:t>intel.com</a:t>
            </a:r>
            <a:r>
              <a:rPr lang="en-US" sz="1400">
                <a:latin typeface="Intel Clear Light"/>
              </a:rPr>
              <a:t>.</a:t>
            </a:r>
          </a:p>
          <a:p>
            <a:pPr marL="91440" indent="0">
              <a:buNone/>
            </a:pPr>
            <a:r>
              <a:rPr lang="en-US" sz="1400">
                <a:latin typeface="Intel Clear Light"/>
              </a:rPr>
              <a:t>Intel disclaims all express and implied warranties, including without limitation, the implied warranties of merchantability, fitness for a particular purpose, and non-infringement, as well as any warranty arising from course of performance, course of dealing, or usage in trade.</a:t>
            </a:r>
          </a:p>
          <a:p>
            <a:pPr marL="91440" indent="0">
              <a:buNone/>
            </a:pPr>
            <a:r>
              <a:rPr lang="en-US" sz="1400">
                <a:latin typeface="Intel Clear Light"/>
              </a:rPr>
              <a:t>© Intel Corporation​. Intel, the Intel logo, and other Intel marks are trademarks of Intel Corporation or its subsidiaries. </a:t>
            </a:r>
          </a:p>
          <a:p>
            <a:pPr marL="91440" indent="0">
              <a:buNone/>
            </a:pPr>
            <a:r>
              <a:rPr lang="en-US" sz="1400">
                <a:latin typeface="Intel Clear Light"/>
              </a:rPr>
              <a:t>*Other names and brands may be claimed as the property of others. </a:t>
            </a:r>
            <a:endParaRPr lang="en-US" sz="1400"/>
          </a:p>
          <a:p>
            <a:pPr marL="91440" indent="0">
              <a:buNone/>
            </a:pPr>
            <a:r>
              <a:rPr lang="en-US" sz="1400">
                <a:latin typeface="Intel Clear Light"/>
              </a:rPr>
              <a:t>Copyright© 2024, Intel Corporation. All rights reserved.</a:t>
            </a:r>
          </a:p>
          <a:p>
            <a:pPr marL="91440" indent="0">
              <a:buNone/>
            </a:pPr>
            <a:endParaRPr lang="en-US" sz="700"/>
          </a:p>
        </p:txBody>
      </p:sp>
    </p:spTree>
    <p:extLst>
      <p:ext uri="{BB962C8B-B14F-4D97-AF65-F5344CB8AC3E}">
        <p14:creationId xmlns:p14="http://schemas.microsoft.com/office/powerpoint/2010/main" val="93072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1B44F-EEB4-F969-505D-64D260EF9BEF}"/>
              </a:ext>
            </a:extLst>
          </p:cNvPr>
          <p:cNvSpPr>
            <a:spLocks noGrp="1"/>
          </p:cNvSpPr>
          <p:nvPr>
            <p:ph type="title"/>
          </p:nvPr>
        </p:nvSpPr>
        <p:spPr/>
        <p:txBody>
          <a:bodyPr/>
          <a:lstStyle/>
          <a:p>
            <a:r>
              <a:rPr lang="en-US"/>
              <a:t>PTL EE Design Requests to deliver best quality, performance and battery life, fast TTM</a:t>
            </a:r>
          </a:p>
        </p:txBody>
      </p:sp>
      <p:sp>
        <p:nvSpPr>
          <p:cNvPr id="3" name="Content Placeholder 2">
            <a:extLst>
              <a:ext uri="{FF2B5EF4-FFF2-40B4-BE49-F238E27FC236}">
                <a16:creationId xmlns:a16="http://schemas.microsoft.com/office/drawing/2014/main" id="{7DE75C37-2EDC-3C9A-A8AE-848CD0373FAB}"/>
              </a:ext>
            </a:extLst>
          </p:cNvPr>
          <p:cNvSpPr>
            <a:spLocks noGrp="1"/>
          </p:cNvSpPr>
          <p:nvPr>
            <p:ph idx="1"/>
          </p:nvPr>
        </p:nvSpPr>
        <p:spPr/>
        <p:txBody>
          <a:bodyPr>
            <a:normAutofit/>
          </a:bodyPr>
          <a:lstStyle/>
          <a:p>
            <a:pPr marL="342900" marR="0" lvl="0" indent="-342900">
              <a:spcBef>
                <a:spcPts val="1200"/>
              </a:spcBef>
              <a:spcAft>
                <a:spcPts val="0"/>
              </a:spcAft>
              <a:buFont typeface="+mj-lt"/>
              <a:buAutoNum type="arabicPeriod"/>
            </a:pPr>
            <a:r>
              <a:rPr lang="en-US" sz="2000">
                <a:effectLst/>
                <a:highlight>
                  <a:srgbClr val="00FF00"/>
                </a:highlight>
                <a:ea typeface="Times New Roman" panose="02020603050405020304" pitchFamily="18" charset="0"/>
              </a:rPr>
              <a:t>Common core BOM to closely match RVP/AEP </a:t>
            </a:r>
            <a:r>
              <a:rPr lang="en-US" sz="2000">
                <a:effectLst/>
                <a:ea typeface="Times New Roman" panose="02020603050405020304" pitchFamily="18" charset="0"/>
              </a:rPr>
              <a:t>for system validation quality and lower design risk. lowest power BOM/component for best battery life</a:t>
            </a:r>
          </a:p>
          <a:p>
            <a:pPr marL="342900" marR="0" lvl="0" indent="-342900">
              <a:spcBef>
                <a:spcPts val="1200"/>
              </a:spcBef>
              <a:spcAft>
                <a:spcPts val="0"/>
              </a:spcAft>
              <a:buFont typeface="+mj-lt"/>
              <a:buAutoNum type="arabicPeriod"/>
            </a:pPr>
            <a:r>
              <a:rPr lang="en-US" sz="2000">
                <a:effectLst/>
                <a:highlight>
                  <a:srgbClr val="00FF00"/>
                </a:highlight>
                <a:ea typeface="Times New Roman" panose="02020603050405020304" pitchFamily="18" charset="0"/>
              </a:rPr>
              <a:t>Hetero IMVP PD solution (option#2)</a:t>
            </a:r>
            <a:r>
              <a:rPr lang="en-US" sz="2000">
                <a:effectLst/>
                <a:ea typeface="Times New Roman" panose="02020603050405020304" pitchFamily="18" charset="0"/>
              </a:rPr>
              <a:t> for best battery life </a:t>
            </a:r>
            <a:endParaRPr lang="en-US" sz="2000">
              <a:effectLst/>
              <a:ea typeface="PMingLiU" panose="02020500000000000000" pitchFamily="18" charset="-120"/>
            </a:endParaRPr>
          </a:p>
          <a:p>
            <a:pPr marL="342900" marR="0" lvl="0" indent="-342900">
              <a:spcBef>
                <a:spcPts val="1200"/>
              </a:spcBef>
              <a:spcAft>
                <a:spcPts val="0"/>
              </a:spcAft>
              <a:buFont typeface="+mj-lt"/>
              <a:buAutoNum type="arabicPeriod"/>
            </a:pPr>
            <a:r>
              <a:rPr lang="en-US" sz="2000" err="1">
                <a:effectLst/>
                <a:highlight>
                  <a:srgbClr val="00FF00"/>
                </a:highlight>
                <a:ea typeface="Times New Roman" panose="02020603050405020304" pitchFamily="18" charset="0"/>
              </a:rPr>
              <a:t>iPCM</a:t>
            </a:r>
            <a:r>
              <a:rPr lang="en-US" sz="2000">
                <a:effectLst/>
                <a:ea typeface="Times New Roman" panose="02020603050405020304" pitchFamily="18" charset="0"/>
              </a:rPr>
              <a:t> or Intel Power Meter during development phase for efficient power telemetry, validation and debug</a:t>
            </a:r>
          </a:p>
          <a:p>
            <a:pPr marL="342900" marR="0" lvl="0" indent="-342900">
              <a:spcBef>
                <a:spcPts val="1200"/>
              </a:spcBef>
              <a:spcAft>
                <a:spcPts val="0"/>
              </a:spcAft>
              <a:buFont typeface="+mj-lt"/>
              <a:buAutoNum type="arabicPeriod"/>
            </a:pPr>
            <a:r>
              <a:rPr lang="en-US" sz="2000">
                <a:effectLst/>
                <a:highlight>
                  <a:srgbClr val="00FF00"/>
                </a:highlight>
                <a:ea typeface="Times New Roman" panose="02020603050405020304" pitchFamily="18" charset="0"/>
              </a:rPr>
              <a:t>PCB stack-up follow PDG/BEP to ensure memory board quality </a:t>
            </a:r>
            <a:r>
              <a:rPr lang="en-US" sz="2000">
                <a:effectLst/>
                <a:ea typeface="Times New Roman" panose="02020603050405020304" pitchFamily="18" charset="0"/>
              </a:rPr>
              <a:t>to meet POR memory speed, LPDDR5 memory layout (break-in, break-out) should follow memory clip file (818137) for memory design quality, require ODM to run </a:t>
            </a:r>
            <a:r>
              <a:rPr lang="en-US" sz="2000" err="1">
                <a:effectLst/>
                <a:ea typeface="Times New Roman" panose="02020603050405020304" pitchFamily="18" charset="0"/>
              </a:rPr>
              <a:t>iPDS</a:t>
            </a:r>
            <a:r>
              <a:rPr lang="en-US" sz="2000">
                <a:effectLst/>
                <a:ea typeface="Times New Roman" panose="02020603050405020304" pitchFamily="18" charset="0"/>
              </a:rPr>
              <a:t>, </a:t>
            </a:r>
            <a:r>
              <a:rPr lang="en-US" sz="2000" err="1">
                <a:effectLst/>
                <a:ea typeface="Times New Roman" panose="02020603050405020304" pitchFamily="18" charset="0"/>
              </a:rPr>
              <a:t>iCCT</a:t>
            </a:r>
            <a:r>
              <a:rPr lang="en-US" sz="2000">
                <a:effectLst/>
                <a:ea typeface="Times New Roman" panose="02020603050405020304" pitchFamily="18" charset="0"/>
              </a:rPr>
              <a:t> to ensure crosstalk quality </a:t>
            </a:r>
            <a:endParaRPr lang="en-US" sz="2000">
              <a:effectLst/>
              <a:ea typeface="PMingLiU" panose="02020500000000000000" pitchFamily="18" charset="-120"/>
            </a:endParaRPr>
          </a:p>
          <a:p>
            <a:pPr marL="342900" marR="0" lvl="0" indent="-342900">
              <a:spcBef>
                <a:spcPts val="1200"/>
              </a:spcBef>
              <a:spcAft>
                <a:spcPts val="0"/>
              </a:spcAft>
              <a:buFont typeface="+mj-lt"/>
              <a:buAutoNum type="arabicPeriod"/>
            </a:pPr>
            <a:r>
              <a:rPr lang="en-US" sz="2000">
                <a:effectLst/>
                <a:ea typeface="Times New Roman" panose="02020603050405020304" pitchFamily="18" charset="0"/>
              </a:rPr>
              <a:t>Decoupling cap selection and placement follow acoustic noise mitigation TA (#575216) to have good hardware design practices to avoid acoustic noise.</a:t>
            </a:r>
            <a:endParaRPr lang="en-US" sz="2000">
              <a:effectLst/>
              <a:ea typeface="PMingLiU" panose="02020500000000000000" pitchFamily="18" charset="-120"/>
            </a:endParaRPr>
          </a:p>
          <a:p>
            <a:pPr marL="342900" marR="0" lvl="0" indent="-342900">
              <a:spcBef>
                <a:spcPts val="1200"/>
              </a:spcBef>
              <a:spcAft>
                <a:spcPts val="0"/>
              </a:spcAft>
              <a:buFont typeface="+mj-lt"/>
              <a:buAutoNum type="arabicPeriod"/>
            </a:pPr>
            <a:r>
              <a:rPr lang="en-US" sz="2000">
                <a:effectLst/>
                <a:ea typeface="Times New Roman" panose="02020603050405020304" pitchFamily="18" charset="0"/>
              </a:rPr>
              <a:t>keep SFF connector for issue debug efficiency till production. keep </a:t>
            </a:r>
            <a:r>
              <a:rPr lang="en-US" sz="2000" err="1">
                <a:effectLst/>
                <a:ea typeface="Times New Roman" panose="02020603050405020304" pitchFamily="18" charset="0"/>
              </a:rPr>
              <a:t>iDV</a:t>
            </a:r>
            <a:r>
              <a:rPr lang="en-US" sz="2000">
                <a:effectLst/>
                <a:ea typeface="Times New Roman" panose="02020603050405020304" pitchFamily="18" charset="0"/>
              </a:rPr>
              <a:t> connector for power sequencing, PO debug use in EVT.</a:t>
            </a:r>
            <a:endParaRPr lang="en-US" sz="2000">
              <a:effectLst/>
              <a:ea typeface="PMingLiU" panose="02020500000000000000" pitchFamily="18" charset="-120"/>
            </a:endParaRPr>
          </a:p>
          <a:p>
            <a:endParaRPr lang="en-US" sz="3200"/>
          </a:p>
        </p:txBody>
      </p:sp>
      <p:sp>
        <p:nvSpPr>
          <p:cNvPr id="4" name="Rectangle: Rounded Corners 3">
            <a:extLst>
              <a:ext uri="{FF2B5EF4-FFF2-40B4-BE49-F238E27FC236}">
                <a16:creationId xmlns:a16="http://schemas.microsoft.com/office/drawing/2014/main" id="{3DA6223A-154E-C053-0FBC-44A883FEC7CF}"/>
              </a:ext>
            </a:extLst>
          </p:cNvPr>
          <p:cNvSpPr/>
          <p:nvPr/>
        </p:nvSpPr>
        <p:spPr>
          <a:xfrm>
            <a:off x="445008" y="5687568"/>
            <a:ext cx="11113008" cy="6492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9169" rtl="0" eaLnBrk="1" fontAlgn="auto" latinLnBrk="0" hangingPunct="0">
              <a:lnSpc>
                <a:spcPct val="90000"/>
              </a:lnSpc>
              <a:spcBef>
                <a:spcPts val="225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IntelOne Display Regular"/>
                <a:sym typeface="Helvetica Neue"/>
              </a:rPr>
              <a:t>Intel team will work with Dell/ODM on each of the design requirement assessment </a:t>
            </a:r>
          </a:p>
        </p:txBody>
      </p:sp>
    </p:spTree>
    <p:extLst>
      <p:ext uri="{BB962C8B-B14F-4D97-AF65-F5344CB8AC3E}">
        <p14:creationId xmlns:p14="http://schemas.microsoft.com/office/powerpoint/2010/main" val="453635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154D0-290D-DB5F-4F7C-EA8210DBBEEF}"/>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45F3AC13-F885-3305-A1CC-F7D6BDD392D4}"/>
              </a:ext>
            </a:extLst>
          </p:cNvPr>
          <p:cNvSpPr>
            <a:spLocks noGrp="1"/>
          </p:cNvSpPr>
          <p:nvPr>
            <p:ph idx="1"/>
          </p:nvPr>
        </p:nvSpPr>
        <p:spPr/>
        <p:txBody>
          <a:bodyPr>
            <a:normAutofit/>
          </a:bodyPr>
          <a:lstStyle/>
          <a:p>
            <a:pPr marL="514350" indent="-514350">
              <a:spcBef>
                <a:spcPts val="1800"/>
              </a:spcBef>
              <a:buFont typeface="+mj-lt"/>
              <a:buAutoNum type="arabicPeriod"/>
            </a:pPr>
            <a:r>
              <a:rPr lang="en-US" sz="2400"/>
              <a:t>RVP/AEP/BEP Key Component &amp; BOM Sharing </a:t>
            </a:r>
          </a:p>
          <a:p>
            <a:pPr marL="514350" indent="-514350">
              <a:spcBef>
                <a:spcPts val="1800"/>
              </a:spcBef>
              <a:buFont typeface="+mj-lt"/>
              <a:buAutoNum type="arabicPeriod"/>
            </a:pPr>
            <a:r>
              <a:rPr lang="en-US" sz="2400"/>
              <a:t>Hetero IMVP PD design for best battery life</a:t>
            </a:r>
          </a:p>
          <a:p>
            <a:pPr marL="514350" indent="-514350">
              <a:spcBef>
                <a:spcPts val="1800"/>
              </a:spcBef>
              <a:buFont typeface="+mj-lt"/>
              <a:buAutoNum type="arabicPeriod"/>
            </a:pPr>
            <a:r>
              <a:rPr lang="en-US" sz="2400"/>
              <a:t>Best Memory Design Quality through PCB stack-up and memory clip file</a:t>
            </a:r>
          </a:p>
          <a:p>
            <a:pPr marL="514350" indent="-514350">
              <a:spcBef>
                <a:spcPts val="1800"/>
              </a:spcBef>
              <a:buFont typeface="+mj-lt"/>
              <a:buAutoNum type="arabicPeriod"/>
            </a:pPr>
            <a:r>
              <a:rPr lang="en-US" sz="2400"/>
              <a:t>System Meter Introduction  </a:t>
            </a:r>
          </a:p>
        </p:txBody>
      </p:sp>
      <p:sp>
        <p:nvSpPr>
          <p:cNvPr id="4" name="Rectangle 3">
            <a:extLst>
              <a:ext uri="{FF2B5EF4-FFF2-40B4-BE49-F238E27FC236}">
                <a16:creationId xmlns:a16="http://schemas.microsoft.com/office/drawing/2014/main" id="{62F22631-70F0-ED5F-29EC-1C3F5C5588F1}"/>
              </a:ext>
            </a:extLst>
          </p:cNvPr>
          <p:cNvSpPr/>
          <p:nvPr/>
        </p:nvSpPr>
        <p:spPr>
          <a:xfrm rot="20058037">
            <a:off x="757046" y="3007346"/>
            <a:ext cx="10677923" cy="843308"/>
          </a:xfrm>
          <a:prstGeom prst="rect">
            <a:avLst/>
          </a:prstGeom>
          <a:noFill/>
        </p:spPr>
        <p:txBody>
          <a:bodyPr wrap="none" lIns="91440" tIns="45720" rIns="91440" bIns="45720">
            <a:spAutoFit/>
          </a:bodyPr>
          <a:lstStyle/>
          <a:p>
            <a:pPr marL="0" marR="0" lvl="0" indent="0" algn="ctr" defTabSz="1219169" rtl="0" eaLnBrk="1" fontAlgn="auto" latinLnBrk="0" hangingPunct="0">
              <a:lnSpc>
                <a:spcPct val="90000"/>
              </a:lnSpc>
              <a:spcBef>
                <a:spcPts val="2250"/>
              </a:spcBef>
              <a:spcAft>
                <a:spcPts val="0"/>
              </a:spcAft>
              <a:buClrTx/>
              <a:buSzTx/>
              <a:buFontTx/>
              <a:buNone/>
              <a:tabLst/>
              <a:defRPr/>
            </a:pPr>
            <a:r>
              <a:rPr kumimoji="0" lang="en-US" sz="5400" b="1" i="0" u="none" strike="noStrike" kern="0" cap="none" spc="0" normalizeH="0" baseline="0" noProof="0">
                <a:ln w="10160">
                  <a:solidFill>
                    <a:srgbClr val="FFFFFF">
                      <a:lumMod val="95000"/>
                    </a:srgbClr>
                  </a:solidFill>
                  <a:prstDash val="solid"/>
                </a:ln>
                <a:noFill/>
                <a:effectLst>
                  <a:outerShdw blurRad="38100" dist="22860" dir="5400000" algn="tl" rotWithShape="0">
                    <a:srgbClr val="000000">
                      <a:alpha val="30000"/>
                    </a:srgbClr>
                  </a:outerShdw>
                </a:effectLst>
                <a:uLnTx/>
                <a:uFillTx/>
                <a:latin typeface="IntelOne Display Regular"/>
                <a:sym typeface="Helvetica Neue"/>
              </a:rPr>
              <a:t>For Use Under CNDA:8166202 Dell</a:t>
            </a:r>
          </a:p>
        </p:txBody>
      </p:sp>
    </p:spTree>
    <p:extLst>
      <p:ext uri="{BB962C8B-B14F-4D97-AF65-F5344CB8AC3E}">
        <p14:creationId xmlns:p14="http://schemas.microsoft.com/office/powerpoint/2010/main" val="739114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16204-4322-322D-267C-878415A3F009}"/>
              </a:ext>
            </a:extLst>
          </p:cNvPr>
          <p:cNvSpPr>
            <a:spLocks noGrp="1"/>
          </p:cNvSpPr>
          <p:nvPr>
            <p:ph type="title"/>
          </p:nvPr>
        </p:nvSpPr>
        <p:spPr>
          <a:xfrm>
            <a:off x="871727" y="95984"/>
            <a:ext cx="10972800" cy="265176"/>
          </a:xfrm>
        </p:spPr>
        <p:txBody>
          <a:bodyPr>
            <a:noAutofit/>
          </a:bodyPr>
          <a:lstStyle/>
          <a:p>
            <a:r>
              <a:rPr lang="en-US" sz="2800"/>
              <a:t>PTL RVP/BEP/AEP Key Component List</a:t>
            </a:r>
          </a:p>
        </p:txBody>
      </p:sp>
      <p:graphicFrame>
        <p:nvGraphicFramePr>
          <p:cNvPr id="5" name="Table 4">
            <a:extLst>
              <a:ext uri="{FF2B5EF4-FFF2-40B4-BE49-F238E27FC236}">
                <a16:creationId xmlns:a16="http://schemas.microsoft.com/office/drawing/2014/main" id="{33F5502E-27F1-60C5-25A0-3A62C2149E6B}"/>
              </a:ext>
            </a:extLst>
          </p:cNvPr>
          <p:cNvGraphicFramePr>
            <a:graphicFrameLocks noGrp="1"/>
          </p:cNvGraphicFramePr>
          <p:nvPr/>
        </p:nvGraphicFramePr>
        <p:xfrm>
          <a:off x="938783" y="485379"/>
          <a:ext cx="9723120" cy="6035040"/>
        </p:xfrm>
        <a:graphic>
          <a:graphicData uri="http://schemas.openxmlformats.org/drawingml/2006/table">
            <a:tbl>
              <a:tblPr/>
              <a:tblGrid>
                <a:gridCol w="1990671">
                  <a:extLst>
                    <a:ext uri="{9D8B030D-6E8A-4147-A177-3AD203B41FA5}">
                      <a16:colId xmlns:a16="http://schemas.microsoft.com/office/drawing/2014/main" val="1899926442"/>
                    </a:ext>
                  </a:extLst>
                </a:gridCol>
                <a:gridCol w="3646671">
                  <a:extLst>
                    <a:ext uri="{9D8B030D-6E8A-4147-A177-3AD203B41FA5}">
                      <a16:colId xmlns:a16="http://schemas.microsoft.com/office/drawing/2014/main" val="1993651799"/>
                    </a:ext>
                  </a:extLst>
                </a:gridCol>
                <a:gridCol w="4085778">
                  <a:extLst>
                    <a:ext uri="{9D8B030D-6E8A-4147-A177-3AD203B41FA5}">
                      <a16:colId xmlns:a16="http://schemas.microsoft.com/office/drawing/2014/main" val="1925107556"/>
                    </a:ext>
                  </a:extLst>
                </a:gridCol>
              </a:tblGrid>
              <a:tr h="175099">
                <a:tc>
                  <a:txBody>
                    <a:bodyPr/>
                    <a:lstStyle/>
                    <a:p>
                      <a:pPr algn="l" fontAlgn="ctr"/>
                      <a:r>
                        <a:rPr lang="en-US" sz="1200" b="1" i="0" u="none" strike="noStrike">
                          <a:solidFill>
                            <a:srgbClr val="000000"/>
                          </a:solidFill>
                          <a:effectLst/>
                          <a:latin typeface="+mj-lt"/>
                          <a:ea typeface="Intel Clear" panose="020B0604020203020204" pitchFamily="34" charset="0"/>
                          <a:cs typeface="Intel Clear" panose="020B0604020203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200" b="1" i="0" u="none" strike="noStrike">
                          <a:solidFill>
                            <a:srgbClr val="000000"/>
                          </a:solidFill>
                          <a:effectLst/>
                          <a:latin typeface="+mj-lt"/>
                          <a:ea typeface="Intel Clear" panose="020B0604020203020204" pitchFamily="34" charset="0"/>
                          <a:cs typeface="Intel Clear" panose="020B0604020203020204" pitchFamily="34" charset="0"/>
                        </a:rPr>
                        <a:t>RVP, BEP, AEP</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200" b="1" i="0" u="none" strike="noStrike">
                          <a:solidFill>
                            <a:srgbClr val="000000"/>
                          </a:solidFill>
                          <a:effectLst/>
                          <a:latin typeface="+mj-lt"/>
                          <a:ea typeface="Intel Clear" panose="020B0604020203020204" pitchFamily="34" charset="0"/>
                          <a:cs typeface="Intel Clear" panose="020B0604020203020204" pitchFamily="34" charset="0"/>
                        </a:rPr>
                        <a:t>AEP/ </a:t>
                      </a:r>
                      <a:r>
                        <a:rPr lang="en-US" sz="1200" b="1" i="0" u="none" strike="noStrike">
                          <a:solidFill>
                            <a:srgbClr val="00B0F0"/>
                          </a:solidFill>
                          <a:effectLst/>
                          <a:latin typeface="+mj-lt"/>
                          <a:ea typeface="Intel Clear" panose="020B0604020203020204" pitchFamily="34" charset="0"/>
                          <a:cs typeface="Intel Clear" panose="020B0604020203020204" pitchFamily="34" charset="0"/>
                        </a:rPr>
                        <a:t>BEP</a:t>
                      </a:r>
                      <a:endParaRPr lang="en-US" sz="1200" b="1" i="0" u="none" strike="noStrike">
                        <a:solidFill>
                          <a:srgbClr val="000000"/>
                        </a:solidFill>
                        <a:effectLst/>
                        <a:latin typeface="+mj-lt"/>
                        <a:ea typeface="Intel Clear" panose="020B0604020203020204" pitchFamily="34" charset="0"/>
                        <a:cs typeface="Intel Clear" panose="020B0604020203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12250354"/>
                  </a:ext>
                </a:extLst>
              </a:tr>
              <a:tr h="175099">
                <a:tc>
                  <a:txBody>
                    <a:bodyPr/>
                    <a:lstStyle/>
                    <a:p>
                      <a:pPr algn="l" fontAlgn="ct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SOC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Replaceable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PTL - H 12Xe/ </a:t>
                      </a:r>
                      <a:r>
                        <a:rPr lang="en-US" sz="1200" b="0" i="0" u="none" strike="noStrike">
                          <a:solidFill>
                            <a:srgbClr val="00B0F0"/>
                          </a:solidFill>
                          <a:effectLst/>
                          <a:latin typeface="+mj-lt"/>
                          <a:ea typeface="Intel Clear" panose="020B0604020203020204" pitchFamily="34" charset="0"/>
                          <a:cs typeface="Intel Clear" panose="020B0604020203020204" pitchFamily="34" charset="0"/>
                        </a:rPr>
                        <a:t>Replaceable</a:t>
                      </a:r>
                      <a:endParaRPr lang="en-US" sz="1200" b="0" i="0" u="none" strike="noStrike">
                        <a:solidFill>
                          <a:srgbClr val="000000"/>
                        </a:solidFill>
                        <a:effectLst/>
                        <a:latin typeface="+mj-lt"/>
                        <a:ea typeface="Intel Clear" panose="020B0604020203020204" pitchFamily="34" charset="0"/>
                        <a:cs typeface="Intel Clear" panose="020B0604020203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6099230"/>
                  </a:ext>
                </a:extLst>
              </a:tr>
              <a:tr h="175099">
                <a:tc>
                  <a:txBody>
                    <a:bodyPr/>
                    <a:lstStyle/>
                    <a:p>
                      <a:pPr algn="l" fontAlgn="ct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DRAM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da-DK" sz="1200" b="0" i="0" u="none" strike="noStrike">
                          <a:solidFill>
                            <a:srgbClr val="000000"/>
                          </a:solidFill>
                          <a:effectLst/>
                          <a:latin typeface="+mj-lt"/>
                          <a:ea typeface="Intel Clear" panose="020B0604020203020204" pitchFamily="34" charset="0"/>
                          <a:cs typeface="Intel Clear" panose="020B0604020203020204" pitchFamily="34" charset="0"/>
                        </a:rPr>
                        <a:t>LPCAMM(LP5x), MD(LP5x), SODIMM(DDR5)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MT62F2G32D2DS-020 WT:F / </a:t>
                      </a:r>
                      <a:r>
                        <a:rPr lang="en-US" sz="1200" b="0" i="0" u="none" strike="noStrike">
                          <a:solidFill>
                            <a:srgbClr val="00B0F0"/>
                          </a:solidFill>
                          <a:effectLst/>
                          <a:latin typeface="+mj-lt"/>
                          <a:ea typeface="Intel Clear" panose="020B0604020203020204" pitchFamily="34" charset="0"/>
                          <a:cs typeface="Intel Clear" panose="020B0604020203020204" pitchFamily="34" charset="0"/>
                        </a:rPr>
                        <a:t>LPCAMM2</a:t>
                      </a:r>
                      <a:endParaRPr lang="en-US" sz="1200" b="0" i="0" u="none" strike="noStrike">
                        <a:solidFill>
                          <a:srgbClr val="000000"/>
                        </a:solidFill>
                        <a:effectLst/>
                        <a:latin typeface="+mj-lt"/>
                        <a:ea typeface="Intel Clear" panose="020B0604020203020204" pitchFamily="34" charset="0"/>
                        <a:cs typeface="Intel Clear" panose="020B0604020203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27299497"/>
                  </a:ext>
                </a:extLst>
              </a:tr>
              <a:tr h="175099">
                <a:tc>
                  <a:txBody>
                    <a:bodyPr/>
                    <a:lstStyle/>
                    <a:p>
                      <a:pPr algn="l" fontAlgn="ct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VR Controller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Richtek RT3645BEN-01A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MPS MP29011GQKT-0011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34695749"/>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Microchip MEC1723 eSPI (RVP, AEP)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MEC1723/ </a:t>
                      </a:r>
                      <a:r>
                        <a:rPr lang="en-US" sz="1200" b="0" i="0" u="none" strike="noStrike">
                          <a:solidFill>
                            <a:srgbClr val="00B0F0"/>
                          </a:solidFill>
                          <a:effectLst/>
                          <a:latin typeface="+mj-lt"/>
                          <a:ea typeface="Intel Clear" panose="020B0604020203020204" pitchFamily="34" charset="0"/>
                          <a:cs typeface="Intel Clear" panose="020B0604020203020204" pitchFamily="34" charset="0"/>
                        </a:rPr>
                        <a:t>IT82002</a:t>
                      </a:r>
                      <a:endParaRPr lang="en-US" sz="1200" b="0" i="0" u="none" strike="noStrike">
                        <a:solidFill>
                          <a:srgbClr val="000000"/>
                        </a:solidFill>
                        <a:effectLst/>
                        <a:latin typeface="+mj-lt"/>
                        <a:ea typeface="Intel Clear" panose="020B0604020203020204" pitchFamily="34" charset="0"/>
                        <a:cs typeface="Intel Clear" panose="020B0604020203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59001530"/>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LAN 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Jacksonville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NA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50103807"/>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WLAN/BT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Whalepeak-2 (2x2)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Whalepeak-2 1216/</a:t>
                      </a:r>
                      <a:r>
                        <a:rPr lang="en-US" sz="1200" b="0" i="0" u="none" strike="noStrike">
                          <a:solidFill>
                            <a:srgbClr val="00B0F0"/>
                          </a:solidFill>
                          <a:effectLst/>
                          <a:latin typeface="+mj-lt"/>
                          <a:ea typeface="Intel Clear" panose="020B0604020203020204" pitchFamily="34" charset="0"/>
                          <a:cs typeface="Intel Clear" panose="020B0604020203020204" pitchFamily="34" charset="0"/>
                        </a:rPr>
                        <a:t> Whalepeak-2 M.2</a:t>
                      </a:r>
                      <a:endParaRPr lang="en-US" sz="1200" b="0" i="0" u="none" strike="noStrike">
                        <a:solidFill>
                          <a:srgbClr val="000000"/>
                        </a:solidFill>
                        <a:effectLst/>
                        <a:latin typeface="+mj-lt"/>
                        <a:ea typeface="Intel Clear" panose="020B0604020203020204" pitchFamily="34" charset="0"/>
                        <a:cs typeface="Intel Clear" panose="020B0604020203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81028716"/>
                  </a:ext>
                </a:extLst>
              </a:tr>
              <a:tr h="525296">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Audio Codec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Realtek ALC712-VB, ALC1320 , ALC722(RVP)</a:t>
                      </a:r>
                      <a:br>
                        <a:rPr lang="en-US" sz="1200" b="0" i="0" u="none" strike="noStrike">
                          <a:solidFill>
                            <a:srgbClr val="000000"/>
                          </a:solidFill>
                          <a:effectLst/>
                          <a:latin typeface="+mj-lt"/>
                          <a:ea typeface="Intel Clear" panose="020B0604020203020204" pitchFamily="34" charset="0"/>
                          <a:cs typeface="Intel Clear" panose="020B0604020203020204" pitchFamily="34" charset="0"/>
                        </a:rPr>
                      </a:b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Cirrus Logic CS35L56(AEP)</a:t>
                      </a:r>
                      <a:br>
                        <a:rPr lang="en-US" sz="1200" b="0" i="0" u="none" strike="noStrike">
                          <a:solidFill>
                            <a:srgbClr val="000000"/>
                          </a:solidFill>
                          <a:effectLst/>
                          <a:latin typeface="+mj-lt"/>
                          <a:ea typeface="Intel Clear" panose="020B0604020203020204" pitchFamily="34" charset="0"/>
                          <a:cs typeface="Intel Clear" panose="020B0604020203020204" pitchFamily="34" charset="0"/>
                        </a:rPr>
                      </a:b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Cirrus Logic CS42L43(BEP MIPI/I2S)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Cirrus Logic CS42L43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82114921"/>
                  </a:ext>
                </a:extLst>
              </a:tr>
              <a:tr h="350197">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Audio Amplify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N/A , within codec (RVP</a:t>
                      </a:r>
                      <a:br>
                        <a:rPr lang="en-US" sz="1200" b="0" i="0" u="none" strike="noStrike">
                          <a:solidFill>
                            <a:srgbClr val="000000"/>
                          </a:solidFill>
                          <a:effectLst/>
                          <a:latin typeface="+mj-lt"/>
                          <a:ea typeface="Intel Clear" panose="020B0604020203020204" pitchFamily="34" charset="0"/>
                          <a:cs typeface="Intel Clear" panose="020B0604020203020204" pitchFamily="34" charset="0"/>
                        </a:rPr>
                      </a:b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CLASS_D_AMP,NA,CS35L63 (BEP)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CS35L56/ </a:t>
                      </a:r>
                      <a:r>
                        <a:rPr lang="en-US" sz="1200" b="0" i="0" u="none" strike="noStrike">
                          <a:solidFill>
                            <a:srgbClr val="00B0F0"/>
                          </a:solidFill>
                          <a:effectLst/>
                          <a:latin typeface="+mj-lt"/>
                          <a:ea typeface="Intel Clear" panose="020B0604020203020204" pitchFamily="34" charset="0"/>
                          <a:cs typeface="Intel Clear" panose="020B0604020203020204" pitchFamily="34" charset="0"/>
                        </a:rPr>
                        <a:t>CS35L63</a:t>
                      </a:r>
                      <a:endParaRPr lang="en-US" sz="1200" b="0" i="0" u="none" strike="noStrike">
                        <a:solidFill>
                          <a:srgbClr val="000000"/>
                        </a:solidFill>
                        <a:effectLst/>
                        <a:latin typeface="+mj-lt"/>
                        <a:ea typeface="Intel Clear" panose="020B0604020203020204" pitchFamily="34" charset="0"/>
                        <a:cs typeface="Intel Clear" panose="020B0604020203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1075565"/>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BIOS Flash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Macronix 64MB</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GD25LR512ME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475826054"/>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Discrete GFX</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N/A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B0F0"/>
                          </a:solidFill>
                          <a:effectLst/>
                          <a:latin typeface="+mj-lt"/>
                          <a:ea typeface="Intel Clear" panose="020B0604020203020204" pitchFamily="34" charset="0"/>
                          <a:cs typeface="Intel Clear" panose="020B0604020203020204" pitchFamily="34" charset="0"/>
                        </a:rPr>
                        <a:t>Gen5x8 Signals Break - Out done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37710671"/>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DDS Switch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N/A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45442747"/>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HDMI </a:t>
                      </a:r>
                      <a:r>
                        <a:rPr lang="en-US" sz="1200" b="0" i="0" u="none" strike="noStrike" err="1">
                          <a:solidFill>
                            <a:srgbClr val="000000"/>
                          </a:solidFill>
                          <a:effectLst/>
                          <a:latin typeface="+mj-lt"/>
                          <a:ea typeface="Intel Clear" panose="020B0604020203020204" pitchFamily="34" charset="0"/>
                          <a:cs typeface="Intel Clear" panose="020B0604020203020204" pitchFamily="34" charset="0"/>
                        </a:rPr>
                        <a:t>Pcon</a:t>
                      </a:r>
                      <a:endParaRPr lang="en-US" sz="1200" b="0" i="0" u="none" strike="noStrike">
                        <a:solidFill>
                          <a:srgbClr val="000000"/>
                        </a:solidFill>
                        <a:effectLst/>
                        <a:latin typeface="+mj-lt"/>
                        <a:ea typeface="Intel Clear" panose="020B0604020203020204" pitchFamily="34" charset="0"/>
                        <a:cs typeface="Intel Clear" panose="020B0604020203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N/A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90238425"/>
                  </a:ext>
                </a:extLst>
              </a:tr>
              <a:tr h="350197">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DP </a:t>
                      </a:r>
                      <a:r>
                        <a:rPr lang="en-US" sz="1200" b="0" i="0" u="none" strike="noStrike" err="1">
                          <a:solidFill>
                            <a:srgbClr val="000000"/>
                          </a:solidFill>
                          <a:effectLst/>
                          <a:latin typeface="+mj-lt"/>
                          <a:ea typeface="Intel Clear" panose="020B0604020203020204" pitchFamily="34" charset="0"/>
                          <a:cs typeface="Intel Clear" panose="020B0604020203020204" pitchFamily="34" charset="0"/>
                        </a:rPr>
                        <a:t>Redriver</a:t>
                      </a: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 / </a:t>
                      </a:r>
                      <a:r>
                        <a:rPr lang="en-US" sz="1200" b="0" i="0" u="none" strike="noStrike" err="1">
                          <a:solidFill>
                            <a:srgbClr val="000000"/>
                          </a:solidFill>
                          <a:effectLst/>
                          <a:latin typeface="+mj-lt"/>
                          <a:ea typeface="Intel Clear" panose="020B0604020203020204" pitchFamily="34" charset="0"/>
                          <a:cs typeface="Intel Clear" panose="020B0604020203020204" pitchFamily="34" charset="0"/>
                        </a:rPr>
                        <a:t>Retimer</a:t>
                      </a:r>
                      <a:endParaRPr lang="en-US" sz="1200" b="0" i="0" u="none" strike="noStrike">
                        <a:solidFill>
                          <a:srgbClr val="000000"/>
                        </a:solidFill>
                        <a:effectLst/>
                        <a:latin typeface="+mj-lt"/>
                        <a:ea typeface="Intel Clear" panose="020B0604020203020204" pitchFamily="34" charset="0"/>
                        <a:cs typeface="Intel Clear" panose="020B0604020203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no DP </a:t>
                      </a:r>
                      <a:r>
                        <a:rPr lang="en-US" sz="1200" b="0" i="0" u="none" strike="noStrike" err="1">
                          <a:solidFill>
                            <a:srgbClr val="000000"/>
                          </a:solidFill>
                          <a:effectLst/>
                          <a:latin typeface="+mj-lt"/>
                          <a:ea typeface="Intel Clear" panose="020B0604020203020204" pitchFamily="34" charset="0"/>
                          <a:cs typeface="Intel Clear" panose="020B0604020203020204" pitchFamily="34" charset="0"/>
                        </a:rPr>
                        <a:t>redriver</a:t>
                      </a: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a:t>
                      </a:r>
                      <a:r>
                        <a:rPr lang="en-US" sz="1200" b="0" i="0" u="none" strike="noStrike" err="1">
                          <a:solidFill>
                            <a:srgbClr val="000000"/>
                          </a:solidFill>
                          <a:effectLst/>
                          <a:latin typeface="+mj-lt"/>
                          <a:ea typeface="Intel Clear" panose="020B0604020203020204" pitchFamily="34" charset="0"/>
                          <a:cs typeface="Intel Clear" panose="020B0604020203020204" pitchFamily="34" charset="0"/>
                        </a:rPr>
                        <a:t>retimer</a:t>
                      </a:r>
                      <a:br>
                        <a:rPr lang="en-US" sz="1200" b="0" i="0" u="none" strike="noStrike">
                          <a:solidFill>
                            <a:srgbClr val="000000"/>
                          </a:solidFill>
                          <a:effectLst/>
                          <a:latin typeface="+mj-lt"/>
                          <a:ea typeface="Intel Clear" panose="020B0604020203020204" pitchFamily="34" charset="0"/>
                          <a:cs typeface="Intel Clear" panose="020B0604020203020204" pitchFamily="34" charset="0"/>
                        </a:rPr>
                      </a:b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PS8419(</a:t>
                      </a:r>
                      <a:r>
                        <a:rPr lang="en-US" sz="1200" b="0" i="0" u="none" strike="noStrike" err="1">
                          <a:solidFill>
                            <a:srgbClr val="000000"/>
                          </a:solidFill>
                          <a:effectLst/>
                          <a:latin typeface="+mj-lt"/>
                          <a:ea typeface="Intel Clear" panose="020B0604020203020204" pitchFamily="34" charset="0"/>
                          <a:cs typeface="Intel Clear" panose="020B0604020203020204" pitchFamily="34" charset="0"/>
                        </a:rPr>
                        <a:t>retimer</a:t>
                      </a: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 , for HDMI), PS8219(</a:t>
                      </a:r>
                      <a:r>
                        <a:rPr lang="en-US" sz="1200" b="0" i="0" u="none" strike="noStrike" err="1">
                          <a:solidFill>
                            <a:srgbClr val="000000"/>
                          </a:solidFill>
                          <a:effectLst/>
                          <a:latin typeface="+mj-lt"/>
                          <a:ea typeface="Intel Clear" panose="020B0604020203020204" pitchFamily="34" charset="0"/>
                          <a:cs typeface="Intel Clear" panose="020B0604020203020204" pitchFamily="34" charset="0"/>
                        </a:rPr>
                        <a:t>redriver</a:t>
                      </a: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 for HDMI)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PI3HDX12211ZHEX (</a:t>
                      </a:r>
                      <a:r>
                        <a:rPr lang="en-US" sz="1200" b="0" i="0" u="none" strike="noStrike" err="1">
                          <a:solidFill>
                            <a:srgbClr val="000000"/>
                          </a:solidFill>
                          <a:effectLst/>
                          <a:latin typeface="+mj-lt"/>
                          <a:ea typeface="Intel Clear" panose="020B0604020203020204" pitchFamily="34" charset="0"/>
                          <a:cs typeface="Intel Clear" panose="020B0604020203020204" pitchFamily="34" charset="0"/>
                        </a:rPr>
                        <a:t>Redriver</a:t>
                      </a: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 HDMI)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92624848"/>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PCIE </a:t>
                      </a:r>
                      <a:r>
                        <a:rPr lang="en-US" sz="1200" b="0" i="0" u="none" strike="noStrike" err="1">
                          <a:solidFill>
                            <a:srgbClr val="000000"/>
                          </a:solidFill>
                          <a:effectLst/>
                          <a:latin typeface="+mj-lt"/>
                          <a:ea typeface="Intel Clear" panose="020B0604020203020204" pitchFamily="34" charset="0"/>
                          <a:cs typeface="Intel Clear" panose="020B0604020203020204" pitchFamily="34" charset="0"/>
                        </a:rPr>
                        <a:t>Redriver</a:t>
                      </a: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 / </a:t>
                      </a:r>
                      <a:r>
                        <a:rPr lang="en-US" sz="1200" b="0" i="0" u="none" strike="noStrike" err="1">
                          <a:solidFill>
                            <a:srgbClr val="000000"/>
                          </a:solidFill>
                          <a:effectLst/>
                          <a:latin typeface="+mj-lt"/>
                          <a:ea typeface="Intel Clear" panose="020B0604020203020204" pitchFamily="34" charset="0"/>
                          <a:cs typeface="Intel Clear" panose="020B0604020203020204" pitchFamily="34" charset="0"/>
                        </a:rPr>
                        <a:t>Retimer</a:t>
                      </a:r>
                      <a:endParaRPr lang="en-US" sz="1200" b="0" i="0" u="none" strike="noStrike">
                        <a:solidFill>
                          <a:srgbClr val="000000"/>
                        </a:solidFill>
                        <a:effectLst/>
                        <a:latin typeface="+mj-lt"/>
                        <a:ea typeface="Intel Clear" panose="020B0604020203020204" pitchFamily="34" charset="0"/>
                        <a:cs typeface="Intel Clear" panose="020B0604020203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N/A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73131824"/>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Discrete TBT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Barlow Ridge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28351302"/>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TBT Retimer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HBR  , GBR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HBR  / </a:t>
                      </a:r>
                      <a:r>
                        <a:rPr lang="en-US" sz="1200" b="0" i="0" u="none" strike="noStrike">
                          <a:solidFill>
                            <a:srgbClr val="00B0F0"/>
                          </a:solidFill>
                          <a:effectLst/>
                          <a:latin typeface="+mj-lt"/>
                          <a:ea typeface="Intel Clear" panose="020B0604020203020204" pitchFamily="34" charset="0"/>
                          <a:cs typeface="Intel Clear" panose="020B0604020203020204" pitchFamily="34" charset="0"/>
                        </a:rPr>
                        <a:t>GBR</a:t>
                      </a:r>
                      <a:endParaRPr lang="en-US" sz="1200" b="0" i="0" u="none" strike="noStrike">
                        <a:solidFill>
                          <a:srgbClr val="000000"/>
                        </a:solidFill>
                        <a:effectLst/>
                        <a:latin typeface="+mj-lt"/>
                        <a:ea typeface="Intel Clear" panose="020B0604020203020204" pitchFamily="34" charset="0"/>
                        <a:cs typeface="Intel Clear" panose="020B0604020203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92863106"/>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PD Controller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chemeClr val="tx1">
                              <a:lumMod val="50000"/>
                            </a:schemeClr>
                          </a:solidFill>
                          <a:effectLst/>
                          <a:latin typeface="+mj-lt"/>
                          <a:ea typeface="Intel Clear" panose="020B0604020203020204" pitchFamily="34" charset="0"/>
                          <a:cs typeface="Intel Clear" panose="020B0604020203020204" pitchFamily="34" charset="0"/>
                        </a:rPr>
                        <a:t>CYPD6229 ; TPS66994; RTS5453P-28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TPS66994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8741359"/>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USB3.2 Gen2 </a:t>
                      </a:r>
                      <a:r>
                        <a:rPr lang="en-US" sz="1200" b="0" i="0" u="none" strike="noStrike" err="1">
                          <a:solidFill>
                            <a:srgbClr val="000000"/>
                          </a:solidFill>
                          <a:effectLst/>
                          <a:latin typeface="+mj-lt"/>
                          <a:ea typeface="Intel Clear" panose="020B0604020203020204" pitchFamily="34" charset="0"/>
                          <a:cs typeface="Intel Clear" panose="020B0604020203020204" pitchFamily="34" charset="0"/>
                        </a:rPr>
                        <a:t>Retimer</a:t>
                      </a:r>
                      <a:endParaRPr lang="en-US" sz="1200" b="0" i="0" u="none" strike="noStrike">
                        <a:solidFill>
                          <a:srgbClr val="000000"/>
                        </a:solidFill>
                        <a:effectLst/>
                        <a:latin typeface="+mj-lt"/>
                        <a:ea typeface="Intel Clear" panose="020B0604020203020204" pitchFamily="34" charset="0"/>
                        <a:cs typeface="Intel Clear" panose="020B0604020203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Doides PI3EQX1004E2ZTFEX (BEP)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NA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79593302"/>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USB3 </a:t>
                      </a:r>
                      <a:r>
                        <a:rPr lang="en-US" sz="1200" b="0" i="0" u="none" strike="noStrike" err="1">
                          <a:solidFill>
                            <a:srgbClr val="000000"/>
                          </a:solidFill>
                          <a:effectLst/>
                          <a:latin typeface="+mj-lt"/>
                          <a:ea typeface="Intel Clear" panose="020B0604020203020204" pitchFamily="34" charset="0"/>
                          <a:cs typeface="Intel Clear" panose="020B0604020203020204" pitchFamily="34" charset="0"/>
                        </a:rPr>
                        <a:t>Retimer</a:t>
                      </a: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 / </a:t>
                      </a:r>
                      <a:r>
                        <a:rPr lang="en-US" sz="1200" b="0" i="0" u="none" strike="noStrike" err="1">
                          <a:solidFill>
                            <a:srgbClr val="000000"/>
                          </a:solidFill>
                          <a:effectLst/>
                          <a:latin typeface="+mj-lt"/>
                          <a:ea typeface="Intel Clear" panose="020B0604020203020204" pitchFamily="34" charset="0"/>
                          <a:cs typeface="Intel Clear" panose="020B0604020203020204" pitchFamily="34" charset="0"/>
                        </a:rPr>
                        <a:t>Redriver</a:t>
                      </a:r>
                      <a:endParaRPr lang="en-US" sz="1200" b="0" i="0" u="none" strike="noStrike">
                        <a:solidFill>
                          <a:srgbClr val="000000"/>
                        </a:solidFill>
                        <a:effectLst/>
                        <a:latin typeface="+mj-lt"/>
                        <a:ea typeface="Intel Clear" panose="020B0604020203020204" pitchFamily="34" charset="0"/>
                        <a:cs typeface="Intel Clear" panose="020B0604020203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N/A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B0F0"/>
                          </a:solidFill>
                          <a:effectLst/>
                          <a:latin typeface="+mj-lt"/>
                          <a:ea typeface="Intel Clear" panose="020B0604020203020204" pitchFamily="34" charset="0"/>
                          <a:cs typeface="Intel Clear" panose="020B0604020203020204" pitchFamily="34" charset="0"/>
                        </a:rPr>
                        <a:t>PI3EQX1004E2ZTFEX</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89777259"/>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USB2 Redriver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TUSB212IRWBR(BEP reserved)</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73312051"/>
                  </a:ext>
                </a:extLst>
              </a:tr>
              <a:tr h="350197">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Discrete TPM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Infineon SLB9672VQ 2.0 (RVP, AEP, BEP)</a:t>
                      </a:r>
                      <a:br>
                        <a:rPr lang="en-US" sz="1200" b="0" i="0" u="none" strike="noStrike">
                          <a:solidFill>
                            <a:srgbClr val="000000"/>
                          </a:solidFill>
                          <a:effectLst/>
                          <a:latin typeface="+mj-lt"/>
                          <a:ea typeface="Intel Clear" panose="020B0604020203020204" pitchFamily="34" charset="0"/>
                          <a:cs typeface="Intel Clear" panose="020B0604020203020204" pitchFamily="34" charset="0"/>
                        </a:rPr>
                      </a:b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Nations Tech Z32H330TC(RVP)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SLB9672VQ 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95685548"/>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Card Reader 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BayHub BH770GG7(AEP)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BH770GG7LN-A-0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39126950"/>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eDP Panel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79122770"/>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PCB</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T3 or T4, 6L or 8L or 10 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T4 - 10L/</a:t>
                      </a:r>
                      <a:r>
                        <a:rPr lang="en-US" sz="1200" b="0" i="0" u="none" strike="noStrike">
                          <a:solidFill>
                            <a:srgbClr val="00B0F0"/>
                          </a:solidFill>
                          <a:effectLst/>
                          <a:latin typeface="+mj-lt"/>
                          <a:ea typeface="Intel Clear" panose="020B0604020203020204" pitchFamily="34" charset="0"/>
                          <a:cs typeface="Intel Clear" panose="020B0604020203020204" pitchFamily="34" charset="0"/>
                        </a:rPr>
                        <a:t> T3 8L</a:t>
                      </a:r>
                      <a:endParaRPr lang="en-US" sz="1200" b="0" i="0" u="none" strike="noStrike">
                        <a:solidFill>
                          <a:srgbClr val="000000"/>
                        </a:solidFill>
                        <a:effectLst/>
                        <a:latin typeface="+mj-lt"/>
                        <a:ea typeface="Intel Clear" panose="020B0604020203020204" pitchFamily="34" charset="0"/>
                        <a:cs typeface="Intel Clear" panose="020B0604020203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98581055"/>
                  </a:ext>
                </a:extLst>
              </a:tr>
              <a:tr h="175099">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Storage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Gen4 NVMe WD SN810 CS-512GB</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Gen5x4 - 512GB</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591984664"/>
                  </a:ext>
                </a:extLst>
              </a:tr>
              <a:tr h="350197">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Charger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RAA489110ARGNP(RVP, AEP)</a:t>
                      </a:r>
                      <a:br>
                        <a:rPr lang="en-US" sz="1200" b="0" i="0" u="none" strike="noStrike">
                          <a:solidFill>
                            <a:srgbClr val="000000"/>
                          </a:solidFill>
                          <a:effectLst/>
                          <a:latin typeface="+mj-lt"/>
                          <a:ea typeface="Intel Clear" panose="020B0604020203020204" pitchFamily="34" charset="0"/>
                          <a:cs typeface="Intel Clear" panose="020B0604020203020204" pitchFamily="34" charset="0"/>
                        </a:rPr>
                      </a:br>
                      <a:r>
                        <a:rPr lang="en-US" sz="1200" b="0" i="0" u="none" strike="noStrike">
                          <a:solidFill>
                            <a:srgbClr val="000000"/>
                          </a:solidFill>
                          <a:effectLst/>
                          <a:latin typeface="+mj-lt"/>
                          <a:ea typeface="Intel Clear" panose="020B0604020203020204" pitchFamily="34" charset="0"/>
                          <a:cs typeface="Intel Clear" panose="020B0604020203020204" pitchFamily="34" charset="0"/>
                        </a:rPr>
                        <a:t> SC8885SQDER(BEP)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mj-lt"/>
                          <a:ea typeface="Intel Clear" panose="020B0604020203020204" pitchFamily="34" charset="0"/>
                          <a:cs typeface="Intel Clear" panose="020B0604020203020204" pitchFamily="34" charset="0"/>
                        </a:rPr>
                        <a:t>RAA489110ARGNP/ </a:t>
                      </a:r>
                      <a:r>
                        <a:rPr lang="en-US" sz="1200" b="0" i="0" u="none" strike="noStrike">
                          <a:solidFill>
                            <a:srgbClr val="00B0F0"/>
                          </a:solidFill>
                          <a:effectLst/>
                          <a:latin typeface="+mj-lt"/>
                          <a:ea typeface="Intel Clear" panose="020B0604020203020204" pitchFamily="34" charset="0"/>
                          <a:cs typeface="Intel Clear" panose="020B0604020203020204" pitchFamily="34" charset="0"/>
                        </a:rPr>
                        <a:t>SC8885SQDER</a:t>
                      </a:r>
                      <a:endParaRPr lang="en-US" sz="1200" b="0" i="0" u="none" strike="noStrike">
                        <a:solidFill>
                          <a:srgbClr val="000000"/>
                        </a:solidFill>
                        <a:effectLst/>
                        <a:latin typeface="+mj-lt"/>
                        <a:ea typeface="Intel Clear" panose="020B0604020203020204" pitchFamily="34" charset="0"/>
                        <a:cs typeface="Intel Clear" panose="020B0604020203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6488671"/>
                  </a:ext>
                </a:extLst>
              </a:tr>
            </a:tbl>
          </a:graphicData>
        </a:graphic>
      </p:graphicFrame>
      <p:sp>
        <p:nvSpPr>
          <p:cNvPr id="7" name="Rectangle 6">
            <a:extLst>
              <a:ext uri="{FF2B5EF4-FFF2-40B4-BE49-F238E27FC236}">
                <a16:creationId xmlns:a16="http://schemas.microsoft.com/office/drawing/2014/main" id="{7E1903CD-AA14-27D0-3971-54C7EB64055D}"/>
              </a:ext>
            </a:extLst>
          </p:cNvPr>
          <p:cNvSpPr/>
          <p:nvPr/>
        </p:nvSpPr>
        <p:spPr>
          <a:xfrm rot="20058037">
            <a:off x="757046" y="3007346"/>
            <a:ext cx="10677923" cy="843308"/>
          </a:xfrm>
          <a:prstGeom prst="rect">
            <a:avLst/>
          </a:prstGeom>
          <a:noFill/>
        </p:spPr>
        <p:txBody>
          <a:bodyPr wrap="none" lIns="91440" tIns="45720" rIns="91440" bIns="45720">
            <a:spAutoFit/>
          </a:bodyPr>
          <a:lstStyle/>
          <a:p>
            <a:pPr marL="0" marR="0" lvl="0" indent="0" algn="ctr" defTabSz="1219169" rtl="0" eaLnBrk="1" fontAlgn="auto" latinLnBrk="0" hangingPunct="0">
              <a:lnSpc>
                <a:spcPct val="90000"/>
              </a:lnSpc>
              <a:spcBef>
                <a:spcPts val="2250"/>
              </a:spcBef>
              <a:spcAft>
                <a:spcPts val="0"/>
              </a:spcAft>
              <a:buClrTx/>
              <a:buSzTx/>
              <a:buFontTx/>
              <a:buNone/>
              <a:tabLst/>
              <a:defRPr/>
            </a:pPr>
            <a:r>
              <a:rPr kumimoji="0" lang="en-US" sz="5400" b="1" i="0" u="none" strike="noStrike" kern="0" cap="none" spc="0" normalizeH="0" baseline="0" noProof="0">
                <a:ln w="10160">
                  <a:solidFill>
                    <a:srgbClr val="FFFFFF">
                      <a:lumMod val="95000"/>
                    </a:srgbClr>
                  </a:solidFill>
                  <a:prstDash val="solid"/>
                </a:ln>
                <a:noFill/>
                <a:effectLst>
                  <a:outerShdw blurRad="38100" dist="22860" dir="5400000" algn="tl" rotWithShape="0">
                    <a:srgbClr val="000000">
                      <a:alpha val="30000"/>
                    </a:srgbClr>
                  </a:outerShdw>
                </a:effectLst>
                <a:uLnTx/>
                <a:uFillTx/>
                <a:latin typeface="IntelOne Display Regular"/>
                <a:sym typeface="Helvetica Neue"/>
              </a:rPr>
              <a:t>For Use Under CNDA:8166202 Dell</a:t>
            </a:r>
          </a:p>
        </p:txBody>
      </p:sp>
    </p:spTree>
    <p:extLst>
      <p:ext uri="{BB962C8B-B14F-4D97-AF65-F5344CB8AC3E}">
        <p14:creationId xmlns:p14="http://schemas.microsoft.com/office/powerpoint/2010/main" val="3593674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85850-D457-3225-9132-351A4823D965}"/>
              </a:ext>
            </a:extLst>
          </p:cNvPr>
          <p:cNvSpPr>
            <a:spLocks noGrp="1"/>
          </p:cNvSpPr>
          <p:nvPr>
            <p:ph type="title"/>
          </p:nvPr>
        </p:nvSpPr>
        <p:spPr>
          <a:xfrm>
            <a:off x="381000" y="81269"/>
            <a:ext cx="10972800" cy="734775"/>
          </a:xfrm>
        </p:spPr>
        <p:txBody>
          <a:bodyPr/>
          <a:lstStyle/>
          <a:p>
            <a:r>
              <a:rPr lang="en-US"/>
              <a:t>Hetero IMVP PD for Best Battery Life</a:t>
            </a:r>
          </a:p>
        </p:txBody>
      </p:sp>
      <p:sp>
        <p:nvSpPr>
          <p:cNvPr id="13" name="Rectangle 12">
            <a:extLst>
              <a:ext uri="{FF2B5EF4-FFF2-40B4-BE49-F238E27FC236}">
                <a16:creationId xmlns:a16="http://schemas.microsoft.com/office/drawing/2014/main" id="{807BEEC3-38F6-B4AD-6A0C-0B1616355BE4}"/>
              </a:ext>
            </a:extLst>
          </p:cNvPr>
          <p:cNvSpPr/>
          <p:nvPr/>
        </p:nvSpPr>
        <p:spPr>
          <a:xfrm>
            <a:off x="650400" y="874974"/>
            <a:ext cx="3607889"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D96930"/>
                </a:solidFill>
                <a:effectLst/>
                <a:uLnTx/>
                <a:uFillTx/>
                <a:latin typeface="IntelOne Display Light"/>
                <a:ea typeface="+mn-ea"/>
                <a:cs typeface="+mn-cs"/>
                <a:sym typeface="Helvetica Neue"/>
              </a:rPr>
              <a:t>First </a:t>
            </a:r>
            <a:r>
              <a:rPr kumimoji="0" lang="en-US" sz="1600" b="1" i="0" u="none" strike="noStrike" kern="1200" cap="none" spc="0" normalizeH="0" baseline="0" noProof="0">
                <a:ln>
                  <a:noFill/>
                </a:ln>
                <a:solidFill>
                  <a:srgbClr val="D96930"/>
                </a:solidFill>
                <a:effectLst/>
                <a:uLnTx/>
                <a:uFillTx/>
                <a:latin typeface="IntelOne Display Light"/>
                <a:sym typeface="Helvetica Neue"/>
              </a:rPr>
              <a:t>Phase Efficiency Improvement</a:t>
            </a:r>
            <a:endParaRPr kumimoji="0" lang="en-US" sz="1600" b="1" i="0" u="none" strike="noStrike" kern="1200" cap="none" spc="0" normalizeH="0" baseline="0" noProof="0">
              <a:ln>
                <a:noFill/>
              </a:ln>
              <a:solidFill>
                <a:srgbClr val="D96930"/>
              </a:solidFill>
              <a:effectLst/>
              <a:uLnTx/>
              <a:uFillTx/>
              <a:latin typeface="IntelOne Display Light"/>
              <a:ea typeface="+mn-ea"/>
              <a:cs typeface="+mn-cs"/>
              <a:sym typeface="Helvetica Neue"/>
            </a:endParaRPr>
          </a:p>
        </p:txBody>
      </p:sp>
      <p:sp>
        <p:nvSpPr>
          <p:cNvPr id="14" name="Rectangle: Rounded Corners 13">
            <a:extLst>
              <a:ext uri="{FF2B5EF4-FFF2-40B4-BE49-F238E27FC236}">
                <a16:creationId xmlns:a16="http://schemas.microsoft.com/office/drawing/2014/main" id="{8095C9FE-C4DE-E6D7-847E-FD214A807D10}"/>
              </a:ext>
            </a:extLst>
          </p:cNvPr>
          <p:cNvSpPr/>
          <p:nvPr/>
        </p:nvSpPr>
        <p:spPr>
          <a:xfrm>
            <a:off x="677054" y="1266957"/>
            <a:ext cx="3914957" cy="2719827"/>
          </a:xfrm>
          <a:prstGeom prst="roundRect">
            <a:avLst>
              <a:gd name="adj" fmla="val 8042"/>
            </a:avLst>
          </a:prstGeom>
          <a:noFill/>
          <a:ln w="38100" cap="flat">
            <a:solidFill>
              <a:schemeClr val="accent4">
                <a:lumMod val="75000"/>
              </a:schemeClr>
            </a:solidFill>
            <a:miter lim="400000"/>
          </a:ln>
          <a:effectLst>
            <a:glow rad="63500">
              <a:schemeClr val="accent3">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04A86"/>
              </a:solidFill>
              <a:effectLst/>
              <a:uLnTx/>
              <a:uFillTx/>
              <a:latin typeface="IntelOne Display Light"/>
              <a:ea typeface="Helvetica Neue Medium"/>
              <a:cs typeface="Helvetica Neue Medium"/>
              <a:sym typeface="Helvetica Neue Medium"/>
            </a:endParaRPr>
          </a:p>
        </p:txBody>
      </p:sp>
      <p:sp>
        <p:nvSpPr>
          <p:cNvPr id="15" name="TextBox 14">
            <a:extLst>
              <a:ext uri="{FF2B5EF4-FFF2-40B4-BE49-F238E27FC236}">
                <a16:creationId xmlns:a16="http://schemas.microsoft.com/office/drawing/2014/main" id="{C2EB1FB3-B865-4754-B60F-7470F369483E}"/>
              </a:ext>
            </a:extLst>
          </p:cNvPr>
          <p:cNvSpPr txBox="1"/>
          <p:nvPr/>
        </p:nvSpPr>
        <p:spPr>
          <a:xfrm>
            <a:off x="667960" y="4133731"/>
            <a:ext cx="3988109" cy="1384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algn="just" defTabSz="2438338">
              <a:lnSpc>
                <a:spcPct val="100000"/>
              </a:lnSpc>
              <a:spcBef>
                <a:spcPts val="0"/>
              </a:spcBef>
              <a:defRPr sz="1100">
                <a:solidFill>
                  <a:srgbClr val="2872C5"/>
                </a:solidFill>
              </a:defRPr>
            </a:lvl1pPr>
          </a:lstStyle>
          <a:p>
            <a:pPr marL="0" marR="0" lvl="0" indent="0" algn="just" defTabSz="2438338"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872C5"/>
                </a:solidFill>
                <a:effectLst/>
                <a:uLnTx/>
                <a:uFillTx/>
                <a:latin typeface="IntelOne Display Light"/>
                <a:sym typeface="Helvetica Neue"/>
              </a:rPr>
              <a:t>Description</a:t>
            </a:r>
          </a:p>
          <a:p>
            <a:pPr marL="0" marR="0" lvl="0" indent="0" algn="just" defTabSz="243833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872C5"/>
                </a:solidFill>
                <a:effectLst/>
                <a:uLnTx/>
                <a:uFillTx/>
                <a:latin typeface="IntelOne Display Light"/>
                <a:sym typeface="Helvetica Neue"/>
              </a:rPr>
              <a:t>Asymmetric 1</a:t>
            </a:r>
            <a:r>
              <a:rPr kumimoji="0" lang="en-US" sz="1400" b="0" i="0" u="none" strike="noStrike" kern="1200" cap="none" spc="0" normalizeH="0" baseline="30000" noProof="0">
                <a:ln>
                  <a:noFill/>
                </a:ln>
                <a:solidFill>
                  <a:srgbClr val="2872C5"/>
                </a:solidFill>
                <a:effectLst/>
                <a:uLnTx/>
                <a:uFillTx/>
                <a:latin typeface="IntelOne Display Light"/>
                <a:sym typeface="Helvetica Neue"/>
              </a:rPr>
              <a:t>st</a:t>
            </a:r>
            <a:r>
              <a:rPr kumimoji="0" lang="en-US" sz="1400" b="0" i="0" u="none" strike="noStrike" kern="1200" cap="none" spc="0" normalizeH="0" baseline="0" noProof="0">
                <a:ln>
                  <a:noFill/>
                </a:ln>
                <a:solidFill>
                  <a:srgbClr val="2872C5"/>
                </a:solidFill>
                <a:effectLst/>
                <a:uLnTx/>
                <a:uFillTx/>
                <a:latin typeface="IntelOne Display Light"/>
                <a:sym typeface="Helvetica Neue"/>
              </a:rPr>
              <a:t> phase – </a:t>
            </a:r>
          </a:p>
          <a:p>
            <a:pPr marL="171450" marR="0" lvl="0" indent="-171450" algn="just" defTabSz="2438338"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2872C5"/>
                </a:solidFill>
                <a:effectLst/>
                <a:uLnTx/>
                <a:uFillTx/>
                <a:latin typeface="IntelOne Display Light"/>
                <a:sym typeface="Helvetica Neue"/>
              </a:rPr>
              <a:t>lower PS1 &amp; PS2 frequency (Extended</a:t>
            </a:r>
            <a:r>
              <a:rPr kumimoji="0" lang="en-US" sz="1400" b="0" i="0" u="none" strike="noStrike" kern="0" cap="none" spc="0" normalizeH="0" baseline="0" noProof="0">
                <a:ln>
                  <a:noFill/>
                </a:ln>
                <a:solidFill>
                  <a:srgbClr val="2872C5"/>
                </a:solidFill>
                <a:effectLst/>
                <a:uLnTx/>
                <a:uFillTx/>
                <a:latin typeface="IntelOne Display Light"/>
                <a:sym typeface="Helvetica Neue"/>
              </a:rPr>
              <a:t> DCM</a:t>
            </a:r>
            <a:r>
              <a:rPr kumimoji="0" lang="en-US" sz="1400" b="0" i="0" u="none" strike="noStrike" kern="1200" cap="none" spc="0" normalizeH="0" baseline="0" noProof="0">
                <a:ln>
                  <a:noFill/>
                </a:ln>
                <a:solidFill>
                  <a:srgbClr val="2872C5"/>
                </a:solidFill>
                <a:effectLst/>
                <a:uLnTx/>
                <a:uFillTx/>
                <a:latin typeface="IntelOne Display Light"/>
                <a:sym typeface="Helvetica Neue"/>
              </a:rPr>
              <a:t> for improved </a:t>
            </a:r>
            <a:r>
              <a:rPr kumimoji="0" lang="en-US" sz="1400" b="0" i="0" u="none" strike="noStrike" kern="0" cap="none" spc="0" normalizeH="0" baseline="0" noProof="0">
                <a:ln>
                  <a:noFill/>
                </a:ln>
                <a:solidFill>
                  <a:srgbClr val="2872C5"/>
                </a:solidFill>
                <a:effectLst/>
                <a:uLnTx/>
                <a:uFillTx/>
                <a:latin typeface="IntelOne Display Light"/>
                <a:sym typeface="Helvetica Neue"/>
              </a:rPr>
              <a:t>light load</a:t>
            </a:r>
            <a:r>
              <a:rPr kumimoji="0" lang="en-US" sz="1400" b="0" i="0" u="none" strike="noStrike" kern="1200" cap="none" spc="0" normalizeH="0" baseline="0" noProof="0">
                <a:ln>
                  <a:noFill/>
                </a:ln>
                <a:solidFill>
                  <a:srgbClr val="2872C5"/>
                </a:solidFill>
                <a:effectLst/>
                <a:uLnTx/>
                <a:uFillTx/>
                <a:latin typeface="IntelOne Display Light"/>
                <a:sym typeface="Helvetica Neue"/>
              </a:rPr>
              <a:t> efficiencies)</a:t>
            </a:r>
          </a:p>
          <a:p>
            <a:pPr marL="171450" marR="0" lvl="0" indent="-171450" algn="just" defTabSz="243833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2872C5"/>
                </a:solidFill>
                <a:effectLst/>
                <a:uLnTx/>
                <a:uFillTx/>
                <a:latin typeface="IntelOne Display Light"/>
                <a:sym typeface="Helvetica Neue"/>
              </a:rPr>
              <a:t>Light load efficient SPS /</a:t>
            </a:r>
            <a:r>
              <a:rPr kumimoji="0" lang="en-US" sz="1400" b="0" i="0" u="none" strike="noStrike" kern="1200" cap="none" spc="0" normalizeH="0" baseline="0" noProof="0" err="1">
                <a:ln>
                  <a:noFill/>
                </a:ln>
                <a:solidFill>
                  <a:srgbClr val="2872C5"/>
                </a:solidFill>
                <a:effectLst/>
                <a:uLnTx/>
                <a:uFillTx/>
                <a:latin typeface="IntelOne Display Light"/>
                <a:sym typeface="Helvetica Neue"/>
              </a:rPr>
              <a:t>DrMOS</a:t>
            </a:r>
            <a:r>
              <a:rPr kumimoji="0" lang="en-US" sz="1400" b="0" i="0" u="none" strike="noStrike" kern="1200" cap="none" spc="0" normalizeH="0" baseline="0" noProof="0">
                <a:ln>
                  <a:noFill/>
                </a:ln>
                <a:solidFill>
                  <a:srgbClr val="2872C5"/>
                </a:solidFill>
                <a:effectLst/>
                <a:uLnTx/>
                <a:uFillTx/>
                <a:latin typeface="IntelOne Display Light"/>
                <a:sym typeface="Helvetica Neue"/>
              </a:rPr>
              <a:t> /FET</a:t>
            </a:r>
            <a:endParaRPr kumimoji="0" lang="en-US" sz="1400" b="0" i="0" u="none" strike="noStrike" kern="0" cap="none" spc="0" normalizeH="0" baseline="0" noProof="0">
              <a:ln>
                <a:noFill/>
              </a:ln>
              <a:solidFill>
                <a:srgbClr val="2872C5"/>
              </a:solidFill>
              <a:effectLst/>
              <a:uLnTx/>
              <a:uFillTx/>
              <a:latin typeface="IntelOne Display Light"/>
              <a:sym typeface="Helvetica Neue"/>
            </a:endParaRPr>
          </a:p>
          <a:p>
            <a:pPr marL="171450" marR="0" lvl="0" indent="-171450" algn="just" defTabSz="243833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2872C5"/>
                </a:solidFill>
                <a:effectLst/>
                <a:uLnTx/>
                <a:uFillTx/>
                <a:latin typeface="IntelOne Display Light"/>
                <a:sym typeface="Helvetica Neue"/>
              </a:rPr>
              <a:t>larger value inductor</a:t>
            </a:r>
          </a:p>
        </p:txBody>
      </p:sp>
      <p:pic>
        <p:nvPicPr>
          <p:cNvPr id="16" name="Picture 15">
            <a:extLst>
              <a:ext uri="{FF2B5EF4-FFF2-40B4-BE49-F238E27FC236}">
                <a16:creationId xmlns:a16="http://schemas.microsoft.com/office/drawing/2014/main" id="{3E419EDC-9390-75B9-4DE2-7673E76B331B}"/>
              </a:ext>
            </a:extLst>
          </p:cNvPr>
          <p:cNvPicPr>
            <a:picLocks noChangeAspect="1"/>
          </p:cNvPicPr>
          <p:nvPr/>
        </p:nvPicPr>
        <p:blipFill>
          <a:blip r:embed="rId2"/>
          <a:stretch>
            <a:fillRect/>
          </a:stretch>
        </p:blipFill>
        <p:spPr>
          <a:xfrm>
            <a:off x="859103" y="1351477"/>
            <a:ext cx="3568315" cy="2561581"/>
          </a:xfrm>
          <a:prstGeom prst="rect">
            <a:avLst/>
          </a:prstGeom>
        </p:spPr>
      </p:pic>
      <p:sp>
        <p:nvSpPr>
          <p:cNvPr id="17" name="Oval 16">
            <a:extLst>
              <a:ext uri="{FF2B5EF4-FFF2-40B4-BE49-F238E27FC236}">
                <a16:creationId xmlns:a16="http://schemas.microsoft.com/office/drawing/2014/main" id="{B332958C-E87D-07DD-52AD-2B65B5D7ECA2}"/>
              </a:ext>
            </a:extLst>
          </p:cNvPr>
          <p:cNvSpPr/>
          <p:nvPr/>
        </p:nvSpPr>
        <p:spPr>
          <a:xfrm>
            <a:off x="1975348" y="1498424"/>
            <a:ext cx="498745" cy="30099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IntelOne Display Light"/>
              <a:sym typeface="Helvetica Neue"/>
            </a:endParaRPr>
          </a:p>
        </p:txBody>
      </p:sp>
      <p:sp>
        <p:nvSpPr>
          <p:cNvPr id="18" name="Rectangle: Rounded Corners 17">
            <a:extLst>
              <a:ext uri="{FF2B5EF4-FFF2-40B4-BE49-F238E27FC236}">
                <a16:creationId xmlns:a16="http://schemas.microsoft.com/office/drawing/2014/main" id="{E16DC737-C7FE-3A64-A287-0987D4EB17BE}"/>
              </a:ext>
            </a:extLst>
          </p:cNvPr>
          <p:cNvSpPr/>
          <p:nvPr/>
        </p:nvSpPr>
        <p:spPr>
          <a:xfrm>
            <a:off x="4947717" y="1244178"/>
            <a:ext cx="6406083" cy="5046293"/>
          </a:xfrm>
          <a:prstGeom prst="roundRect">
            <a:avLst>
              <a:gd name="adj" fmla="val 2599"/>
            </a:avLst>
          </a:prstGeom>
          <a:noFill/>
          <a:ln w="38100" cap="flat">
            <a:solidFill>
              <a:schemeClr val="accent1">
                <a:lumMod val="75000"/>
              </a:schemeClr>
            </a:solidFill>
            <a:miter lim="400000"/>
          </a:ln>
          <a:effectLst>
            <a:glow rad="63500">
              <a:schemeClr val="accent2">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4A86"/>
              </a:solidFill>
              <a:effectLst/>
              <a:uLnTx/>
              <a:uFillTx/>
              <a:latin typeface="IntelOne Display Light"/>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69D958BF-3715-5AC0-46D4-377F555236EA}"/>
              </a:ext>
            </a:extLst>
          </p:cNvPr>
          <p:cNvSpPr/>
          <p:nvPr/>
        </p:nvSpPr>
        <p:spPr>
          <a:xfrm>
            <a:off x="5000898" y="889770"/>
            <a:ext cx="3607889"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D96930"/>
                </a:solidFill>
                <a:effectLst/>
                <a:uLnTx/>
                <a:uFillTx/>
                <a:latin typeface="IntelOne Display Light"/>
                <a:sym typeface="Helvetica Neue"/>
              </a:rPr>
              <a:t>Vendor Support</a:t>
            </a:r>
            <a:endParaRPr kumimoji="0" lang="en-US" sz="1600" b="1" i="0" u="none" strike="noStrike" kern="1200" cap="none" spc="0" normalizeH="0" baseline="0" noProof="0">
              <a:ln>
                <a:noFill/>
              </a:ln>
              <a:solidFill>
                <a:srgbClr val="D96930"/>
              </a:solidFill>
              <a:effectLst/>
              <a:uLnTx/>
              <a:uFillTx/>
              <a:latin typeface="IntelOne Display Light"/>
              <a:ea typeface="+mn-ea"/>
              <a:cs typeface="+mn-cs"/>
              <a:sym typeface="Helvetica Neue"/>
            </a:endParaRPr>
          </a:p>
        </p:txBody>
      </p:sp>
      <p:graphicFrame>
        <p:nvGraphicFramePr>
          <p:cNvPr id="20" name="Table 5">
            <a:extLst>
              <a:ext uri="{FF2B5EF4-FFF2-40B4-BE49-F238E27FC236}">
                <a16:creationId xmlns:a16="http://schemas.microsoft.com/office/drawing/2014/main" id="{60C643D2-8085-1395-C13E-F96B526ACBED}"/>
              </a:ext>
            </a:extLst>
          </p:cNvPr>
          <p:cNvGraphicFramePr>
            <a:graphicFrameLocks noGrp="1"/>
          </p:cNvGraphicFramePr>
          <p:nvPr/>
        </p:nvGraphicFramePr>
        <p:xfrm>
          <a:off x="5037797" y="1342766"/>
          <a:ext cx="6239188" cy="4846320"/>
        </p:xfrm>
        <a:graphic>
          <a:graphicData uri="http://schemas.openxmlformats.org/drawingml/2006/table">
            <a:tbl>
              <a:tblPr firstRow="1" bandRow="1">
                <a:gradFill rotWithShape="1">
                  <a:gsLst>
                    <a:gs pos="0">
                      <a:srgbClr val="0068B5">
                        <a:tint val="50000"/>
                        <a:satMod val="300000"/>
                      </a:srgbClr>
                    </a:gs>
                    <a:gs pos="35000">
                      <a:srgbClr val="0068B5">
                        <a:tint val="37000"/>
                        <a:satMod val="300000"/>
                      </a:srgbClr>
                    </a:gs>
                    <a:gs pos="100000">
                      <a:srgbClr val="0068B5">
                        <a:tint val="15000"/>
                        <a:satMod val="350000"/>
                      </a:srgbClr>
                    </a:gs>
                  </a:gsLst>
                  <a:lin ang="16200000" scaled="1"/>
                </a:gradFill>
                <a:effectLst/>
              </a:tblPr>
              <a:tblGrid>
                <a:gridCol w="1779234">
                  <a:extLst>
                    <a:ext uri="{9D8B030D-6E8A-4147-A177-3AD203B41FA5}">
                      <a16:colId xmlns:a16="http://schemas.microsoft.com/office/drawing/2014/main" val="4009325310"/>
                    </a:ext>
                  </a:extLst>
                </a:gridCol>
                <a:gridCol w="1059581">
                  <a:extLst>
                    <a:ext uri="{9D8B030D-6E8A-4147-A177-3AD203B41FA5}">
                      <a16:colId xmlns:a16="http://schemas.microsoft.com/office/drawing/2014/main" val="277474082"/>
                    </a:ext>
                  </a:extLst>
                </a:gridCol>
                <a:gridCol w="1164664">
                  <a:extLst>
                    <a:ext uri="{9D8B030D-6E8A-4147-A177-3AD203B41FA5}">
                      <a16:colId xmlns:a16="http://schemas.microsoft.com/office/drawing/2014/main" val="906524215"/>
                    </a:ext>
                  </a:extLst>
                </a:gridCol>
                <a:gridCol w="1015798">
                  <a:extLst>
                    <a:ext uri="{9D8B030D-6E8A-4147-A177-3AD203B41FA5}">
                      <a16:colId xmlns:a16="http://schemas.microsoft.com/office/drawing/2014/main" val="3161376901"/>
                    </a:ext>
                  </a:extLst>
                </a:gridCol>
                <a:gridCol w="1219911">
                  <a:extLst>
                    <a:ext uri="{9D8B030D-6E8A-4147-A177-3AD203B41FA5}">
                      <a16:colId xmlns:a16="http://schemas.microsoft.com/office/drawing/2014/main" val="1992358215"/>
                    </a:ext>
                  </a:extLst>
                </a:gridCol>
              </a:tblGrid>
              <a:tr h="183474">
                <a:tc>
                  <a:txBody>
                    <a:bodyPr/>
                    <a:lstStyle>
                      <a:lvl1pPr marL="0" algn="l" defTabSz="914400" rtl="0" eaLnBrk="1" latinLnBrk="0" hangingPunct="1">
                        <a:defRPr sz="1800" b="1" kern="1200">
                          <a:solidFill>
                            <a:schemeClr val="lt1"/>
                          </a:solidFill>
                          <a:latin typeface="Intel Clear"/>
                          <a:ea typeface="Helvetica Neue"/>
                          <a:cs typeface="Helvetica Neue"/>
                        </a:defRPr>
                      </a:lvl1pPr>
                      <a:lvl2pPr marL="457200" algn="l" defTabSz="914400" rtl="0" eaLnBrk="1" latinLnBrk="0" hangingPunct="1">
                        <a:defRPr sz="1800" b="1" kern="1200">
                          <a:solidFill>
                            <a:schemeClr val="lt1"/>
                          </a:solidFill>
                          <a:latin typeface="Intel Clear"/>
                          <a:ea typeface="Helvetica Neue"/>
                          <a:cs typeface="Helvetica Neue"/>
                        </a:defRPr>
                      </a:lvl2pPr>
                      <a:lvl3pPr marL="914400" algn="l" defTabSz="914400" rtl="0" eaLnBrk="1" latinLnBrk="0" hangingPunct="1">
                        <a:defRPr sz="1800" b="1" kern="1200">
                          <a:solidFill>
                            <a:schemeClr val="lt1"/>
                          </a:solidFill>
                          <a:latin typeface="Intel Clear"/>
                          <a:ea typeface="Helvetica Neue"/>
                          <a:cs typeface="Helvetica Neue"/>
                        </a:defRPr>
                      </a:lvl3pPr>
                      <a:lvl4pPr marL="1371600" algn="l" defTabSz="914400" rtl="0" eaLnBrk="1" latinLnBrk="0" hangingPunct="1">
                        <a:defRPr sz="1800" b="1" kern="1200">
                          <a:solidFill>
                            <a:schemeClr val="lt1"/>
                          </a:solidFill>
                          <a:latin typeface="Intel Clear"/>
                          <a:ea typeface="Helvetica Neue"/>
                          <a:cs typeface="Helvetica Neue"/>
                        </a:defRPr>
                      </a:lvl4pPr>
                      <a:lvl5pPr marL="1828800" algn="l" defTabSz="914400" rtl="0" eaLnBrk="1" latinLnBrk="0" hangingPunct="1">
                        <a:defRPr sz="1800" b="1" kern="1200">
                          <a:solidFill>
                            <a:schemeClr val="lt1"/>
                          </a:solidFill>
                          <a:latin typeface="Intel Clear"/>
                          <a:ea typeface="Helvetica Neue"/>
                          <a:cs typeface="Helvetica Neue"/>
                        </a:defRPr>
                      </a:lvl5pPr>
                      <a:lvl6pPr marL="2286000" algn="l" defTabSz="914400" rtl="0" eaLnBrk="1" latinLnBrk="0" hangingPunct="1">
                        <a:defRPr sz="1800" b="1" kern="1200">
                          <a:solidFill>
                            <a:schemeClr val="lt1"/>
                          </a:solidFill>
                          <a:latin typeface="Intel Clear"/>
                          <a:ea typeface="Helvetica Neue"/>
                          <a:cs typeface="Helvetica Neue"/>
                        </a:defRPr>
                      </a:lvl6pPr>
                      <a:lvl7pPr marL="2743200" algn="l" defTabSz="914400" rtl="0" eaLnBrk="1" latinLnBrk="0" hangingPunct="1">
                        <a:defRPr sz="1800" b="1" kern="1200">
                          <a:solidFill>
                            <a:schemeClr val="lt1"/>
                          </a:solidFill>
                          <a:latin typeface="Intel Clear"/>
                          <a:ea typeface="Helvetica Neue"/>
                          <a:cs typeface="Helvetica Neue"/>
                        </a:defRPr>
                      </a:lvl7pPr>
                      <a:lvl8pPr marL="3200400" algn="l" defTabSz="914400" rtl="0" eaLnBrk="1" latinLnBrk="0" hangingPunct="1">
                        <a:defRPr sz="1800" b="1" kern="1200">
                          <a:solidFill>
                            <a:schemeClr val="lt1"/>
                          </a:solidFill>
                          <a:latin typeface="Intel Clear"/>
                          <a:ea typeface="Helvetica Neue"/>
                          <a:cs typeface="Helvetica Neue"/>
                        </a:defRPr>
                      </a:lvl8pPr>
                      <a:lvl9pPr marL="3657600" algn="l" defTabSz="914400" rtl="0" eaLnBrk="1" latinLnBrk="0" hangingPunct="1">
                        <a:defRPr sz="1800" b="1" kern="1200">
                          <a:solidFill>
                            <a:schemeClr val="lt1"/>
                          </a:solidFill>
                          <a:latin typeface="Intel Clear"/>
                          <a:ea typeface="Helvetica Neue"/>
                          <a:cs typeface="Helvetica Neue"/>
                        </a:defRPr>
                      </a:lvl9pPr>
                    </a:lstStyle>
                    <a:p>
                      <a:pPr algn="ctr"/>
                      <a:r>
                        <a:rPr lang="en-US" sz="1200"/>
                        <a:t>Support</a:t>
                      </a:r>
                    </a:p>
                  </a:txBody>
                  <a:tcPr>
                    <a:lnL w="9525" cap="flat" cmpd="sng" algn="ctr">
                      <a:solidFill>
                        <a:srgbClr val="0068B5">
                          <a:shade val="95000"/>
                          <a:satMod val="104999"/>
                        </a:srgbClr>
                      </a:solidFill>
                      <a:prstDash val="solid"/>
                    </a:lnL>
                    <a:lnR>
                      <a:noFill/>
                    </a:lnR>
                    <a:lnT w="9525" cap="flat" cmpd="sng" algn="ctr">
                      <a:solidFill>
                        <a:srgbClr val="0068B5">
                          <a:shade val="95000"/>
                          <a:satMod val="104999"/>
                        </a:srgbClr>
                      </a:solidFill>
                      <a:prstDash val="solid"/>
                    </a:lnT>
                    <a:lnB w="254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68B5"/>
                    </a:solidFill>
                  </a:tcPr>
                </a:tc>
                <a:tc>
                  <a:txBody>
                    <a:bodyPr/>
                    <a:lstStyle>
                      <a:lvl1pPr marL="0" algn="l" defTabSz="914400" rtl="0" eaLnBrk="1" latinLnBrk="0" hangingPunct="1">
                        <a:defRPr sz="1800" b="1" kern="1200">
                          <a:solidFill>
                            <a:schemeClr val="lt1"/>
                          </a:solidFill>
                          <a:latin typeface="Intel Clear"/>
                          <a:ea typeface="Helvetica Neue"/>
                          <a:cs typeface="Helvetica Neue"/>
                        </a:defRPr>
                      </a:lvl1pPr>
                      <a:lvl2pPr marL="457200" algn="l" defTabSz="914400" rtl="0" eaLnBrk="1" latinLnBrk="0" hangingPunct="1">
                        <a:defRPr sz="1800" b="1" kern="1200">
                          <a:solidFill>
                            <a:schemeClr val="lt1"/>
                          </a:solidFill>
                          <a:latin typeface="Intel Clear"/>
                          <a:ea typeface="Helvetica Neue"/>
                          <a:cs typeface="Helvetica Neue"/>
                        </a:defRPr>
                      </a:lvl2pPr>
                      <a:lvl3pPr marL="914400" algn="l" defTabSz="914400" rtl="0" eaLnBrk="1" latinLnBrk="0" hangingPunct="1">
                        <a:defRPr sz="1800" b="1" kern="1200">
                          <a:solidFill>
                            <a:schemeClr val="lt1"/>
                          </a:solidFill>
                          <a:latin typeface="Intel Clear"/>
                          <a:ea typeface="Helvetica Neue"/>
                          <a:cs typeface="Helvetica Neue"/>
                        </a:defRPr>
                      </a:lvl3pPr>
                      <a:lvl4pPr marL="1371600" algn="l" defTabSz="914400" rtl="0" eaLnBrk="1" latinLnBrk="0" hangingPunct="1">
                        <a:defRPr sz="1800" b="1" kern="1200">
                          <a:solidFill>
                            <a:schemeClr val="lt1"/>
                          </a:solidFill>
                          <a:latin typeface="Intel Clear"/>
                          <a:ea typeface="Helvetica Neue"/>
                          <a:cs typeface="Helvetica Neue"/>
                        </a:defRPr>
                      </a:lvl4pPr>
                      <a:lvl5pPr marL="1828800" algn="l" defTabSz="914400" rtl="0" eaLnBrk="1" latinLnBrk="0" hangingPunct="1">
                        <a:defRPr sz="1800" b="1" kern="1200">
                          <a:solidFill>
                            <a:schemeClr val="lt1"/>
                          </a:solidFill>
                          <a:latin typeface="Intel Clear"/>
                          <a:ea typeface="Helvetica Neue"/>
                          <a:cs typeface="Helvetica Neue"/>
                        </a:defRPr>
                      </a:lvl5pPr>
                      <a:lvl6pPr marL="2286000" algn="l" defTabSz="914400" rtl="0" eaLnBrk="1" latinLnBrk="0" hangingPunct="1">
                        <a:defRPr sz="1800" b="1" kern="1200">
                          <a:solidFill>
                            <a:schemeClr val="lt1"/>
                          </a:solidFill>
                          <a:latin typeface="Intel Clear"/>
                          <a:ea typeface="Helvetica Neue"/>
                          <a:cs typeface="Helvetica Neue"/>
                        </a:defRPr>
                      </a:lvl6pPr>
                      <a:lvl7pPr marL="2743200" algn="l" defTabSz="914400" rtl="0" eaLnBrk="1" latinLnBrk="0" hangingPunct="1">
                        <a:defRPr sz="1800" b="1" kern="1200">
                          <a:solidFill>
                            <a:schemeClr val="lt1"/>
                          </a:solidFill>
                          <a:latin typeface="Intel Clear"/>
                          <a:ea typeface="Helvetica Neue"/>
                          <a:cs typeface="Helvetica Neue"/>
                        </a:defRPr>
                      </a:lvl7pPr>
                      <a:lvl8pPr marL="3200400" algn="l" defTabSz="914400" rtl="0" eaLnBrk="1" latinLnBrk="0" hangingPunct="1">
                        <a:defRPr sz="1800" b="1" kern="1200">
                          <a:solidFill>
                            <a:schemeClr val="lt1"/>
                          </a:solidFill>
                          <a:latin typeface="Intel Clear"/>
                          <a:ea typeface="Helvetica Neue"/>
                          <a:cs typeface="Helvetica Neue"/>
                        </a:defRPr>
                      </a:lvl8pPr>
                      <a:lvl9pPr marL="3657600" algn="l" defTabSz="914400" rtl="0" eaLnBrk="1" latinLnBrk="0" hangingPunct="1">
                        <a:defRPr sz="1800" b="1" kern="1200">
                          <a:solidFill>
                            <a:schemeClr val="lt1"/>
                          </a:solidFill>
                          <a:latin typeface="Intel Clear"/>
                          <a:ea typeface="Helvetica Neue"/>
                          <a:cs typeface="Helvetica Neue"/>
                        </a:defRPr>
                      </a:lvl9pPr>
                    </a:lstStyle>
                    <a:p>
                      <a:pPr algn="ctr"/>
                      <a:r>
                        <a:rPr lang="en-US" sz="1200"/>
                        <a:t>MPS</a:t>
                      </a:r>
                    </a:p>
                  </a:txBody>
                  <a:tcPr>
                    <a:lnL>
                      <a:noFill/>
                    </a:lnL>
                    <a:lnR>
                      <a:noFill/>
                    </a:lnR>
                    <a:lnT w="9525" cap="flat" cmpd="sng" algn="ctr">
                      <a:solidFill>
                        <a:srgbClr val="0068B5">
                          <a:shade val="95000"/>
                          <a:satMod val="104999"/>
                        </a:srgbClr>
                      </a:solidFill>
                      <a:prstDash val="solid"/>
                    </a:lnT>
                    <a:lnB w="254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68B5"/>
                    </a:solidFill>
                  </a:tcPr>
                </a:tc>
                <a:tc>
                  <a:txBody>
                    <a:bodyPr/>
                    <a:lstStyle>
                      <a:lvl1pPr marL="0" algn="l" defTabSz="914400" rtl="0" eaLnBrk="1" latinLnBrk="0" hangingPunct="1">
                        <a:defRPr sz="1800" b="1" kern="1200">
                          <a:solidFill>
                            <a:schemeClr val="lt1"/>
                          </a:solidFill>
                          <a:latin typeface="Intel Clear"/>
                          <a:ea typeface="Helvetica Neue"/>
                          <a:cs typeface="Helvetica Neue"/>
                        </a:defRPr>
                      </a:lvl1pPr>
                      <a:lvl2pPr marL="457200" algn="l" defTabSz="914400" rtl="0" eaLnBrk="1" latinLnBrk="0" hangingPunct="1">
                        <a:defRPr sz="1800" b="1" kern="1200">
                          <a:solidFill>
                            <a:schemeClr val="lt1"/>
                          </a:solidFill>
                          <a:latin typeface="Intel Clear"/>
                          <a:ea typeface="Helvetica Neue"/>
                          <a:cs typeface="Helvetica Neue"/>
                        </a:defRPr>
                      </a:lvl2pPr>
                      <a:lvl3pPr marL="914400" algn="l" defTabSz="914400" rtl="0" eaLnBrk="1" latinLnBrk="0" hangingPunct="1">
                        <a:defRPr sz="1800" b="1" kern="1200">
                          <a:solidFill>
                            <a:schemeClr val="lt1"/>
                          </a:solidFill>
                          <a:latin typeface="Intel Clear"/>
                          <a:ea typeface="Helvetica Neue"/>
                          <a:cs typeface="Helvetica Neue"/>
                        </a:defRPr>
                      </a:lvl3pPr>
                      <a:lvl4pPr marL="1371600" algn="l" defTabSz="914400" rtl="0" eaLnBrk="1" latinLnBrk="0" hangingPunct="1">
                        <a:defRPr sz="1800" b="1" kern="1200">
                          <a:solidFill>
                            <a:schemeClr val="lt1"/>
                          </a:solidFill>
                          <a:latin typeface="Intel Clear"/>
                          <a:ea typeface="Helvetica Neue"/>
                          <a:cs typeface="Helvetica Neue"/>
                        </a:defRPr>
                      </a:lvl4pPr>
                      <a:lvl5pPr marL="1828800" algn="l" defTabSz="914400" rtl="0" eaLnBrk="1" latinLnBrk="0" hangingPunct="1">
                        <a:defRPr sz="1800" b="1" kern="1200">
                          <a:solidFill>
                            <a:schemeClr val="lt1"/>
                          </a:solidFill>
                          <a:latin typeface="Intel Clear"/>
                          <a:ea typeface="Helvetica Neue"/>
                          <a:cs typeface="Helvetica Neue"/>
                        </a:defRPr>
                      </a:lvl5pPr>
                      <a:lvl6pPr marL="2286000" algn="l" defTabSz="914400" rtl="0" eaLnBrk="1" latinLnBrk="0" hangingPunct="1">
                        <a:defRPr sz="1800" b="1" kern="1200">
                          <a:solidFill>
                            <a:schemeClr val="lt1"/>
                          </a:solidFill>
                          <a:latin typeface="Intel Clear"/>
                          <a:ea typeface="Helvetica Neue"/>
                          <a:cs typeface="Helvetica Neue"/>
                        </a:defRPr>
                      </a:lvl6pPr>
                      <a:lvl7pPr marL="2743200" algn="l" defTabSz="914400" rtl="0" eaLnBrk="1" latinLnBrk="0" hangingPunct="1">
                        <a:defRPr sz="1800" b="1" kern="1200">
                          <a:solidFill>
                            <a:schemeClr val="lt1"/>
                          </a:solidFill>
                          <a:latin typeface="Intel Clear"/>
                          <a:ea typeface="Helvetica Neue"/>
                          <a:cs typeface="Helvetica Neue"/>
                        </a:defRPr>
                      </a:lvl7pPr>
                      <a:lvl8pPr marL="3200400" algn="l" defTabSz="914400" rtl="0" eaLnBrk="1" latinLnBrk="0" hangingPunct="1">
                        <a:defRPr sz="1800" b="1" kern="1200">
                          <a:solidFill>
                            <a:schemeClr val="lt1"/>
                          </a:solidFill>
                          <a:latin typeface="Intel Clear"/>
                          <a:ea typeface="Helvetica Neue"/>
                          <a:cs typeface="Helvetica Neue"/>
                        </a:defRPr>
                      </a:lvl8pPr>
                      <a:lvl9pPr marL="3657600" algn="l" defTabSz="914400" rtl="0" eaLnBrk="1" latinLnBrk="0" hangingPunct="1">
                        <a:defRPr sz="1800" b="1" kern="1200">
                          <a:solidFill>
                            <a:schemeClr val="lt1"/>
                          </a:solidFill>
                          <a:latin typeface="Intel Clear"/>
                          <a:ea typeface="Helvetica Neue"/>
                          <a:cs typeface="Helvetica Neue"/>
                        </a:defRPr>
                      </a:lvl9pPr>
                    </a:lstStyle>
                    <a:p>
                      <a:pPr algn="ctr"/>
                      <a:r>
                        <a:rPr lang="en-US" sz="1200"/>
                        <a:t>AOS</a:t>
                      </a:r>
                    </a:p>
                  </a:txBody>
                  <a:tcPr>
                    <a:lnL>
                      <a:noFill/>
                    </a:lnL>
                    <a:lnR>
                      <a:noFill/>
                    </a:lnR>
                    <a:lnT w="9525" cap="flat" cmpd="sng" algn="ctr">
                      <a:solidFill>
                        <a:srgbClr val="0068B5">
                          <a:shade val="95000"/>
                          <a:satMod val="104999"/>
                        </a:srgbClr>
                      </a:solidFill>
                      <a:prstDash val="solid"/>
                    </a:lnT>
                    <a:lnB w="254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68B5"/>
                    </a:solidFill>
                  </a:tcPr>
                </a:tc>
                <a:tc>
                  <a:txBody>
                    <a:bodyPr/>
                    <a:lstStyle>
                      <a:lvl1pPr marL="0" algn="l" defTabSz="914400" rtl="0" eaLnBrk="1" latinLnBrk="0" hangingPunct="1">
                        <a:defRPr sz="1800" b="1" kern="1200">
                          <a:solidFill>
                            <a:schemeClr val="lt1"/>
                          </a:solidFill>
                          <a:latin typeface="Intel Clear"/>
                          <a:ea typeface="Helvetica Neue"/>
                          <a:cs typeface="Helvetica Neue"/>
                        </a:defRPr>
                      </a:lvl1pPr>
                      <a:lvl2pPr marL="457200" algn="l" defTabSz="914400" rtl="0" eaLnBrk="1" latinLnBrk="0" hangingPunct="1">
                        <a:defRPr sz="1800" b="1" kern="1200">
                          <a:solidFill>
                            <a:schemeClr val="lt1"/>
                          </a:solidFill>
                          <a:latin typeface="Intel Clear"/>
                          <a:ea typeface="Helvetica Neue"/>
                          <a:cs typeface="Helvetica Neue"/>
                        </a:defRPr>
                      </a:lvl2pPr>
                      <a:lvl3pPr marL="914400" algn="l" defTabSz="914400" rtl="0" eaLnBrk="1" latinLnBrk="0" hangingPunct="1">
                        <a:defRPr sz="1800" b="1" kern="1200">
                          <a:solidFill>
                            <a:schemeClr val="lt1"/>
                          </a:solidFill>
                          <a:latin typeface="Intel Clear"/>
                          <a:ea typeface="Helvetica Neue"/>
                          <a:cs typeface="Helvetica Neue"/>
                        </a:defRPr>
                      </a:lvl3pPr>
                      <a:lvl4pPr marL="1371600" algn="l" defTabSz="914400" rtl="0" eaLnBrk="1" latinLnBrk="0" hangingPunct="1">
                        <a:defRPr sz="1800" b="1" kern="1200">
                          <a:solidFill>
                            <a:schemeClr val="lt1"/>
                          </a:solidFill>
                          <a:latin typeface="Intel Clear"/>
                          <a:ea typeface="Helvetica Neue"/>
                          <a:cs typeface="Helvetica Neue"/>
                        </a:defRPr>
                      </a:lvl4pPr>
                      <a:lvl5pPr marL="1828800" algn="l" defTabSz="914400" rtl="0" eaLnBrk="1" latinLnBrk="0" hangingPunct="1">
                        <a:defRPr sz="1800" b="1" kern="1200">
                          <a:solidFill>
                            <a:schemeClr val="lt1"/>
                          </a:solidFill>
                          <a:latin typeface="Intel Clear"/>
                          <a:ea typeface="Helvetica Neue"/>
                          <a:cs typeface="Helvetica Neue"/>
                        </a:defRPr>
                      </a:lvl5pPr>
                      <a:lvl6pPr marL="2286000" algn="l" defTabSz="914400" rtl="0" eaLnBrk="1" latinLnBrk="0" hangingPunct="1">
                        <a:defRPr sz="1800" b="1" kern="1200">
                          <a:solidFill>
                            <a:schemeClr val="lt1"/>
                          </a:solidFill>
                          <a:latin typeface="Intel Clear"/>
                          <a:ea typeface="Helvetica Neue"/>
                          <a:cs typeface="Helvetica Neue"/>
                        </a:defRPr>
                      </a:lvl6pPr>
                      <a:lvl7pPr marL="2743200" algn="l" defTabSz="914400" rtl="0" eaLnBrk="1" latinLnBrk="0" hangingPunct="1">
                        <a:defRPr sz="1800" b="1" kern="1200">
                          <a:solidFill>
                            <a:schemeClr val="lt1"/>
                          </a:solidFill>
                          <a:latin typeface="Intel Clear"/>
                          <a:ea typeface="Helvetica Neue"/>
                          <a:cs typeface="Helvetica Neue"/>
                        </a:defRPr>
                      </a:lvl7pPr>
                      <a:lvl8pPr marL="3200400" algn="l" defTabSz="914400" rtl="0" eaLnBrk="1" latinLnBrk="0" hangingPunct="1">
                        <a:defRPr sz="1800" b="1" kern="1200">
                          <a:solidFill>
                            <a:schemeClr val="lt1"/>
                          </a:solidFill>
                          <a:latin typeface="Intel Clear"/>
                          <a:ea typeface="Helvetica Neue"/>
                          <a:cs typeface="Helvetica Neue"/>
                        </a:defRPr>
                      </a:lvl8pPr>
                      <a:lvl9pPr marL="3657600" algn="l" defTabSz="914400" rtl="0" eaLnBrk="1" latinLnBrk="0" hangingPunct="1">
                        <a:defRPr sz="1800" b="1" kern="1200">
                          <a:solidFill>
                            <a:schemeClr val="lt1"/>
                          </a:solidFill>
                          <a:latin typeface="Intel Clear"/>
                          <a:ea typeface="Helvetica Neue"/>
                          <a:cs typeface="Helvetica Neue"/>
                        </a:defRPr>
                      </a:lvl9pPr>
                    </a:lstStyle>
                    <a:p>
                      <a:pPr algn="ctr"/>
                      <a:r>
                        <a:rPr lang="en-US" sz="1200"/>
                        <a:t>Renesas</a:t>
                      </a:r>
                    </a:p>
                  </a:txBody>
                  <a:tcPr>
                    <a:lnL>
                      <a:noFill/>
                    </a:lnL>
                    <a:lnR>
                      <a:noFill/>
                    </a:lnR>
                    <a:lnT w="9525" cap="flat" cmpd="sng" algn="ctr">
                      <a:solidFill>
                        <a:srgbClr val="0068B5">
                          <a:shade val="95000"/>
                          <a:satMod val="104999"/>
                        </a:srgbClr>
                      </a:solidFill>
                      <a:prstDash val="solid"/>
                    </a:lnT>
                    <a:lnB w="254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68B5"/>
                    </a:solidFill>
                  </a:tcPr>
                </a:tc>
                <a:tc>
                  <a:txBody>
                    <a:bodyPr/>
                    <a:lstStyle>
                      <a:lvl1pPr marL="0" algn="l" defTabSz="914400" rtl="0" eaLnBrk="1" latinLnBrk="0" hangingPunct="1">
                        <a:defRPr sz="1800" b="1" kern="1200">
                          <a:solidFill>
                            <a:schemeClr val="lt1"/>
                          </a:solidFill>
                          <a:latin typeface="Intel Clear"/>
                          <a:ea typeface="Helvetica Neue"/>
                          <a:cs typeface="Helvetica Neue"/>
                        </a:defRPr>
                      </a:lvl1pPr>
                      <a:lvl2pPr marL="457200" algn="l" defTabSz="914400" rtl="0" eaLnBrk="1" latinLnBrk="0" hangingPunct="1">
                        <a:defRPr sz="1800" b="1" kern="1200">
                          <a:solidFill>
                            <a:schemeClr val="lt1"/>
                          </a:solidFill>
                          <a:latin typeface="Intel Clear"/>
                          <a:ea typeface="Helvetica Neue"/>
                          <a:cs typeface="Helvetica Neue"/>
                        </a:defRPr>
                      </a:lvl2pPr>
                      <a:lvl3pPr marL="914400" algn="l" defTabSz="914400" rtl="0" eaLnBrk="1" latinLnBrk="0" hangingPunct="1">
                        <a:defRPr sz="1800" b="1" kern="1200">
                          <a:solidFill>
                            <a:schemeClr val="lt1"/>
                          </a:solidFill>
                          <a:latin typeface="Intel Clear"/>
                          <a:ea typeface="Helvetica Neue"/>
                          <a:cs typeface="Helvetica Neue"/>
                        </a:defRPr>
                      </a:lvl3pPr>
                      <a:lvl4pPr marL="1371600" algn="l" defTabSz="914400" rtl="0" eaLnBrk="1" latinLnBrk="0" hangingPunct="1">
                        <a:defRPr sz="1800" b="1" kern="1200">
                          <a:solidFill>
                            <a:schemeClr val="lt1"/>
                          </a:solidFill>
                          <a:latin typeface="Intel Clear"/>
                          <a:ea typeface="Helvetica Neue"/>
                          <a:cs typeface="Helvetica Neue"/>
                        </a:defRPr>
                      </a:lvl4pPr>
                      <a:lvl5pPr marL="1828800" algn="l" defTabSz="914400" rtl="0" eaLnBrk="1" latinLnBrk="0" hangingPunct="1">
                        <a:defRPr sz="1800" b="1" kern="1200">
                          <a:solidFill>
                            <a:schemeClr val="lt1"/>
                          </a:solidFill>
                          <a:latin typeface="Intel Clear"/>
                          <a:ea typeface="Helvetica Neue"/>
                          <a:cs typeface="Helvetica Neue"/>
                        </a:defRPr>
                      </a:lvl5pPr>
                      <a:lvl6pPr marL="2286000" algn="l" defTabSz="914400" rtl="0" eaLnBrk="1" latinLnBrk="0" hangingPunct="1">
                        <a:defRPr sz="1800" b="1" kern="1200">
                          <a:solidFill>
                            <a:schemeClr val="lt1"/>
                          </a:solidFill>
                          <a:latin typeface="Intel Clear"/>
                          <a:ea typeface="Helvetica Neue"/>
                          <a:cs typeface="Helvetica Neue"/>
                        </a:defRPr>
                      </a:lvl6pPr>
                      <a:lvl7pPr marL="2743200" algn="l" defTabSz="914400" rtl="0" eaLnBrk="1" latinLnBrk="0" hangingPunct="1">
                        <a:defRPr sz="1800" b="1" kern="1200">
                          <a:solidFill>
                            <a:schemeClr val="lt1"/>
                          </a:solidFill>
                          <a:latin typeface="Intel Clear"/>
                          <a:ea typeface="Helvetica Neue"/>
                          <a:cs typeface="Helvetica Neue"/>
                        </a:defRPr>
                      </a:lvl7pPr>
                      <a:lvl8pPr marL="3200400" algn="l" defTabSz="914400" rtl="0" eaLnBrk="1" latinLnBrk="0" hangingPunct="1">
                        <a:defRPr sz="1800" b="1" kern="1200">
                          <a:solidFill>
                            <a:schemeClr val="lt1"/>
                          </a:solidFill>
                          <a:latin typeface="Intel Clear"/>
                          <a:ea typeface="Helvetica Neue"/>
                          <a:cs typeface="Helvetica Neue"/>
                        </a:defRPr>
                      </a:lvl8pPr>
                      <a:lvl9pPr marL="3657600" algn="l" defTabSz="914400" rtl="0" eaLnBrk="1" latinLnBrk="0" hangingPunct="1">
                        <a:defRPr sz="1800" b="1" kern="1200">
                          <a:solidFill>
                            <a:schemeClr val="lt1"/>
                          </a:solidFill>
                          <a:latin typeface="Intel Clear"/>
                          <a:ea typeface="Helvetica Neue"/>
                          <a:cs typeface="Helvetica Neue"/>
                        </a:defRPr>
                      </a:lvl9pPr>
                    </a:lstStyle>
                    <a:p>
                      <a:pPr algn="ctr"/>
                      <a:r>
                        <a:rPr lang="en-US" sz="1200" err="1"/>
                        <a:t>Richtek</a:t>
                      </a:r>
                      <a:endParaRPr lang="en-US" sz="1200"/>
                    </a:p>
                  </a:txBody>
                  <a:tcPr>
                    <a:lnL>
                      <a:noFill/>
                    </a:lnL>
                    <a:lnR w="9525" cap="flat" cmpd="sng" algn="ctr">
                      <a:solidFill>
                        <a:srgbClr val="0068B5">
                          <a:shade val="95000"/>
                          <a:satMod val="104999"/>
                        </a:srgbClr>
                      </a:solidFill>
                      <a:prstDash val="solid"/>
                    </a:lnR>
                    <a:lnT w="9525" cap="flat" cmpd="sng" algn="ctr">
                      <a:solidFill>
                        <a:srgbClr val="0068B5">
                          <a:shade val="95000"/>
                          <a:satMod val="104999"/>
                        </a:srgbClr>
                      </a:solidFill>
                      <a:prstDash val="solid"/>
                    </a:lnT>
                    <a:lnB w="254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68B5"/>
                    </a:solidFill>
                  </a:tcPr>
                </a:tc>
                <a:extLst>
                  <a:ext uri="{0D108BD9-81ED-4DB2-BD59-A6C34878D82A}">
                    <a16:rowId xmlns:a16="http://schemas.microsoft.com/office/drawing/2014/main" val="3106596216"/>
                  </a:ext>
                </a:extLst>
              </a:tr>
              <a:tr h="293558">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marL="0" marR="0" indent="0" algn="l" defTabSz="609585" eaLnBrk="1" latinLnBrk="0" hangingPunct="1">
                        <a:lnSpc>
                          <a:spcPct val="100000"/>
                        </a:lnSpc>
                        <a:spcBef>
                          <a:spcPts val="0"/>
                        </a:spcBef>
                        <a:spcAft>
                          <a:spcPts val="0"/>
                        </a:spcAft>
                        <a:buClrTx/>
                        <a:buSzTx/>
                        <a:buFontTx/>
                        <a:buNone/>
                        <a:tabLst/>
                      </a:pPr>
                      <a:r>
                        <a:rPr lang="en-US" sz="1200" b="0" i="0" u="none" strike="noStrike" cap="none" spc="0" baseline="0">
                          <a:solidFill>
                            <a:schemeClr val="dk1"/>
                          </a:solidFill>
                          <a:uFillTx/>
                          <a:latin typeface="+mn-lt"/>
                          <a:ea typeface="+mn-ea"/>
                          <a:cs typeface="+mn-cs"/>
                          <a:sym typeface="Intel Clear"/>
                        </a:rPr>
                        <a:t>Lower PS1 Frequency</a:t>
                      </a:r>
                    </a:p>
                  </a:txBody>
                  <a:tcPr>
                    <a:lnL w="9525" cap="flat" cmpd="sng" algn="ctr">
                      <a:solidFill>
                        <a:srgbClr val="0068B5">
                          <a:shade val="95000"/>
                          <a:satMod val="104999"/>
                        </a:srgbClr>
                      </a:solidFill>
                      <a:prstDash val="solid"/>
                    </a:lnL>
                    <a:lnR w="9525" cap="flat" cmpd="sng" algn="ctr">
                      <a:solidFill>
                        <a:srgbClr val="0068B5">
                          <a:shade val="95000"/>
                          <a:satMod val="104999"/>
                        </a:srgbClr>
                      </a:solidFill>
                      <a:prstDash val="solid"/>
                      <a:round/>
                      <a:headEnd type="none" w="med" len="med"/>
                      <a:tailEnd type="none" w="med" len="med"/>
                    </a:lnR>
                    <a:lnT w="25400" cap="flat" cmpd="sng" algn="ctr">
                      <a:solidFill>
                        <a:srgbClr val="FFFFFF"/>
                      </a:solidFill>
                      <a:prstDash val="solid"/>
                      <a:round/>
                      <a:headEnd type="none" w="med" len="med"/>
                      <a:tailEnd type="none" w="med" len="med"/>
                    </a:lnT>
                    <a:lnB w="9525" cap="flat" cmpd="sng" algn="ctr">
                      <a:solidFill>
                        <a:srgbClr val="0068B5">
                          <a:shade val="95000"/>
                          <a:satMod val="104999"/>
                        </a:srgbClr>
                      </a:solidFill>
                      <a:prstDash val="soli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l"/>
                      <a:r>
                        <a:rPr lang="en-US" sz="1200"/>
                        <a:t>IMVP9.2 - √</a:t>
                      </a:r>
                    </a:p>
                    <a:p>
                      <a:pPr algn="l"/>
                      <a:r>
                        <a:rPr lang="en-US" sz="1200"/>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25400" cap="flat" cmpd="sng" algn="ctr">
                      <a:solidFill>
                        <a:srgbClr val="FFFFFF"/>
                      </a:solidFill>
                      <a:prstDash val="solid"/>
                      <a:round/>
                      <a:headEnd type="none" w="med" len="med"/>
                      <a:tailEnd type="none" w="med" len="med"/>
                    </a:lnT>
                    <a:lnB w="9525" cap="flat" cmpd="sng" algn="ctr">
                      <a:solidFill>
                        <a:srgbClr val="0068B5">
                          <a:shade val="95000"/>
                          <a:satMod val="104999"/>
                        </a:srgbClr>
                      </a:solidFill>
                      <a:prstDash val="soli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marL="0" marR="0" lvl="0" indent="0" algn="l" defTabSz="609600" rtl="0" eaLnBrk="1" fontAlgn="auto" latinLnBrk="0" hangingPunct="1">
                        <a:lnSpc>
                          <a:spcPct val="100000"/>
                        </a:lnSpc>
                        <a:spcBef>
                          <a:spcPts val="0"/>
                        </a:spcBef>
                        <a:spcAft>
                          <a:spcPts val="0"/>
                        </a:spcAft>
                        <a:buClrTx/>
                        <a:buSzTx/>
                        <a:buFontTx/>
                        <a:buNone/>
                        <a:tabLst/>
                        <a:defRPr/>
                      </a:pPr>
                      <a:r>
                        <a:rPr lang="en-US" sz="1200"/>
                        <a:t>IMVP9.3 - √</a:t>
                      </a:r>
                    </a:p>
                    <a:p>
                      <a:pPr marL="0" marR="0" lvl="0" indent="0" algn="l" defTabSz="609600" rtl="0" eaLnBrk="1" fontAlgn="auto" latinLnBrk="0" hangingPunct="1">
                        <a:lnSpc>
                          <a:spcPct val="100000"/>
                        </a:lnSpc>
                        <a:spcBef>
                          <a:spcPts val="0"/>
                        </a:spcBef>
                        <a:spcAft>
                          <a:spcPts val="0"/>
                        </a:spcAft>
                        <a:buClrTx/>
                        <a:buSzTx/>
                        <a:buFontTx/>
                        <a:buNone/>
                        <a:tabLst/>
                        <a:defRPr/>
                      </a:pPr>
                      <a:endParaRPr lang="en-US" sz="1200"/>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25400" cap="flat" cmpd="sng" algn="ctr">
                      <a:solidFill>
                        <a:srgbClr val="FFFFFF"/>
                      </a:solidFill>
                      <a:prstDash val="solid"/>
                      <a:round/>
                      <a:headEnd type="none" w="med" len="med"/>
                      <a:tailEnd type="none" w="med" len="med"/>
                    </a:lnT>
                    <a:lnB w="9525" cap="flat" cmpd="sng" algn="ctr">
                      <a:solidFill>
                        <a:srgbClr val="0068B5">
                          <a:shade val="95000"/>
                          <a:satMod val="104999"/>
                        </a:srgbClr>
                      </a:solidFill>
                      <a:prstDash val="soli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l"/>
                      <a:r>
                        <a:rPr lang="en-US" sz="1200"/>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25400" cap="flat" cmpd="sng" algn="ctr">
                      <a:solidFill>
                        <a:srgbClr val="FFFFFF"/>
                      </a:solidFill>
                      <a:prstDash val="solid"/>
                      <a:round/>
                      <a:headEnd type="none" w="med" len="med"/>
                      <a:tailEnd type="none" w="med" len="med"/>
                    </a:lnT>
                    <a:lnB w="9525" cap="flat" cmpd="sng" algn="ctr">
                      <a:solidFill>
                        <a:srgbClr val="0068B5">
                          <a:shade val="95000"/>
                          <a:satMod val="104999"/>
                        </a:srgbClr>
                      </a:solidFill>
                      <a:prstDash val="soli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marL="0" marR="0" lvl="0" indent="0" algn="l" defTabSz="609600" rtl="0" eaLnBrk="1" fontAlgn="auto" latinLnBrk="0" hangingPunct="1">
                        <a:lnSpc>
                          <a:spcPct val="100000"/>
                        </a:lnSpc>
                        <a:spcBef>
                          <a:spcPts val="0"/>
                        </a:spcBef>
                        <a:spcAft>
                          <a:spcPts val="0"/>
                        </a:spcAft>
                        <a:buClrTx/>
                        <a:buSzTx/>
                        <a:buFontTx/>
                        <a:buNone/>
                        <a:tabLst/>
                        <a:defRPr/>
                      </a:pPr>
                      <a:r>
                        <a:rPr lang="en-US" sz="1200"/>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lnR>
                    <a:lnT w="25400" cap="flat" cmpd="sng" algn="ctr">
                      <a:solidFill>
                        <a:srgbClr val="FFFFFF"/>
                      </a:solidFill>
                      <a:prstDash val="solid"/>
                      <a:round/>
                      <a:headEnd type="none" w="med" len="med"/>
                      <a:tailEnd type="none" w="med" len="med"/>
                    </a:lnT>
                    <a:lnB w="9525" cap="flat" cmpd="sng" algn="ctr">
                      <a:solidFill>
                        <a:srgbClr val="0068B5">
                          <a:shade val="95000"/>
                          <a:satMod val="104999"/>
                        </a:srgbClr>
                      </a:solidFill>
                      <a:prstDash val="soli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2113353516"/>
                  </a:ext>
                </a:extLst>
              </a:tr>
              <a:tr h="293558">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marL="0" marR="0" indent="0" algn="l" defTabSz="609585" rtl="0" eaLnBrk="1" latinLnBrk="0" hangingPunct="1">
                        <a:lnSpc>
                          <a:spcPct val="100000"/>
                        </a:lnSpc>
                        <a:spcBef>
                          <a:spcPts val="0"/>
                        </a:spcBef>
                        <a:spcAft>
                          <a:spcPts val="0"/>
                        </a:spcAft>
                        <a:buClrTx/>
                        <a:buSzTx/>
                        <a:buFontTx/>
                        <a:buNone/>
                        <a:tabLst/>
                      </a:pPr>
                      <a:r>
                        <a:rPr lang="en-US" sz="1200" b="0" i="0" u="none" strike="noStrike" cap="none" spc="0" baseline="0">
                          <a:solidFill>
                            <a:schemeClr val="dk1"/>
                          </a:solidFill>
                          <a:uFillTx/>
                          <a:latin typeface="+mn-lt"/>
                          <a:ea typeface="+mn-ea"/>
                          <a:cs typeface="+mn-cs"/>
                          <a:sym typeface="Intel Clear"/>
                        </a:rPr>
                        <a:t>Lower PS2 (DCM) frequencies</a:t>
                      </a:r>
                    </a:p>
                  </a:txBody>
                  <a:tcPr>
                    <a:lnL w="9525" cap="flat" cmpd="sng" algn="ctr">
                      <a:solidFill>
                        <a:srgbClr val="0068B5">
                          <a:shade val="95000"/>
                          <a:satMod val="104999"/>
                        </a:srgbClr>
                      </a:solidFill>
                      <a:prstDash val="soli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marL="0" marR="0" indent="0" algn="l" defTabSz="914400" rtl="0" eaLnBrk="1" latinLnBrk="0" hangingPunct="1">
                        <a:lnSpc>
                          <a:spcPct val="100000"/>
                        </a:lnSpc>
                        <a:spcBef>
                          <a:spcPts val="0"/>
                        </a:spcBef>
                        <a:spcAft>
                          <a:spcPts val="0"/>
                        </a:spcAft>
                        <a:buClrTx/>
                        <a:buSzTx/>
                        <a:buFontTx/>
                        <a:buNone/>
                        <a:tabLst/>
                      </a:pPr>
                      <a:r>
                        <a:rPr lang="en-US" sz="1200" b="0" i="0" u="none" strike="noStrike" kern="1200" cap="none" spc="0" baseline="0">
                          <a:solidFill>
                            <a:schemeClr val="dk1"/>
                          </a:solidFill>
                          <a:uFillTx/>
                          <a:latin typeface="Intel Clear"/>
                          <a:sym typeface="Intel Clear"/>
                        </a:rPr>
                        <a:t>IMVP9.2 - √</a:t>
                      </a:r>
                    </a:p>
                    <a:p>
                      <a:pPr marL="0" marR="0" indent="0" algn="l" defTabSz="914400" rtl="0" eaLnBrk="1" latinLnBrk="0" hangingPunct="1">
                        <a:lnSpc>
                          <a:spcPct val="100000"/>
                        </a:lnSpc>
                        <a:spcBef>
                          <a:spcPts val="0"/>
                        </a:spcBef>
                        <a:spcAft>
                          <a:spcPts val="0"/>
                        </a:spcAft>
                        <a:buClrTx/>
                        <a:buSzTx/>
                        <a:buFontTx/>
                        <a:buNone/>
                        <a:tabLst/>
                      </a:pPr>
                      <a:r>
                        <a:rPr lang="en-US" sz="1200" b="0" i="0" u="none" strike="noStrike" kern="1200" cap="none" spc="0" baseline="0">
                          <a:solidFill>
                            <a:schemeClr val="dk1"/>
                          </a:solidFill>
                          <a:uFillTx/>
                          <a:latin typeface="Intel Clear"/>
                          <a:sym typeface="Intel Clear"/>
                        </a:rPr>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baseline="0">
                          <a:solidFill>
                            <a:schemeClr val="dk1"/>
                          </a:solidFill>
                          <a:uFillTx/>
                          <a:latin typeface="Intel Clear"/>
                          <a:sym typeface="Intel Clear"/>
                        </a:rPr>
                        <a:t>IMVP9.3 - √</a:t>
                      </a:r>
                    </a:p>
                    <a:p>
                      <a:pPr marL="0" marR="0" indent="0" algn="l" defTabSz="914400" rtl="0" eaLnBrk="1" latinLnBrk="0" hangingPunct="1">
                        <a:lnSpc>
                          <a:spcPct val="100000"/>
                        </a:lnSpc>
                        <a:spcBef>
                          <a:spcPts val="0"/>
                        </a:spcBef>
                        <a:spcAft>
                          <a:spcPts val="0"/>
                        </a:spcAft>
                        <a:buClrTx/>
                        <a:buSzTx/>
                        <a:buFontTx/>
                        <a:buNone/>
                        <a:tabLst/>
                      </a:pPr>
                      <a:endParaRPr lang="en-US" sz="1200" b="0" i="0" u="none" strike="noStrike" kern="1200" cap="none" spc="0" baseline="0">
                        <a:solidFill>
                          <a:schemeClr val="dk1"/>
                        </a:solidFill>
                        <a:uFillTx/>
                        <a:latin typeface="Intel Clear"/>
                        <a:sym typeface="Intel Clear"/>
                      </a:endParaRP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marL="0" marR="0" indent="0" algn="l" defTabSz="914400" rtl="0" eaLnBrk="1" latinLnBrk="0" hangingPunct="1">
                        <a:lnSpc>
                          <a:spcPct val="100000"/>
                        </a:lnSpc>
                        <a:spcBef>
                          <a:spcPts val="0"/>
                        </a:spcBef>
                        <a:spcAft>
                          <a:spcPts val="0"/>
                        </a:spcAft>
                        <a:buClrTx/>
                        <a:buSzTx/>
                        <a:buFontTx/>
                        <a:buNone/>
                        <a:tabLst/>
                      </a:pPr>
                      <a:r>
                        <a:rPr lang="en-US" sz="1200" b="0" i="0" u="none" strike="noStrike" kern="1200" cap="none" spc="0" baseline="0">
                          <a:solidFill>
                            <a:schemeClr val="dk1"/>
                          </a:solidFill>
                          <a:uFillTx/>
                          <a:latin typeface="Intel Clear"/>
                          <a:sym typeface="Intel Clear"/>
                        </a:rPr>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baseline="0">
                          <a:solidFill>
                            <a:schemeClr val="dk1"/>
                          </a:solidFill>
                          <a:uFillTx/>
                          <a:latin typeface="Intel Clear"/>
                          <a:sym typeface="Intel Clear"/>
                        </a:rPr>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3934438880"/>
                  </a:ext>
                </a:extLst>
              </a:tr>
              <a:tr h="293558">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marL="0" marR="0" indent="0" algn="l" defTabSz="609585" rtl="0" eaLnBrk="1" latinLnBrk="0" hangingPunct="1">
                        <a:lnSpc>
                          <a:spcPct val="100000"/>
                        </a:lnSpc>
                        <a:spcBef>
                          <a:spcPts val="0"/>
                        </a:spcBef>
                        <a:spcAft>
                          <a:spcPts val="0"/>
                        </a:spcAft>
                        <a:buClrTx/>
                        <a:buSzTx/>
                        <a:buFontTx/>
                        <a:buNone/>
                        <a:tabLst/>
                      </a:pPr>
                      <a:r>
                        <a:rPr lang="en-US" sz="1200" b="0" i="0" u="none" strike="noStrike" cap="none" spc="0" baseline="0">
                          <a:solidFill>
                            <a:schemeClr val="dk1"/>
                          </a:solidFill>
                          <a:uFillTx/>
                          <a:latin typeface="+mn-lt"/>
                          <a:ea typeface="+mn-ea"/>
                          <a:cs typeface="+mn-cs"/>
                          <a:sym typeface="Intel Clear"/>
                        </a:rPr>
                        <a:t>Power Stage selections</a:t>
                      </a:r>
                    </a:p>
                  </a:txBody>
                  <a:tcPr>
                    <a:lnL w="9525" cap="flat" cmpd="sng" algn="ctr">
                      <a:solidFill>
                        <a:srgbClr val="0068B5">
                          <a:shade val="95000"/>
                          <a:satMod val="104999"/>
                        </a:srgbClr>
                      </a:solidFill>
                      <a:prstDash val="soli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marL="0" algn="l" rtl="0" eaLnBrk="1" latinLnBrk="0" hangingPunct="1"/>
                      <a:r>
                        <a:rPr lang="en-US" sz="1200" kern="1200">
                          <a:solidFill>
                            <a:schemeClr val="dk1"/>
                          </a:solidFill>
                          <a:latin typeface="Intel Clear"/>
                        </a:rPr>
                        <a:t>IMVP9.2 - √</a:t>
                      </a:r>
                    </a:p>
                    <a:p>
                      <a:pPr marL="0" algn="l" defTabSz="914400" rtl="0" eaLnBrk="1" latinLnBrk="0" hangingPunct="1"/>
                      <a:r>
                        <a:rPr lang="en-US" sz="1200" kern="1200">
                          <a:solidFill>
                            <a:schemeClr val="dk1"/>
                          </a:solidFill>
                          <a:latin typeface="Intel Clear"/>
                        </a:rPr>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marL="0" algn="l" rtl="0" eaLnBrk="1" latinLnBrk="0" hangingPunct="1"/>
                      <a:r>
                        <a:rPr lang="en-US" sz="1200" kern="1200">
                          <a:solidFill>
                            <a:schemeClr val="dk1"/>
                          </a:solidFill>
                          <a:latin typeface="Intel Clear"/>
                        </a:rPr>
                        <a:t>IMVP9.2 - √</a:t>
                      </a:r>
                    </a:p>
                    <a:p>
                      <a:pPr marL="0" algn="l" defTabSz="914400" rtl="0" eaLnBrk="1" latinLnBrk="0" hangingPunct="1"/>
                      <a:r>
                        <a:rPr lang="en-US" sz="1200" kern="1200">
                          <a:solidFill>
                            <a:schemeClr val="dk1"/>
                          </a:solidFill>
                          <a:latin typeface="Intel Clear"/>
                        </a:rPr>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marL="0" algn="l" defTabSz="914400" rtl="0" eaLnBrk="1" latinLnBrk="0" hangingPunct="1"/>
                      <a:r>
                        <a:rPr lang="en-US" sz="1200" kern="1200">
                          <a:solidFill>
                            <a:schemeClr val="dk1"/>
                          </a:solidFill>
                          <a:latin typeface="Intel Clear"/>
                          <a:ea typeface="+mn-ea"/>
                          <a:cs typeface="+mn-cs"/>
                        </a:rPr>
                        <a:t>ES1 Q1’ 2025</a:t>
                      </a:r>
                      <a:endParaRPr lang="en-US" sz="1200" kern="1200">
                        <a:solidFill>
                          <a:schemeClr val="dk1"/>
                        </a:solidFill>
                        <a:latin typeface="Intel Clear"/>
                        <a:ea typeface="+mn-ea"/>
                        <a:cs typeface="+mn-cs"/>
                        <a:sym typeface="Helvetica Neue"/>
                      </a:endParaRP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marL="0" algn="l" rtl="0" eaLnBrk="1" latinLnBrk="0" hangingPunct="1"/>
                      <a:r>
                        <a:rPr lang="en-US" sz="1200" kern="1200">
                          <a:solidFill>
                            <a:schemeClr val="dk1"/>
                          </a:solidFill>
                          <a:latin typeface="Intel Clear"/>
                        </a:rPr>
                        <a:t>IMVP9.2 - √</a:t>
                      </a:r>
                    </a:p>
                    <a:p>
                      <a:pPr marL="0" algn="l" defTabSz="914400" rtl="0" eaLnBrk="1" latinLnBrk="0" hangingPunct="1"/>
                      <a:r>
                        <a:rPr lang="en-US" sz="1200" kern="1200">
                          <a:solidFill>
                            <a:schemeClr val="dk1"/>
                          </a:solidFill>
                          <a:latin typeface="Intel Clear"/>
                        </a:rPr>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2547185862"/>
                  </a:ext>
                </a:extLst>
              </a:tr>
              <a:tr h="293558">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200" b="0" i="0" u="none" strike="noStrike" cap="none" spc="0" baseline="0">
                          <a:solidFill>
                            <a:schemeClr val="dk1"/>
                          </a:solidFill>
                          <a:uFillTx/>
                          <a:latin typeface="+mn-lt"/>
                          <a:ea typeface="+mn-ea"/>
                          <a:cs typeface="+mn-cs"/>
                          <a:sym typeface="Helvetica Neue"/>
                        </a:rPr>
                        <a:t>Larger 1st phase Inductance</a:t>
                      </a:r>
                    </a:p>
                  </a:txBody>
                  <a:tcPr>
                    <a:lnL w="9525" cap="flat" cmpd="sng" algn="ctr">
                      <a:solidFill>
                        <a:srgbClr val="0068B5">
                          <a:shade val="95000"/>
                          <a:satMod val="104999"/>
                        </a:srgbClr>
                      </a:solidFill>
                      <a:prstDash val="soli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l"/>
                      <a:r>
                        <a:rPr lang="en-US" sz="1200"/>
                        <a:t>IMVP9.2 - √</a:t>
                      </a:r>
                    </a:p>
                    <a:p>
                      <a:pPr algn="l"/>
                      <a:r>
                        <a:rPr lang="en-US" sz="1200"/>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l"/>
                      <a:r>
                        <a:rPr lang="en-US" sz="1200"/>
                        <a:t>IMVP9.2 - √</a:t>
                      </a:r>
                    </a:p>
                    <a:p>
                      <a:pPr algn="l"/>
                      <a:r>
                        <a:rPr lang="en-US" sz="1200"/>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l"/>
                      <a:r>
                        <a:rPr lang="en-US" sz="1200"/>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l"/>
                      <a:r>
                        <a:rPr lang="en-US" sz="1200"/>
                        <a:t>IMVP9.2 - √</a:t>
                      </a:r>
                    </a:p>
                    <a:p>
                      <a:pPr algn="l"/>
                      <a:r>
                        <a:rPr lang="en-US" sz="1200"/>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63996719"/>
                  </a:ext>
                </a:extLst>
              </a:tr>
              <a:tr h="293558">
                <a:tc>
                  <a:txBody>
                    <a:bodyPr/>
                    <a:lstStyle/>
                    <a:p>
                      <a:pPr algn="l"/>
                      <a:r>
                        <a:rPr lang="en-US" sz="1200" b="0" i="0" u="none" strike="noStrike" cap="none" spc="0" baseline="0">
                          <a:solidFill>
                            <a:schemeClr val="dk1"/>
                          </a:solidFill>
                          <a:uFillTx/>
                          <a:latin typeface="+mn-lt"/>
                          <a:ea typeface="+mn-ea"/>
                          <a:cs typeface="+mn-cs"/>
                          <a:sym typeface="Intel Clear"/>
                        </a:rPr>
                        <a:t>Asymmetric cut offs</a:t>
                      </a:r>
                    </a:p>
                  </a:txBody>
                  <a:tcPr>
                    <a:lnL w="9525" cap="flat" cmpd="sng" algn="ctr">
                      <a:solidFill>
                        <a:srgbClr val="0068B5">
                          <a:shade val="95000"/>
                          <a:satMod val="104999"/>
                        </a:srgbClr>
                      </a:solidFill>
                      <a:prstDash val="soli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l"/>
                      <a:r>
                        <a:rPr lang="en-US" sz="1200"/>
                        <a:t>IMVP9.2 - √</a:t>
                      </a:r>
                    </a:p>
                    <a:p>
                      <a:pPr algn="l"/>
                      <a:r>
                        <a:rPr lang="en-US" sz="1200"/>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l"/>
                      <a:r>
                        <a:rPr lang="en-US" sz="1200"/>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IMVP9.3 -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3126135113"/>
                  </a:ext>
                </a:extLst>
              </a:tr>
              <a:tr h="183474">
                <a:tc>
                  <a:txBody>
                    <a:bodyPr/>
                    <a:lstStyle/>
                    <a:p>
                      <a:pPr marL="0" marR="0" indent="0" algn="l" defTabSz="609585" eaLnBrk="1" latinLnBrk="0" hangingPunct="1">
                        <a:lnSpc>
                          <a:spcPct val="100000"/>
                        </a:lnSpc>
                        <a:spcBef>
                          <a:spcPts val="0"/>
                        </a:spcBef>
                        <a:spcAft>
                          <a:spcPts val="0"/>
                        </a:spcAft>
                        <a:buClrTx/>
                        <a:buSzTx/>
                        <a:buFontTx/>
                        <a:buNone/>
                        <a:tabLst/>
                      </a:pPr>
                      <a:r>
                        <a:rPr lang="en-US" sz="1200" b="0" i="0" u="none" strike="noStrike" cap="none" spc="0" baseline="0">
                          <a:solidFill>
                            <a:schemeClr val="dk1"/>
                          </a:solidFill>
                          <a:uFillTx/>
                          <a:latin typeface="+mn-lt"/>
                          <a:ea typeface="+mn-ea"/>
                          <a:cs typeface="+mn-cs"/>
                          <a:sym typeface="Intel Clear"/>
                        </a:rPr>
                        <a:t>Rail specific Switching Frequency </a:t>
                      </a:r>
                    </a:p>
                    <a:p>
                      <a:pPr marL="0" marR="0" indent="0" algn="l" defTabSz="609585" eaLnBrk="1" latinLnBrk="0" hangingPunct="1">
                        <a:lnSpc>
                          <a:spcPct val="100000"/>
                        </a:lnSpc>
                        <a:spcBef>
                          <a:spcPts val="0"/>
                        </a:spcBef>
                        <a:spcAft>
                          <a:spcPts val="0"/>
                        </a:spcAft>
                        <a:buClrTx/>
                        <a:buSzTx/>
                        <a:buFontTx/>
                        <a:buNone/>
                        <a:tabLst/>
                      </a:pPr>
                      <a:r>
                        <a:rPr lang="en-US" sz="1200" b="0" i="0" u="none" strike="noStrike" cap="none" spc="0" baseline="0">
                          <a:solidFill>
                            <a:schemeClr val="dk1"/>
                          </a:solidFill>
                          <a:uFillTx/>
                          <a:latin typeface="+mn-lt"/>
                          <a:ea typeface="+mn-ea"/>
                          <a:cs typeface="+mn-cs"/>
                          <a:sym typeface="Intel Clear"/>
                        </a:rPr>
                        <a:t>Lower freq -&gt; </a:t>
                      </a:r>
                    </a:p>
                    <a:p>
                      <a:pPr marL="171450" marR="0" indent="-171450" algn="l" defTabSz="609585" eaLnBrk="1" latinLnBrk="0" hangingPunct="1">
                        <a:lnSpc>
                          <a:spcPct val="100000"/>
                        </a:lnSpc>
                        <a:spcBef>
                          <a:spcPts val="0"/>
                        </a:spcBef>
                        <a:spcAft>
                          <a:spcPts val="0"/>
                        </a:spcAft>
                        <a:buClrTx/>
                        <a:buSzTx/>
                        <a:buFont typeface="Arial" panose="020B0604020202020204" pitchFamily="34" charset="0"/>
                        <a:buChar char="•"/>
                        <a:tabLst/>
                      </a:pPr>
                      <a:r>
                        <a:rPr lang="en-US" sz="1200" b="0" i="0" u="none" strike="noStrike" cap="none" spc="0" baseline="0">
                          <a:solidFill>
                            <a:schemeClr val="dk1"/>
                          </a:solidFill>
                          <a:uFillTx/>
                          <a:latin typeface="+mn-lt"/>
                          <a:ea typeface="+mn-ea"/>
                          <a:cs typeface="+mn-cs"/>
                          <a:sym typeface="Intel Clear"/>
                        </a:rPr>
                        <a:t>larger inductance</a:t>
                      </a:r>
                    </a:p>
                    <a:p>
                      <a:pPr marL="171450" marR="0" indent="-171450" algn="l" defTabSz="609585" eaLnBrk="1" latinLnBrk="0" hangingPunct="1">
                        <a:lnSpc>
                          <a:spcPct val="100000"/>
                        </a:lnSpc>
                        <a:spcBef>
                          <a:spcPts val="0"/>
                        </a:spcBef>
                        <a:spcAft>
                          <a:spcPts val="0"/>
                        </a:spcAft>
                        <a:buClrTx/>
                        <a:buSzTx/>
                        <a:buFont typeface="Arial" panose="020B0604020202020204" pitchFamily="34" charset="0"/>
                        <a:buChar char="•"/>
                        <a:tabLst/>
                      </a:pPr>
                      <a:r>
                        <a:rPr lang="en-US" sz="1200" b="0" i="0" u="none" strike="noStrike" cap="none" spc="0" baseline="0">
                          <a:solidFill>
                            <a:schemeClr val="dk1"/>
                          </a:solidFill>
                          <a:uFillTx/>
                          <a:latin typeface="+mn-lt"/>
                          <a:ea typeface="+mn-ea"/>
                          <a:cs typeface="+mn-cs"/>
                          <a:sym typeface="Intel Clear"/>
                        </a:rPr>
                        <a:t>larger L package</a:t>
                      </a:r>
                    </a:p>
                    <a:p>
                      <a:pPr marL="171450" marR="0" indent="-171450" algn="l" defTabSz="609585" eaLnBrk="1" latinLnBrk="0" hangingPunct="1">
                        <a:lnSpc>
                          <a:spcPct val="100000"/>
                        </a:lnSpc>
                        <a:spcBef>
                          <a:spcPts val="0"/>
                        </a:spcBef>
                        <a:spcAft>
                          <a:spcPts val="0"/>
                        </a:spcAft>
                        <a:buClrTx/>
                        <a:buSzTx/>
                        <a:buFont typeface="Arial" panose="020B0604020202020204" pitchFamily="34" charset="0"/>
                        <a:buChar char="•"/>
                        <a:tabLst/>
                      </a:pPr>
                      <a:r>
                        <a:rPr lang="en-US" sz="1200" b="0" i="0" u="none" strike="noStrike" cap="none" spc="0" baseline="0">
                          <a:solidFill>
                            <a:schemeClr val="dk1"/>
                          </a:solidFill>
                          <a:uFillTx/>
                          <a:latin typeface="+mn-lt"/>
                          <a:ea typeface="+mn-ea"/>
                          <a:cs typeface="+mn-cs"/>
                          <a:sym typeface="Intel Clear"/>
                        </a:rPr>
                        <a:t>higher capacitance</a:t>
                      </a:r>
                    </a:p>
                  </a:txBody>
                  <a:tcPr>
                    <a:lnL w="9525" cap="flat" cmpd="sng" algn="ctr">
                      <a:solidFill>
                        <a:srgbClr val="0068B5">
                          <a:shade val="95000"/>
                          <a:satMod val="104999"/>
                        </a:srgbClr>
                      </a:solidFill>
                      <a:prstDash val="soli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alpha val="40000"/>
                      </a:schemeClr>
                    </a:solidFill>
                  </a:tcPr>
                </a:tc>
                <a:tc>
                  <a:txBody>
                    <a:bodyPr/>
                    <a:lstStyle/>
                    <a:p>
                      <a:pPr algn="l"/>
                      <a:r>
                        <a:rPr lang="en-US" sz="1200" b="0" i="0" u="none" strike="noStrike" cap="none" spc="0" baseline="0">
                          <a:solidFill>
                            <a:schemeClr val="dk1"/>
                          </a:solidFill>
                          <a:uFillTx/>
                          <a:latin typeface="+mn-lt"/>
                          <a:ea typeface="+mn-ea"/>
                          <a:cs typeface="+mn-cs"/>
                          <a:sym typeface="Intel Clear"/>
                        </a:rPr>
                        <a:t>Yes</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alpha val="40000"/>
                      </a:schemeClr>
                    </a:solidFill>
                  </a:tcPr>
                </a:tc>
                <a:tc>
                  <a:txBody>
                    <a:bodyPr/>
                    <a:lstStyle/>
                    <a:p>
                      <a:pPr marL="0" marR="0" lvl="0" indent="0" algn="l">
                        <a:lnSpc>
                          <a:spcPct val="100000"/>
                        </a:lnSpc>
                        <a:spcBef>
                          <a:spcPts val="0"/>
                        </a:spcBef>
                        <a:spcAft>
                          <a:spcPts val="0"/>
                        </a:spcAft>
                        <a:buClrTx/>
                        <a:buSzTx/>
                        <a:buFontTx/>
                        <a:buNone/>
                      </a:pPr>
                      <a:r>
                        <a:rPr lang="en-US" sz="1200"/>
                        <a:t>Yes</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alpha val="40000"/>
                      </a:schemeClr>
                    </a:solidFill>
                  </a:tcPr>
                </a:tc>
                <a:tc>
                  <a:txBody>
                    <a:bodyPr/>
                    <a:lstStyle/>
                    <a:p>
                      <a:pPr algn="l"/>
                      <a:r>
                        <a:rPr lang="en-US" sz="1200"/>
                        <a:t>Yes</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alpha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Yes</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alpha val="40000"/>
                      </a:schemeClr>
                    </a:solidFill>
                  </a:tcPr>
                </a:tc>
                <a:extLst>
                  <a:ext uri="{0D108BD9-81ED-4DB2-BD59-A6C34878D82A}">
                    <a16:rowId xmlns:a16="http://schemas.microsoft.com/office/drawing/2014/main" val="1794141547"/>
                  </a:ext>
                </a:extLst>
              </a:tr>
              <a:tr h="183474">
                <a:tc>
                  <a:txBody>
                    <a:bodyPr/>
                    <a:lstStyle/>
                    <a:p>
                      <a:pPr algn="l"/>
                      <a:r>
                        <a:rPr lang="en-US" sz="1200" b="0" i="0" u="none" strike="noStrike" cap="none" spc="0" baseline="0">
                          <a:solidFill>
                            <a:schemeClr val="dk1"/>
                          </a:solidFill>
                          <a:uFillTx/>
                          <a:latin typeface="+mn-lt"/>
                          <a:ea typeface="+mn-ea"/>
                          <a:cs typeface="+mn-cs"/>
                        </a:rPr>
                        <a:t>Discrete </a:t>
                      </a:r>
                      <a:r>
                        <a:rPr lang="en-US" sz="1200" b="0" i="0" u="none" strike="noStrike" cap="none" spc="0" baseline="0">
                          <a:solidFill>
                            <a:schemeClr val="dk1"/>
                          </a:solidFill>
                          <a:uFillTx/>
                          <a:latin typeface="+mn-lt"/>
                          <a:ea typeface="+mn-ea"/>
                          <a:cs typeface="+mn-cs"/>
                          <a:sym typeface="Intel Clear"/>
                        </a:rPr>
                        <a:t>“baby” phase</a:t>
                      </a:r>
                    </a:p>
                  </a:txBody>
                  <a:tcPr>
                    <a:lnL w="9525" cap="flat" cmpd="sng" algn="ctr">
                      <a:solidFill>
                        <a:srgbClr val="0068B5">
                          <a:shade val="95000"/>
                          <a:satMod val="104999"/>
                        </a:srgbClr>
                      </a:solidFill>
                      <a:prstDash val="soli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l"/>
                      <a:r>
                        <a:rPr lang="en-US" sz="1200" b="0" i="0" u="none" strike="noStrike" cap="none" spc="0" baseline="0">
                          <a:solidFill>
                            <a:schemeClr val="dk1"/>
                          </a:solidFill>
                          <a:uFillTx/>
                          <a:latin typeface="+mn-lt"/>
                          <a:ea typeface="+mn-ea"/>
                          <a:cs typeface="+mn-cs"/>
                        </a:rPr>
                        <a:t>MP87435</a:t>
                      </a:r>
                      <a:endParaRPr lang="en-US" sz="1200" b="0" i="0" u="none" strike="noStrike" cap="none" spc="0" baseline="0">
                        <a:solidFill>
                          <a:schemeClr val="dk1"/>
                        </a:solidFill>
                        <a:uFillTx/>
                        <a:latin typeface="+mn-lt"/>
                        <a:ea typeface="+mn-ea"/>
                        <a:cs typeface="+mn-cs"/>
                        <a:sym typeface="Intel Clear"/>
                      </a:endParaRP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l"/>
                      <a:r>
                        <a:rPr lang="en-US" sz="1200"/>
                        <a:t>3x3mm FET AOZ51060</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lvl="0" algn="l">
                        <a:buNone/>
                      </a:pPr>
                      <a:r>
                        <a:rPr lang="en-US" sz="1200" b="0" i="0" u="none" strike="noStrike" noProof="0">
                          <a:solidFill>
                            <a:schemeClr val="dk1"/>
                          </a:solidFill>
                          <a:latin typeface="Intel Clear"/>
                        </a:rPr>
                        <a:t>SPS Baby* Phase with Oriole </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l"/>
                      <a:r>
                        <a:rPr lang="en-US" sz="1200"/>
                        <a:t>No</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3548795139"/>
                  </a:ext>
                </a:extLst>
              </a:tr>
              <a:tr h="293558">
                <a:tc>
                  <a:txBody>
                    <a:bodyPr/>
                    <a:lstStyle/>
                    <a:p>
                      <a:pPr algn="l"/>
                      <a:r>
                        <a:rPr lang="en-US" sz="1200" b="0" i="0" u="none" strike="noStrike" cap="none" spc="0" baseline="0">
                          <a:solidFill>
                            <a:schemeClr val="dk1"/>
                          </a:solidFill>
                          <a:uFillTx/>
                          <a:latin typeface="+mn-lt"/>
                          <a:ea typeface="+mn-ea"/>
                          <a:cs typeface="+mn-cs"/>
                        </a:rPr>
                        <a:t>Integrated</a:t>
                      </a:r>
                      <a:r>
                        <a:rPr lang="en-US" sz="1200" b="0" i="0" u="none" strike="noStrike" cap="none" spc="0" baseline="0">
                          <a:solidFill>
                            <a:schemeClr val="dk1"/>
                          </a:solidFill>
                          <a:uFillTx/>
                          <a:latin typeface="+mn-lt"/>
                          <a:ea typeface="+mn-ea"/>
                          <a:cs typeface="+mn-cs"/>
                          <a:sym typeface="Intel Clear"/>
                        </a:rPr>
                        <a:t> Baby phase</a:t>
                      </a:r>
                    </a:p>
                  </a:txBody>
                  <a:tcPr>
                    <a:lnL w="9525" cap="flat" cmpd="sng" algn="ctr">
                      <a:solidFill>
                        <a:srgbClr val="0068B5">
                          <a:shade val="95000"/>
                          <a:satMod val="104999"/>
                        </a:srgbClr>
                      </a:solidFill>
                      <a:prstDash val="soli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l"/>
                      <a:r>
                        <a:rPr lang="en-US" sz="1200" b="0" i="0" u="none" strike="noStrike" cap="none" spc="0" baseline="0">
                          <a:solidFill>
                            <a:schemeClr val="dk1"/>
                          </a:solidFill>
                          <a:uFillTx/>
                          <a:latin typeface="+mn-lt"/>
                          <a:ea typeface="+mn-ea"/>
                          <a:cs typeface="+mn-cs"/>
                          <a:sym typeface="Intel Clear"/>
                        </a:rPr>
                        <a:t>No</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marR="0" lvl="0" indent="0" algn="l" defTabSz="914400">
                        <a:lnSpc>
                          <a:spcPct val="100000"/>
                        </a:lnSpc>
                        <a:spcBef>
                          <a:spcPts val="0"/>
                        </a:spcBef>
                        <a:spcAft>
                          <a:spcPts val="0"/>
                        </a:spcAft>
                        <a:buNone/>
                        <a:tabLst/>
                        <a:defRPr/>
                      </a:pPr>
                      <a:r>
                        <a:rPr lang="en-US" sz="1200"/>
                        <a:t>No</a:t>
                      </a:r>
                      <a:endParaRPr lang="en-US"/>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l"/>
                      <a:r>
                        <a:rPr lang="en-US" sz="1200"/>
                        <a:t>Proposal - XPMIC</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round/>
                      <a:headEnd type="none" w="med" len="med"/>
                      <a:tailEnd type="none" w="med" len="me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No</a:t>
                      </a:r>
                    </a:p>
                  </a:txBody>
                  <a:tcPr>
                    <a:lnL w="9525" cap="flat" cmpd="sng" algn="ctr">
                      <a:solidFill>
                        <a:srgbClr val="0068B5">
                          <a:shade val="95000"/>
                          <a:satMod val="104999"/>
                        </a:srgbClr>
                      </a:solidFill>
                      <a:prstDash val="solid"/>
                      <a:round/>
                      <a:headEnd type="none" w="med" len="med"/>
                      <a:tailEnd type="none" w="med" len="med"/>
                    </a:lnL>
                    <a:lnR w="9525" cap="flat" cmpd="sng" algn="ctr">
                      <a:solidFill>
                        <a:srgbClr val="0068B5">
                          <a:shade val="95000"/>
                          <a:satMod val="104999"/>
                        </a:srgbClr>
                      </a:solidFill>
                      <a:prstDash val="solid"/>
                    </a:lnR>
                    <a:lnT w="9525" cap="flat" cmpd="sng" algn="ctr">
                      <a:solidFill>
                        <a:srgbClr val="0068B5">
                          <a:shade val="95000"/>
                          <a:satMod val="104999"/>
                        </a:srgbClr>
                      </a:solidFill>
                      <a:prstDash val="solid"/>
                      <a:round/>
                      <a:headEnd type="none" w="med" len="med"/>
                      <a:tailEnd type="none" w="med" len="med"/>
                    </a:lnT>
                    <a:lnB w="9525" cap="flat" cmpd="sng" algn="ctr">
                      <a:solidFill>
                        <a:srgbClr val="0068B5">
                          <a:shade val="95000"/>
                          <a:satMod val="104999"/>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3650815441"/>
                  </a:ext>
                </a:extLst>
              </a:tr>
            </a:tbl>
          </a:graphicData>
        </a:graphic>
      </p:graphicFrame>
      <p:sp>
        <p:nvSpPr>
          <p:cNvPr id="22" name="TextBox 21">
            <a:extLst>
              <a:ext uri="{FF2B5EF4-FFF2-40B4-BE49-F238E27FC236}">
                <a16:creationId xmlns:a16="http://schemas.microsoft.com/office/drawing/2014/main" id="{4BE6168B-FC35-5368-8EFC-294F8A2D3554}"/>
              </a:ext>
            </a:extLst>
          </p:cNvPr>
          <p:cNvSpPr txBox="1">
            <a:spLocks/>
          </p:cNvSpPr>
          <p:nvPr/>
        </p:nvSpPr>
        <p:spPr>
          <a:xfrm>
            <a:off x="683565" y="5665673"/>
            <a:ext cx="4264152" cy="536429"/>
          </a:xfrm>
          <a:prstGeom prst="rect">
            <a:avLst/>
          </a:prstGeom>
          <a:noFill/>
        </p:spPr>
        <p:txBody>
          <a:bodyPr wrap="square">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IntelOne Display Light"/>
                <a:sym typeface="Helvetica Neue"/>
                <a:hlinkClick r:id="rId3"/>
              </a:rPr>
              <a:t>821090Heterogenous Power Delivery Technical Advisory</a:t>
            </a:r>
            <a:endParaRPr kumimoji="0" lang="en-US" sz="1600" b="0" i="0" u="none" strike="noStrike" kern="0" cap="none" spc="0" normalizeH="0" baseline="0" noProof="0">
              <a:ln>
                <a:noFill/>
              </a:ln>
              <a:solidFill>
                <a:srgbClr val="000000"/>
              </a:solidFill>
              <a:effectLst/>
              <a:uLnTx/>
              <a:uFillTx/>
              <a:latin typeface="IntelOne Display Light"/>
              <a:sym typeface="Helvetica Neue"/>
            </a:endParaRPr>
          </a:p>
        </p:txBody>
      </p:sp>
      <p:sp>
        <p:nvSpPr>
          <p:cNvPr id="3" name="Rectangle 2">
            <a:extLst>
              <a:ext uri="{FF2B5EF4-FFF2-40B4-BE49-F238E27FC236}">
                <a16:creationId xmlns:a16="http://schemas.microsoft.com/office/drawing/2014/main" id="{49AE5764-4E4D-7345-ACC6-10AD4BE19914}"/>
              </a:ext>
            </a:extLst>
          </p:cNvPr>
          <p:cNvSpPr/>
          <p:nvPr/>
        </p:nvSpPr>
        <p:spPr>
          <a:xfrm rot="20058037">
            <a:off x="777057" y="2925050"/>
            <a:ext cx="10677923" cy="843308"/>
          </a:xfrm>
          <a:prstGeom prst="rect">
            <a:avLst/>
          </a:prstGeom>
          <a:noFill/>
        </p:spPr>
        <p:txBody>
          <a:bodyPr wrap="none" lIns="91440" tIns="45720" rIns="91440" bIns="45720">
            <a:spAutoFit/>
          </a:bodyPr>
          <a:lstStyle/>
          <a:p>
            <a:pPr marL="0" marR="0" lvl="0" indent="0" algn="ctr" defTabSz="1219169" rtl="0" eaLnBrk="1" fontAlgn="auto" latinLnBrk="0" hangingPunct="0">
              <a:lnSpc>
                <a:spcPct val="90000"/>
              </a:lnSpc>
              <a:spcBef>
                <a:spcPts val="2250"/>
              </a:spcBef>
              <a:spcAft>
                <a:spcPts val="0"/>
              </a:spcAft>
              <a:buClrTx/>
              <a:buSzTx/>
              <a:buFontTx/>
              <a:buNone/>
              <a:tabLst/>
              <a:defRPr/>
            </a:pPr>
            <a:r>
              <a:rPr kumimoji="0" lang="en-US" sz="5400" b="1" i="0" u="none" strike="noStrike" kern="0" cap="none" spc="0" normalizeH="0" baseline="0" noProof="0">
                <a:ln w="10160">
                  <a:solidFill>
                    <a:srgbClr val="FFFFFF">
                      <a:lumMod val="95000"/>
                    </a:srgbClr>
                  </a:solidFill>
                  <a:prstDash val="solid"/>
                </a:ln>
                <a:noFill/>
                <a:effectLst>
                  <a:outerShdw blurRad="38100" dist="22860" dir="5400000" algn="tl" rotWithShape="0">
                    <a:srgbClr val="000000">
                      <a:alpha val="30000"/>
                    </a:srgbClr>
                  </a:outerShdw>
                </a:effectLst>
                <a:uLnTx/>
                <a:uFillTx/>
                <a:latin typeface="IntelOne Display Light"/>
                <a:sym typeface="Helvetica Neue"/>
              </a:rPr>
              <a:t>For Use Under CNDA:8166202 Dell</a:t>
            </a:r>
          </a:p>
        </p:txBody>
      </p:sp>
    </p:spTree>
    <p:extLst>
      <p:ext uri="{BB962C8B-B14F-4D97-AF65-F5344CB8AC3E}">
        <p14:creationId xmlns:p14="http://schemas.microsoft.com/office/powerpoint/2010/main" val="1522040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a:extLst>
              <a:ext uri="{FF2B5EF4-FFF2-40B4-BE49-F238E27FC236}">
                <a16:creationId xmlns:a16="http://schemas.microsoft.com/office/drawing/2014/main" id="{CC679C66-0DA6-8C56-48F6-104C98BC6B64}"/>
              </a:ext>
            </a:extLst>
          </p:cNvPr>
          <p:cNvSpPr txBox="1">
            <a:spLocks/>
          </p:cNvSpPr>
          <p:nvPr/>
        </p:nvSpPr>
        <p:spPr>
          <a:xfrm>
            <a:off x="368514" y="109792"/>
            <a:ext cx="10053450" cy="603844"/>
          </a:xfrm>
          <a:prstGeom prst="rect">
            <a:avLst/>
          </a:prstGeom>
          <a:ln w="12700">
            <a:miter lim="400000"/>
          </a:ln>
        </p:spPr>
        <p:txBody>
          <a:bodyPr vert="horz" lIns="0" tIns="0" rIns="0" bIns="0" rtlCol="0" anchor="ctr" anchorCtr="0">
            <a:noAutofit/>
          </a:bodyPr>
          <a:lstStyle>
            <a:lvl1pPr defTabSz="457189">
              <a:lnSpc>
                <a:spcPct val="100000"/>
              </a:lnSpc>
              <a:spcBef>
                <a:spcPct val="0"/>
              </a:spcBef>
              <a:buNone/>
              <a:defRPr sz="3200" b="1" i="0" spc="0" baseline="0">
                <a:solidFill>
                  <a:schemeClr val="tx2"/>
                </a:solidFill>
                <a:latin typeface="Intel Clear"/>
                <a:ea typeface="Intel Clear"/>
                <a:cs typeface="Intel Clear"/>
              </a:defRPr>
            </a:lvl1pPr>
            <a:lvl2pPr defTabSz="609600">
              <a:spcBef>
                <a:spcPts val="0"/>
              </a:spcBef>
              <a:defRPr sz="3300" b="1">
                <a:solidFill>
                  <a:srgbClr val="535353"/>
                </a:solidFill>
                <a:latin typeface="Helvetica"/>
                <a:ea typeface="Helvetica"/>
                <a:cs typeface="Helvetica"/>
                <a:sym typeface="Helvetica"/>
              </a:defRPr>
            </a:lvl2pPr>
            <a:lvl3pPr defTabSz="609600">
              <a:spcBef>
                <a:spcPts val="0"/>
              </a:spcBef>
              <a:defRPr sz="3300" b="1">
                <a:solidFill>
                  <a:srgbClr val="535353"/>
                </a:solidFill>
                <a:latin typeface="Helvetica"/>
                <a:ea typeface="Helvetica"/>
                <a:cs typeface="Helvetica"/>
                <a:sym typeface="Helvetica"/>
              </a:defRPr>
            </a:lvl3pPr>
            <a:lvl4pPr defTabSz="609600">
              <a:spcBef>
                <a:spcPts val="0"/>
              </a:spcBef>
              <a:defRPr sz="3300" b="1">
                <a:solidFill>
                  <a:srgbClr val="535353"/>
                </a:solidFill>
                <a:latin typeface="Helvetica"/>
                <a:ea typeface="Helvetica"/>
                <a:cs typeface="Helvetica"/>
                <a:sym typeface="Helvetica"/>
              </a:defRPr>
            </a:lvl4pPr>
            <a:lvl5pPr defTabSz="609600">
              <a:spcBef>
                <a:spcPts val="0"/>
              </a:spcBef>
              <a:defRPr sz="3300" b="1">
                <a:solidFill>
                  <a:srgbClr val="535353"/>
                </a:solidFill>
                <a:latin typeface="Helvetica"/>
                <a:ea typeface="Helvetica"/>
                <a:cs typeface="Helvetica"/>
                <a:sym typeface="Helvetica"/>
              </a:defRPr>
            </a:lvl5pPr>
            <a:lvl6pPr defTabSz="609600">
              <a:spcBef>
                <a:spcPts val="0"/>
              </a:spcBef>
              <a:defRPr sz="3300" b="1">
                <a:solidFill>
                  <a:srgbClr val="535353"/>
                </a:solidFill>
                <a:latin typeface="Helvetica"/>
                <a:ea typeface="Helvetica"/>
                <a:cs typeface="Helvetica"/>
                <a:sym typeface="Helvetica"/>
              </a:defRPr>
            </a:lvl6pPr>
            <a:lvl7pPr defTabSz="609600">
              <a:spcBef>
                <a:spcPts val="0"/>
              </a:spcBef>
              <a:defRPr sz="3300" b="1">
                <a:solidFill>
                  <a:srgbClr val="535353"/>
                </a:solidFill>
                <a:latin typeface="Helvetica"/>
                <a:ea typeface="Helvetica"/>
                <a:cs typeface="Helvetica"/>
                <a:sym typeface="Helvetica"/>
              </a:defRPr>
            </a:lvl7pPr>
            <a:lvl8pPr defTabSz="609600">
              <a:spcBef>
                <a:spcPts val="0"/>
              </a:spcBef>
              <a:defRPr sz="3300" b="1">
                <a:solidFill>
                  <a:srgbClr val="535353"/>
                </a:solidFill>
                <a:latin typeface="Helvetica"/>
                <a:ea typeface="Helvetica"/>
                <a:cs typeface="Helvetica"/>
                <a:sym typeface="Helvetica"/>
              </a:defRPr>
            </a:lvl8pPr>
            <a:lvl9pPr defTabSz="609600">
              <a:spcBef>
                <a:spcPts val="0"/>
              </a:spcBef>
              <a:defRPr sz="3300" b="1">
                <a:solidFill>
                  <a:srgbClr val="535353"/>
                </a:solidFill>
                <a:latin typeface="Helvetica"/>
                <a:ea typeface="Helvetica"/>
                <a:cs typeface="Helvetica"/>
                <a:sym typeface="Helvetica"/>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sz="3600" b="1" i="0" u="none" strike="noStrike" kern="1200" cap="small" spc="0" normalizeH="0" baseline="0" noProof="0">
                <a:ln>
                  <a:noFill/>
                </a:ln>
                <a:solidFill>
                  <a:srgbClr val="004A86"/>
                </a:solidFill>
                <a:effectLst>
                  <a:glow rad="101600">
                    <a:srgbClr val="00C7FD">
                      <a:satMod val="175000"/>
                      <a:alpha val="40000"/>
                    </a:srgbClr>
                  </a:glow>
                </a:effectLst>
                <a:uLnTx/>
                <a:uFillTx/>
                <a:latin typeface="Intel Clear"/>
                <a:ea typeface="Intel Clear"/>
                <a:cs typeface="Intel Clear"/>
                <a:sym typeface="Helvetica Neue"/>
              </a:rPr>
              <a:t>Advanced Optimization For Higher Efficiency</a:t>
            </a:r>
          </a:p>
        </p:txBody>
      </p:sp>
      <p:graphicFrame>
        <p:nvGraphicFramePr>
          <p:cNvPr id="17" name="Table 16">
            <a:extLst>
              <a:ext uri="{FF2B5EF4-FFF2-40B4-BE49-F238E27FC236}">
                <a16:creationId xmlns:a16="http://schemas.microsoft.com/office/drawing/2014/main" id="{2D78A557-0753-5E1E-E4F4-B0EF6B566B79}"/>
              </a:ext>
            </a:extLst>
          </p:cNvPr>
          <p:cNvGraphicFramePr>
            <a:graphicFrameLocks noGrp="1"/>
          </p:cNvGraphicFramePr>
          <p:nvPr/>
        </p:nvGraphicFramePr>
        <p:xfrm>
          <a:off x="7980012" y="1494608"/>
          <a:ext cx="2460233" cy="883920"/>
        </p:xfrm>
        <a:graphic>
          <a:graphicData uri="http://schemas.openxmlformats.org/drawingml/2006/table">
            <a:tbl>
              <a:tblPr/>
              <a:tblGrid>
                <a:gridCol w="1061075">
                  <a:extLst>
                    <a:ext uri="{9D8B030D-6E8A-4147-A177-3AD203B41FA5}">
                      <a16:colId xmlns:a16="http://schemas.microsoft.com/office/drawing/2014/main" val="2476031439"/>
                    </a:ext>
                  </a:extLst>
                </a:gridCol>
                <a:gridCol w="1399158">
                  <a:extLst>
                    <a:ext uri="{9D8B030D-6E8A-4147-A177-3AD203B41FA5}">
                      <a16:colId xmlns:a16="http://schemas.microsoft.com/office/drawing/2014/main" val="2620204399"/>
                    </a:ext>
                  </a:extLst>
                </a:gridCol>
              </a:tblGrid>
              <a:tr h="113332">
                <a:tc>
                  <a:txBody>
                    <a:bodyPr/>
                    <a:lstStyle/>
                    <a:p>
                      <a:pPr algn="ctr" fontAlgn="b"/>
                      <a:r>
                        <a:rPr lang="en-US" sz="1400" b="1" i="0" u="none" strike="noStrike">
                          <a:solidFill>
                            <a:srgbClr val="000000"/>
                          </a:solidFill>
                          <a:effectLst/>
                          <a:latin typeface="Calibri" panose="020F0502020204030204" pitchFamily="34" charset="0"/>
                        </a:rPr>
                        <a:t>Rail</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1" i="0" u="none" strike="noStrike">
                          <a:solidFill>
                            <a:srgbClr val="000000"/>
                          </a:solidFill>
                          <a:effectLst/>
                          <a:latin typeface="Calibri" panose="020F0502020204030204" pitchFamily="34" charset="0"/>
                        </a:rPr>
                        <a:t>real-estate delta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77579737"/>
                  </a:ext>
                </a:extLst>
              </a:tr>
              <a:tr h="113332">
                <a:tc>
                  <a:txBody>
                    <a:bodyPr/>
                    <a:lstStyle/>
                    <a:p>
                      <a:pPr algn="ctr" fontAlgn="b"/>
                      <a:r>
                        <a:rPr lang="en-US" sz="1400" b="0" i="0" u="none" strike="noStrike">
                          <a:solidFill>
                            <a:srgbClr val="000000"/>
                          </a:solidFill>
                          <a:effectLst/>
                          <a:latin typeface="Calibri" panose="020F0502020204030204" pitchFamily="34" charset="0"/>
                        </a:rPr>
                        <a:t>VCCIA</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Calibri" panose="020F0502020204030204" pitchFamily="34" charset="0"/>
                        </a:rPr>
                        <a:t>+ ~10mm2</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8870298"/>
                  </a:ext>
                </a:extLst>
              </a:tr>
              <a:tr h="113332">
                <a:tc>
                  <a:txBody>
                    <a:bodyPr/>
                    <a:lstStyle/>
                    <a:p>
                      <a:pPr algn="ctr" fontAlgn="b"/>
                      <a:r>
                        <a:rPr lang="en-US" sz="1400" b="0" i="0" u="none" strike="noStrike">
                          <a:solidFill>
                            <a:srgbClr val="000000"/>
                          </a:solidFill>
                          <a:effectLst/>
                          <a:latin typeface="Calibri" panose="020F0502020204030204" pitchFamily="34" charset="0"/>
                        </a:rPr>
                        <a:t>VCCSA</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Calibri" panose="020F0502020204030204" pitchFamily="34" charset="0"/>
                        </a:rPr>
                        <a:t>+ ~10mm2</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3666795"/>
                  </a:ext>
                </a:extLst>
              </a:tr>
              <a:tr h="113332">
                <a:tc>
                  <a:txBody>
                    <a:bodyPr/>
                    <a:lstStyle/>
                    <a:p>
                      <a:pPr algn="ctr" fontAlgn="b"/>
                      <a:r>
                        <a:rPr lang="en-US" sz="1400" b="0" i="0" u="none" strike="noStrike">
                          <a:solidFill>
                            <a:srgbClr val="000000"/>
                          </a:solidFill>
                          <a:effectLst/>
                          <a:latin typeface="Calibri" panose="020F0502020204030204" pitchFamily="34" charset="0"/>
                        </a:rPr>
                        <a:t>VCCLPECORE</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Calibri" panose="020F0502020204030204" pitchFamily="34" charset="0"/>
                        </a:rPr>
                        <a:t>+ ~10mm2</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1431883"/>
                  </a:ext>
                </a:extLst>
              </a:tr>
            </a:tbl>
          </a:graphicData>
        </a:graphic>
      </p:graphicFrame>
      <p:sp>
        <p:nvSpPr>
          <p:cNvPr id="18" name="TextBox 17">
            <a:extLst>
              <a:ext uri="{FF2B5EF4-FFF2-40B4-BE49-F238E27FC236}">
                <a16:creationId xmlns:a16="http://schemas.microsoft.com/office/drawing/2014/main" id="{CEF0850E-17ED-1153-A24A-40780EE7ECD0}"/>
              </a:ext>
            </a:extLst>
          </p:cNvPr>
          <p:cNvSpPr txBox="1"/>
          <p:nvPr/>
        </p:nvSpPr>
        <p:spPr>
          <a:xfrm>
            <a:off x="7980012" y="801912"/>
            <a:ext cx="4526918"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4A86"/>
                </a:solidFill>
                <a:effectLst/>
                <a:uLnTx/>
                <a:uFillTx/>
                <a:latin typeface="Intel Clear"/>
                <a:ea typeface="+mn-ea"/>
                <a:cs typeface="+mn-cs"/>
                <a:sym typeface="Helvetica Neue"/>
              </a:rPr>
              <a:t>BOM &amp; real-estate impact </a:t>
            </a:r>
          </a:p>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4A86"/>
                </a:solidFill>
                <a:effectLst/>
                <a:uLnTx/>
                <a:uFillTx/>
                <a:latin typeface="Intel Clear"/>
                <a:ea typeface="+mn-ea"/>
                <a:cs typeface="+mn-cs"/>
                <a:sym typeface="Helvetica Neue"/>
              </a:rPr>
              <a:t>(rough estimate)</a:t>
            </a:r>
          </a:p>
        </p:txBody>
      </p:sp>
      <p:grpSp>
        <p:nvGrpSpPr>
          <p:cNvPr id="33" name="Group 32">
            <a:extLst>
              <a:ext uri="{FF2B5EF4-FFF2-40B4-BE49-F238E27FC236}">
                <a16:creationId xmlns:a16="http://schemas.microsoft.com/office/drawing/2014/main" id="{51CB63E8-1F52-2B23-C1F0-DD66B07DE2F5}"/>
              </a:ext>
            </a:extLst>
          </p:cNvPr>
          <p:cNvGrpSpPr/>
          <p:nvPr/>
        </p:nvGrpSpPr>
        <p:grpSpPr>
          <a:xfrm>
            <a:off x="8351904" y="3401147"/>
            <a:ext cx="3284295" cy="2830389"/>
            <a:chOff x="8085204" y="3401147"/>
            <a:chExt cx="3284295" cy="2830389"/>
          </a:xfrm>
        </p:grpSpPr>
        <p:sp>
          <p:nvSpPr>
            <p:cNvPr id="2" name="TextBox 1">
              <a:extLst>
                <a:ext uri="{FF2B5EF4-FFF2-40B4-BE49-F238E27FC236}">
                  <a16:creationId xmlns:a16="http://schemas.microsoft.com/office/drawing/2014/main" id="{52A25483-9E67-0473-B12C-A01144F161AD}"/>
                </a:ext>
              </a:extLst>
            </p:cNvPr>
            <p:cNvSpPr txBox="1"/>
            <p:nvPr/>
          </p:nvSpPr>
          <p:spPr>
            <a:xfrm>
              <a:off x="8085204" y="3401147"/>
              <a:ext cx="3284295"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4A86"/>
                  </a:solidFill>
                  <a:effectLst/>
                  <a:uLnTx/>
                  <a:uFillTx/>
                  <a:latin typeface="Intel Clear"/>
                  <a:ea typeface="+mn-ea"/>
                  <a:cs typeface="+mn-cs"/>
                  <a:sym typeface="Helvetica Neue"/>
                </a:rPr>
                <a:t>Projected benefit  - Renesas </a:t>
              </a:r>
            </a:p>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4A86"/>
                  </a:solidFill>
                  <a:effectLst/>
                  <a:uLnTx/>
                  <a:uFillTx/>
                  <a:latin typeface="Intel Clear"/>
                  <a:sym typeface="Helvetica Neue"/>
                </a:rPr>
                <a:t>**</a:t>
              </a:r>
              <a:r>
                <a:rPr kumimoji="0" lang="en-US" sz="1400" b="0" i="0" u="none" strike="noStrike" kern="1200" cap="none" spc="0" normalizeH="0" baseline="0" noProof="0">
                  <a:ln>
                    <a:noFill/>
                  </a:ln>
                  <a:solidFill>
                    <a:srgbClr val="004A86"/>
                  </a:solidFill>
                  <a:effectLst/>
                  <a:uLnTx/>
                  <a:uFillTx/>
                  <a:latin typeface="Intel Clear"/>
                  <a:ea typeface="+mn-ea"/>
                  <a:cs typeface="+mn-cs"/>
                  <a:sym typeface="Helvetica Neue"/>
                </a:rPr>
                <a:t>Proposal – SPS baby phase/ XPMIC</a:t>
              </a:r>
              <a:endParaRPr kumimoji="0" lang="en-US" sz="1800" b="0" i="0" u="none" strike="noStrike" kern="1200" cap="none" spc="0" normalizeH="0" baseline="0" noProof="0">
                <a:ln>
                  <a:noFill/>
                </a:ln>
                <a:solidFill>
                  <a:srgbClr val="004A86"/>
                </a:solidFill>
                <a:effectLst/>
                <a:uLnTx/>
                <a:uFillTx/>
                <a:latin typeface="Intel Clear"/>
                <a:ea typeface="+mn-ea"/>
                <a:cs typeface="+mn-cs"/>
                <a:sym typeface="Helvetica Neue"/>
              </a:endParaRPr>
            </a:p>
          </p:txBody>
        </p:sp>
        <p:pic>
          <p:nvPicPr>
            <p:cNvPr id="5" name="Picture 4">
              <a:extLst>
                <a:ext uri="{FF2B5EF4-FFF2-40B4-BE49-F238E27FC236}">
                  <a16:creationId xmlns:a16="http://schemas.microsoft.com/office/drawing/2014/main" id="{070D4932-A41B-FE42-9FC3-3BDCEFFCF8CE}"/>
                </a:ext>
              </a:extLst>
            </p:cNvPr>
            <p:cNvPicPr>
              <a:picLocks noChangeAspect="1"/>
            </p:cNvPicPr>
            <p:nvPr/>
          </p:nvPicPr>
          <p:blipFill>
            <a:blip r:embed="rId2"/>
            <a:stretch>
              <a:fillRect/>
            </a:stretch>
          </p:blipFill>
          <p:spPr>
            <a:xfrm>
              <a:off x="8085204" y="3974336"/>
              <a:ext cx="3158157" cy="2257200"/>
            </a:xfrm>
            <a:prstGeom prst="rect">
              <a:avLst/>
            </a:prstGeom>
            <a:ln>
              <a:solidFill>
                <a:schemeClr val="tx1"/>
              </a:solidFill>
            </a:ln>
          </p:spPr>
        </p:pic>
      </p:grpSp>
      <p:sp>
        <p:nvSpPr>
          <p:cNvPr id="4" name="Rectangle 3">
            <a:extLst>
              <a:ext uri="{FF2B5EF4-FFF2-40B4-BE49-F238E27FC236}">
                <a16:creationId xmlns:a16="http://schemas.microsoft.com/office/drawing/2014/main" id="{48321F8B-D78F-9CCE-C34E-4F1CD4686934}"/>
              </a:ext>
            </a:extLst>
          </p:cNvPr>
          <p:cNvSpPr/>
          <p:nvPr/>
        </p:nvSpPr>
        <p:spPr>
          <a:xfrm>
            <a:off x="8138160" y="3218741"/>
            <a:ext cx="3498039" cy="311064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FFFFFF"/>
              </a:solidFill>
              <a:effectLst/>
              <a:uLnTx/>
              <a:uFillTx/>
              <a:latin typeface="Helvetica Neue Medium"/>
              <a:ea typeface="Helvetica Neue Medium"/>
              <a:cs typeface="Helvetica Neue Medium"/>
              <a:sym typeface="Helvetica Neue Medium"/>
            </a:endParaRPr>
          </a:p>
        </p:txBody>
      </p:sp>
      <p:pic>
        <p:nvPicPr>
          <p:cNvPr id="6" name="Picture 5">
            <a:extLst>
              <a:ext uri="{FF2B5EF4-FFF2-40B4-BE49-F238E27FC236}">
                <a16:creationId xmlns:a16="http://schemas.microsoft.com/office/drawing/2014/main" id="{423D2D6D-7B96-6F38-A727-E1F637A5449A}"/>
              </a:ext>
            </a:extLst>
          </p:cNvPr>
          <p:cNvPicPr>
            <a:picLocks noChangeAspect="1"/>
          </p:cNvPicPr>
          <p:nvPr/>
        </p:nvPicPr>
        <p:blipFill>
          <a:blip r:embed="rId3"/>
          <a:stretch>
            <a:fillRect/>
          </a:stretch>
        </p:blipFill>
        <p:spPr>
          <a:xfrm>
            <a:off x="4412567" y="1317741"/>
            <a:ext cx="2572109" cy="1752845"/>
          </a:xfrm>
          <a:prstGeom prst="rect">
            <a:avLst/>
          </a:prstGeom>
        </p:spPr>
      </p:pic>
      <p:sp>
        <p:nvSpPr>
          <p:cNvPr id="9" name="TextBox 8">
            <a:extLst>
              <a:ext uri="{FF2B5EF4-FFF2-40B4-BE49-F238E27FC236}">
                <a16:creationId xmlns:a16="http://schemas.microsoft.com/office/drawing/2014/main" id="{BC6C0940-C58A-D8B9-5A77-559657D4DE6A}"/>
              </a:ext>
            </a:extLst>
          </p:cNvPr>
          <p:cNvSpPr txBox="1"/>
          <p:nvPr/>
        </p:nvSpPr>
        <p:spPr>
          <a:xfrm>
            <a:off x="1449193" y="801912"/>
            <a:ext cx="5506691"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4A86"/>
                </a:solidFill>
                <a:effectLst/>
                <a:uLnTx/>
                <a:uFillTx/>
                <a:latin typeface="Intel Clear"/>
                <a:ea typeface="+mn-ea"/>
                <a:cs typeface="+mn-cs"/>
                <a:sym typeface="Helvetica Neue"/>
              </a:rPr>
              <a:t>Current residency analysis (PTL projections*)</a:t>
            </a:r>
          </a:p>
        </p:txBody>
      </p:sp>
      <p:sp>
        <p:nvSpPr>
          <p:cNvPr id="12" name="TextBox 11">
            <a:extLst>
              <a:ext uri="{FF2B5EF4-FFF2-40B4-BE49-F238E27FC236}">
                <a16:creationId xmlns:a16="http://schemas.microsoft.com/office/drawing/2014/main" id="{4E15264F-A208-C8EA-4537-9546E021347E}"/>
              </a:ext>
            </a:extLst>
          </p:cNvPr>
          <p:cNvSpPr txBox="1"/>
          <p:nvPr/>
        </p:nvSpPr>
        <p:spPr>
          <a:xfrm>
            <a:off x="1383025" y="1063660"/>
            <a:ext cx="5759815"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Aptos" panose="020B0004020202020204" pitchFamily="34" charset="0"/>
                <a:sym typeface="Helvetica Neue"/>
              </a:rPr>
              <a:t>*Data for Idle Display ON, Netflix (1080p), Teams (3x3), </a:t>
            </a:r>
            <a:r>
              <a:rPr kumimoji="0" lang="en-US" sz="1000" b="0" i="0" u="none" strike="noStrike" kern="1200" cap="none" spc="0" normalizeH="0" baseline="0" noProof="0" err="1">
                <a:ln>
                  <a:noFill/>
                </a:ln>
                <a:solidFill>
                  <a:srgbClr val="000000"/>
                </a:solidFill>
                <a:effectLst/>
                <a:uLnTx/>
                <a:uFillTx/>
                <a:latin typeface="Aptos" panose="020B0004020202020204" pitchFamily="34" charset="0"/>
                <a:ea typeface="Aptos" panose="020B0004020202020204" pitchFamily="34" charset="0"/>
                <a:cs typeface="Aptos" panose="020B0004020202020204" pitchFamily="34" charset="0"/>
                <a:sym typeface="Helvetica Neue"/>
              </a:rPr>
              <a:t>Geekbench</a:t>
            </a:r>
            <a:r>
              <a:rPr kumimoji="0" lang="en-US" sz="1000" b="0" i="0" u="none" strike="noStrike" kern="12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Aptos" panose="020B0004020202020204" pitchFamily="34" charset="0"/>
                <a:sym typeface="Helvetica Neue"/>
              </a:rPr>
              <a:t> 5.4.5, 3D-Mark Wildlife Extreme</a:t>
            </a:r>
          </a:p>
        </p:txBody>
      </p:sp>
      <p:sp>
        <p:nvSpPr>
          <p:cNvPr id="15" name="TextBox 14">
            <a:extLst>
              <a:ext uri="{FF2B5EF4-FFF2-40B4-BE49-F238E27FC236}">
                <a16:creationId xmlns:a16="http://schemas.microsoft.com/office/drawing/2014/main" id="{70EA756F-CFAD-1A56-8FB4-38A781E2EBAD}"/>
              </a:ext>
            </a:extLst>
          </p:cNvPr>
          <p:cNvSpPr txBox="1"/>
          <p:nvPr/>
        </p:nvSpPr>
        <p:spPr>
          <a:xfrm>
            <a:off x="4700620" y="3080242"/>
            <a:ext cx="1996001"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4A86"/>
                </a:solidFill>
                <a:effectLst/>
                <a:uLnTx/>
                <a:uFillTx/>
                <a:latin typeface="Intel Clear"/>
                <a:ea typeface="+mn-ea"/>
                <a:cs typeface="+mn-cs"/>
                <a:sym typeface="Helvetica Neue"/>
              </a:rPr>
              <a:t>Optimization range</a:t>
            </a:r>
          </a:p>
        </p:txBody>
      </p:sp>
      <p:pic>
        <p:nvPicPr>
          <p:cNvPr id="16" name="Picture 15">
            <a:extLst>
              <a:ext uri="{FF2B5EF4-FFF2-40B4-BE49-F238E27FC236}">
                <a16:creationId xmlns:a16="http://schemas.microsoft.com/office/drawing/2014/main" id="{B0D1D6D1-D51B-93B2-A6BD-4770B9BEA7AB}"/>
              </a:ext>
            </a:extLst>
          </p:cNvPr>
          <p:cNvPicPr>
            <a:picLocks noChangeAspect="1"/>
          </p:cNvPicPr>
          <p:nvPr/>
        </p:nvPicPr>
        <p:blipFill rotWithShape="1">
          <a:blip r:embed="rId4"/>
          <a:srcRect l="3149" t="7330" r="44059" b="7099"/>
          <a:stretch/>
        </p:blipFill>
        <p:spPr>
          <a:xfrm>
            <a:off x="1173527" y="1309881"/>
            <a:ext cx="3133725" cy="1943100"/>
          </a:xfrm>
          <a:prstGeom prst="rect">
            <a:avLst/>
          </a:prstGeom>
        </p:spPr>
      </p:pic>
      <p:grpSp>
        <p:nvGrpSpPr>
          <p:cNvPr id="19" name="Group 18">
            <a:extLst>
              <a:ext uri="{FF2B5EF4-FFF2-40B4-BE49-F238E27FC236}">
                <a16:creationId xmlns:a16="http://schemas.microsoft.com/office/drawing/2014/main" id="{50213DBF-6859-60BE-2911-569896DE42C7}"/>
              </a:ext>
            </a:extLst>
          </p:cNvPr>
          <p:cNvGrpSpPr/>
          <p:nvPr/>
        </p:nvGrpSpPr>
        <p:grpSpPr>
          <a:xfrm>
            <a:off x="1173527" y="3483951"/>
            <a:ext cx="3846033" cy="2614045"/>
            <a:chOff x="260765" y="3616591"/>
            <a:chExt cx="3846033" cy="2614045"/>
          </a:xfrm>
        </p:grpSpPr>
        <p:pic>
          <p:nvPicPr>
            <p:cNvPr id="20" name="Picture 2" descr="Image preview">
              <a:extLst>
                <a:ext uri="{FF2B5EF4-FFF2-40B4-BE49-F238E27FC236}">
                  <a16:creationId xmlns:a16="http://schemas.microsoft.com/office/drawing/2014/main" id="{47005F31-D58B-953E-E783-7DB5B0EA3D1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240" t="30343" r="32141" b="9830"/>
            <a:stretch/>
          </p:blipFill>
          <p:spPr bwMode="auto">
            <a:xfrm>
              <a:off x="260765" y="3975237"/>
              <a:ext cx="3846033" cy="225539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933C2CD9-B371-3D73-C955-AE4D3513C7A9}"/>
                </a:ext>
              </a:extLst>
            </p:cNvPr>
            <p:cNvSpPr txBox="1"/>
            <p:nvPr/>
          </p:nvSpPr>
          <p:spPr>
            <a:xfrm>
              <a:off x="264991" y="3616591"/>
              <a:ext cx="3284295"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4A86"/>
                  </a:solidFill>
                  <a:effectLst/>
                  <a:uLnTx/>
                  <a:uFillTx/>
                  <a:latin typeface="Intel Clear"/>
                  <a:ea typeface="+mn-ea"/>
                  <a:cs typeface="+mn-cs"/>
                  <a:sym typeface="Helvetica Neue"/>
                </a:rPr>
                <a:t>Projected benefit  - MP87435</a:t>
              </a:r>
            </a:p>
          </p:txBody>
        </p:sp>
      </p:grpSp>
      <p:grpSp>
        <p:nvGrpSpPr>
          <p:cNvPr id="34" name="Group 33">
            <a:extLst>
              <a:ext uri="{FF2B5EF4-FFF2-40B4-BE49-F238E27FC236}">
                <a16:creationId xmlns:a16="http://schemas.microsoft.com/office/drawing/2014/main" id="{C3E47944-C9D1-4516-D467-EC7351536C08}"/>
              </a:ext>
            </a:extLst>
          </p:cNvPr>
          <p:cNvGrpSpPr/>
          <p:nvPr/>
        </p:nvGrpSpPr>
        <p:grpSpPr>
          <a:xfrm>
            <a:off x="5492167" y="3483951"/>
            <a:ext cx="3299893" cy="2615846"/>
            <a:chOff x="4337670" y="3616591"/>
            <a:chExt cx="3299893" cy="2615846"/>
          </a:xfrm>
        </p:grpSpPr>
        <p:pic>
          <p:nvPicPr>
            <p:cNvPr id="35" name="Picture 34">
              <a:extLst>
                <a:ext uri="{FF2B5EF4-FFF2-40B4-BE49-F238E27FC236}">
                  <a16:creationId xmlns:a16="http://schemas.microsoft.com/office/drawing/2014/main" id="{968BFD6F-A926-0D33-11AA-6DC3F3C424A7}"/>
                </a:ext>
              </a:extLst>
            </p:cNvPr>
            <p:cNvPicPr>
              <a:picLocks noChangeAspect="1"/>
            </p:cNvPicPr>
            <p:nvPr/>
          </p:nvPicPr>
          <p:blipFill rotWithShape="1">
            <a:blip r:embed="rId6"/>
            <a:srcRect l="3579" r="7622"/>
            <a:stretch/>
          </p:blipFill>
          <p:spPr>
            <a:xfrm>
              <a:off x="4337670" y="3975237"/>
              <a:ext cx="3284806" cy="2257200"/>
            </a:xfrm>
            <a:prstGeom prst="rect">
              <a:avLst/>
            </a:prstGeom>
            <a:ln>
              <a:solidFill>
                <a:schemeClr val="tx1"/>
              </a:solidFill>
            </a:ln>
          </p:spPr>
        </p:pic>
        <p:sp>
          <p:nvSpPr>
            <p:cNvPr id="36" name="TextBox 35">
              <a:extLst>
                <a:ext uri="{FF2B5EF4-FFF2-40B4-BE49-F238E27FC236}">
                  <a16:creationId xmlns:a16="http://schemas.microsoft.com/office/drawing/2014/main" id="{DCEAD7D1-4E6D-021C-82C0-C9EC3D9054E9}"/>
                </a:ext>
              </a:extLst>
            </p:cNvPr>
            <p:cNvSpPr txBox="1"/>
            <p:nvPr/>
          </p:nvSpPr>
          <p:spPr>
            <a:xfrm>
              <a:off x="4353268" y="3616591"/>
              <a:ext cx="3284295"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4A86"/>
                  </a:solidFill>
                  <a:effectLst/>
                  <a:uLnTx/>
                  <a:uFillTx/>
                  <a:latin typeface="Intel Clear"/>
                  <a:ea typeface="+mn-ea"/>
                  <a:cs typeface="+mn-cs"/>
                  <a:sym typeface="Helvetica Neue"/>
                </a:rPr>
                <a:t>Projected benefit  </a:t>
              </a:r>
              <a:r>
                <a:rPr kumimoji="0" lang="en-US" sz="1800" b="0" i="0" u="none" strike="noStrike" kern="1200" cap="none" spc="0" normalizeH="0" baseline="0" noProof="0">
                  <a:ln>
                    <a:noFill/>
                  </a:ln>
                  <a:solidFill>
                    <a:srgbClr val="004A86"/>
                  </a:solidFill>
                  <a:effectLst/>
                  <a:uLnTx/>
                  <a:uFillTx/>
                  <a:latin typeface="Intel Clear"/>
                  <a:sym typeface="Helvetica Neue"/>
                </a:rPr>
                <a:t>- AOZ51060</a:t>
              </a:r>
            </a:p>
          </p:txBody>
        </p:sp>
      </p:grpSp>
      <p:sp>
        <p:nvSpPr>
          <p:cNvPr id="37" name="Rectangle 36">
            <a:extLst>
              <a:ext uri="{FF2B5EF4-FFF2-40B4-BE49-F238E27FC236}">
                <a16:creationId xmlns:a16="http://schemas.microsoft.com/office/drawing/2014/main" id="{E99E672C-CA38-5D89-524E-D9D9E81DB5CC}"/>
              </a:ext>
            </a:extLst>
          </p:cNvPr>
          <p:cNvSpPr/>
          <p:nvPr/>
        </p:nvSpPr>
        <p:spPr>
          <a:xfrm>
            <a:off x="5652631" y="2054627"/>
            <a:ext cx="1361160" cy="453326"/>
          </a:xfrm>
          <a:prstGeom prst="rect">
            <a:avLst/>
          </a:prstGeom>
          <a:solidFill>
            <a:srgbClr val="00B050">
              <a:alpha val="44000"/>
            </a:srgbClr>
          </a:solidFill>
          <a:ln w="12700" cap="flat">
            <a:solidFill>
              <a:srgbClr val="00B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Helvetica Neue Medium"/>
              <a:ea typeface="Helvetica Neue Medium"/>
              <a:cs typeface="Helvetica Neue Medium"/>
              <a:sym typeface="Helvetica Neue Medium"/>
            </a:endParaRPr>
          </a:p>
        </p:txBody>
      </p:sp>
      <p:sp>
        <p:nvSpPr>
          <p:cNvPr id="38" name="Rectangle 37">
            <a:extLst>
              <a:ext uri="{FF2B5EF4-FFF2-40B4-BE49-F238E27FC236}">
                <a16:creationId xmlns:a16="http://schemas.microsoft.com/office/drawing/2014/main" id="{5947E320-A553-4700-05C7-BF1F218B82EF}"/>
              </a:ext>
            </a:extLst>
          </p:cNvPr>
          <p:cNvSpPr/>
          <p:nvPr/>
        </p:nvSpPr>
        <p:spPr>
          <a:xfrm>
            <a:off x="4369230" y="2043848"/>
            <a:ext cx="755356" cy="1026738"/>
          </a:xfrm>
          <a:prstGeom prst="rect">
            <a:avLst/>
          </a:prstGeom>
          <a:solidFill>
            <a:srgbClr val="00B050">
              <a:alpha val="18000"/>
            </a:srgbClr>
          </a:solidFill>
          <a:ln w="12700" cap="flat">
            <a:solidFill>
              <a:srgbClr val="00B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Helvetica Neue Medium"/>
              <a:ea typeface="Helvetica Neue Medium"/>
              <a:cs typeface="Helvetica Neue Medium"/>
              <a:sym typeface="Helvetica Neue Medium"/>
            </a:endParaRPr>
          </a:p>
        </p:txBody>
      </p:sp>
      <p:sp>
        <p:nvSpPr>
          <p:cNvPr id="39" name="Rectangle 38">
            <a:extLst>
              <a:ext uri="{FF2B5EF4-FFF2-40B4-BE49-F238E27FC236}">
                <a16:creationId xmlns:a16="http://schemas.microsoft.com/office/drawing/2014/main" id="{86302C94-FB13-A862-EEA7-8E3137F390B9}"/>
              </a:ext>
            </a:extLst>
          </p:cNvPr>
          <p:cNvSpPr/>
          <p:nvPr/>
        </p:nvSpPr>
        <p:spPr>
          <a:xfrm rot="20058037">
            <a:off x="757046" y="3007346"/>
            <a:ext cx="10677923" cy="843308"/>
          </a:xfrm>
          <a:prstGeom prst="rect">
            <a:avLst/>
          </a:prstGeom>
          <a:noFill/>
        </p:spPr>
        <p:txBody>
          <a:bodyPr wrap="none" lIns="91440" tIns="45720" rIns="91440" bIns="45720">
            <a:spAutoFit/>
          </a:bodyPr>
          <a:lstStyle/>
          <a:p>
            <a:pPr marL="0" marR="0" lvl="0" indent="0" algn="ctr" defTabSz="1219169" rtl="0" eaLnBrk="1" fontAlgn="auto" latinLnBrk="0" hangingPunct="0">
              <a:lnSpc>
                <a:spcPct val="90000"/>
              </a:lnSpc>
              <a:spcBef>
                <a:spcPts val="2250"/>
              </a:spcBef>
              <a:spcAft>
                <a:spcPts val="0"/>
              </a:spcAft>
              <a:buClrTx/>
              <a:buSzTx/>
              <a:buFontTx/>
              <a:buNone/>
              <a:tabLst/>
              <a:defRPr/>
            </a:pPr>
            <a:r>
              <a:rPr kumimoji="0" lang="en-US" sz="5400" b="1" i="0" u="none" strike="noStrike" kern="0" cap="none" spc="0" normalizeH="0" baseline="0" noProof="0">
                <a:ln w="10160">
                  <a:solidFill>
                    <a:srgbClr val="FFFFFF">
                      <a:lumMod val="95000"/>
                    </a:srgbClr>
                  </a:solidFill>
                  <a:prstDash val="solid"/>
                </a:ln>
                <a:noFill/>
                <a:effectLst>
                  <a:outerShdw blurRad="38100" dist="22860" dir="5400000" algn="tl" rotWithShape="0">
                    <a:srgbClr val="000000">
                      <a:alpha val="30000"/>
                    </a:srgbClr>
                  </a:outerShdw>
                </a:effectLst>
                <a:uLnTx/>
                <a:uFillTx/>
                <a:latin typeface="Intel Clear"/>
                <a:sym typeface="Helvetica Neue"/>
              </a:rPr>
              <a:t>For Use Under CNDA:8166202 Dell</a:t>
            </a:r>
          </a:p>
        </p:txBody>
      </p:sp>
      <p:sp>
        <p:nvSpPr>
          <p:cNvPr id="40" name="TextBox 39">
            <a:extLst>
              <a:ext uri="{FF2B5EF4-FFF2-40B4-BE49-F238E27FC236}">
                <a16:creationId xmlns:a16="http://schemas.microsoft.com/office/drawing/2014/main" id="{D2C037EB-516C-6D7F-F58C-719460CA7DB2}"/>
              </a:ext>
            </a:extLst>
          </p:cNvPr>
          <p:cNvSpPr txBox="1"/>
          <p:nvPr/>
        </p:nvSpPr>
        <p:spPr>
          <a:xfrm>
            <a:off x="9052678" y="3974336"/>
            <a:ext cx="2381585" cy="12311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4A86"/>
                </a:solidFill>
                <a:effectLst/>
                <a:uLnTx/>
                <a:uFillTx/>
                <a:latin typeface="Intel Clear"/>
                <a:ea typeface="+mn-ea"/>
                <a:cs typeface="+mn-cs"/>
                <a:sym typeface="Helvetica Neue"/>
              </a:rPr>
              <a:t>Note: Eff, power consumption, BOM, real-estate may vary per system, vendor and design  implementation </a:t>
            </a:r>
          </a:p>
        </p:txBody>
      </p:sp>
    </p:spTree>
    <p:extLst>
      <p:ext uri="{BB962C8B-B14F-4D97-AF65-F5344CB8AC3E}">
        <p14:creationId xmlns:p14="http://schemas.microsoft.com/office/powerpoint/2010/main" val="1809050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5F4A8-85A2-023B-17AD-F0AC1FDB6863}"/>
              </a:ext>
            </a:extLst>
          </p:cNvPr>
          <p:cNvSpPr>
            <a:spLocks noGrp="1"/>
          </p:cNvSpPr>
          <p:nvPr>
            <p:ph type="title"/>
          </p:nvPr>
        </p:nvSpPr>
        <p:spPr>
          <a:xfrm>
            <a:off x="381000" y="221694"/>
            <a:ext cx="10972800" cy="802434"/>
          </a:xfrm>
        </p:spPr>
        <p:txBody>
          <a:bodyPr/>
          <a:lstStyle/>
          <a:p>
            <a:r>
              <a:rPr lang="en-US">
                <a:latin typeface="IntelOne Display AR Light" panose="020B0403020203020204" pitchFamily="34" charset="-78"/>
                <a:cs typeface="IntelOne Display AR Light" panose="020B0403020203020204" pitchFamily="34" charset="-78"/>
              </a:rPr>
              <a:t>Best Memory Design Quality </a:t>
            </a:r>
          </a:p>
        </p:txBody>
      </p:sp>
      <p:sp>
        <p:nvSpPr>
          <p:cNvPr id="3" name="Content Placeholder 2">
            <a:extLst>
              <a:ext uri="{FF2B5EF4-FFF2-40B4-BE49-F238E27FC236}">
                <a16:creationId xmlns:a16="http://schemas.microsoft.com/office/drawing/2014/main" id="{7E8DAF8B-1971-7782-A955-C615303CF27A}"/>
              </a:ext>
            </a:extLst>
          </p:cNvPr>
          <p:cNvSpPr>
            <a:spLocks noGrp="1"/>
          </p:cNvSpPr>
          <p:nvPr>
            <p:ph idx="1"/>
          </p:nvPr>
        </p:nvSpPr>
        <p:spPr>
          <a:xfrm>
            <a:off x="381000" y="953738"/>
            <a:ext cx="10972800" cy="1761853"/>
          </a:xfrm>
        </p:spPr>
        <p:txBody>
          <a:bodyPr lIns="0" tIns="0" rIns="0" bIns="0" anchor="t">
            <a:normAutofit/>
          </a:bodyPr>
          <a:lstStyle/>
          <a:p>
            <a:pPr marL="227965" indent="-227965"/>
            <a:r>
              <a:rPr lang="en-US" sz="2000">
                <a:solidFill>
                  <a:srgbClr val="000000"/>
                </a:solidFill>
                <a:latin typeface="IntelOne Display AR Light"/>
                <a:cs typeface="IntelOne Display AR Light"/>
              </a:rPr>
              <a:t>Use T3/10L 0.9mm POR stack-up as minimum requirement. </a:t>
            </a:r>
            <a:endParaRPr lang="en-US">
              <a:latin typeface="IntelOne Display AR Light"/>
              <a:cs typeface="IntelOne Display AR Light"/>
            </a:endParaRPr>
          </a:p>
          <a:p>
            <a:pPr marL="227965" indent="-227965"/>
            <a:r>
              <a:rPr lang="en-US" sz="2000">
                <a:solidFill>
                  <a:srgbClr val="000000"/>
                </a:solidFill>
                <a:latin typeface="IntelOne Display AR Light" panose="020B0403020203020204" pitchFamily="34" charset="-78"/>
                <a:cs typeface="IntelOne Display AR Light" panose="020B0403020203020204" pitchFamily="34" charset="-78"/>
              </a:rPr>
              <a:t>Use memory clip file to ensure memory BO/BI layout quality.</a:t>
            </a:r>
            <a:endParaRPr lang="en-US">
              <a:latin typeface="IntelOne Display AR Light" panose="020B0403020203020204" pitchFamily="34" charset="-78"/>
              <a:cs typeface="IntelOne Display AR Light" panose="020B0403020203020204" pitchFamily="34" charset="-78"/>
            </a:endParaRPr>
          </a:p>
          <a:p>
            <a:pPr marL="227965" indent="-227965"/>
            <a:r>
              <a:rPr lang="en-US" sz="2000">
                <a:solidFill>
                  <a:srgbClr val="000000"/>
                </a:solidFill>
                <a:latin typeface="IntelOne Display AR Light" panose="020B0403020203020204" pitchFamily="34" charset="-78"/>
                <a:cs typeface="IntelOne Display AR Light" panose="020B0403020203020204" pitchFamily="34" charset="-78"/>
              </a:rPr>
              <a:t>Run IPDS simulation and try to reserved more margin for K indicator.</a:t>
            </a:r>
            <a:endParaRPr lang="en-US">
              <a:latin typeface="IntelOne Display AR Light" panose="020B0403020203020204" pitchFamily="34" charset="-78"/>
              <a:cs typeface="IntelOne Display AR Light" panose="020B0403020203020204" pitchFamily="34" charset="-78"/>
            </a:endParaRPr>
          </a:p>
          <a:p>
            <a:pPr marL="227965" indent="-227965"/>
            <a:r>
              <a:rPr lang="en-US" sz="2000">
                <a:solidFill>
                  <a:srgbClr val="000000"/>
                </a:solidFill>
                <a:latin typeface="IntelOne Display AR Light"/>
                <a:cs typeface="IntelOne Display AR Light"/>
              </a:rPr>
              <a:t>Run </a:t>
            </a:r>
            <a:r>
              <a:rPr lang="en-US" sz="2000" err="1">
                <a:solidFill>
                  <a:srgbClr val="000000"/>
                </a:solidFill>
                <a:latin typeface="IntelOne Display AR Light"/>
                <a:cs typeface="IntelOne Display AR Light"/>
              </a:rPr>
              <a:t>iCCT</a:t>
            </a:r>
            <a:r>
              <a:rPr lang="en-US" sz="2000">
                <a:solidFill>
                  <a:srgbClr val="000000"/>
                </a:solidFill>
                <a:latin typeface="IntelOne Display AR Light"/>
                <a:cs typeface="IntelOne Display AR Light"/>
              </a:rPr>
              <a:t> simulation and ensure XTK results are better than RVP.</a:t>
            </a:r>
            <a:endParaRPr lang="en-US">
              <a:latin typeface="IntelOne Display AR Light"/>
              <a:cs typeface="IntelOne Display AR Light"/>
            </a:endParaRPr>
          </a:p>
          <a:p>
            <a:pPr marL="227965" indent="-227965"/>
            <a:endParaRPr lang="en-US" sz="2000">
              <a:latin typeface="IntelOne Display AR Light" panose="020B0403020203020204" pitchFamily="34" charset="-78"/>
              <a:cs typeface="IntelOne Display AR Light" panose="020B0403020203020204" pitchFamily="34" charset="-78"/>
            </a:endParaRPr>
          </a:p>
        </p:txBody>
      </p:sp>
      <p:sp>
        <p:nvSpPr>
          <p:cNvPr id="4" name="Rectangle: Rounded Corners 3">
            <a:extLst>
              <a:ext uri="{FF2B5EF4-FFF2-40B4-BE49-F238E27FC236}">
                <a16:creationId xmlns:a16="http://schemas.microsoft.com/office/drawing/2014/main" id="{B3A80370-C16E-E24A-DD8D-BB876E4D1856}"/>
              </a:ext>
            </a:extLst>
          </p:cNvPr>
          <p:cNvSpPr/>
          <p:nvPr/>
        </p:nvSpPr>
        <p:spPr>
          <a:xfrm>
            <a:off x="134539" y="5195602"/>
            <a:ext cx="11396045" cy="97840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9169" rtl="0" eaLnBrk="1" fontAlgn="auto" latinLnBrk="0" hangingPunct="0">
              <a:lnSpc>
                <a:spcPct val="90000"/>
              </a:lnSpc>
              <a:spcBef>
                <a:spcPts val="225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Intel Clear"/>
                <a:sym typeface="Helvetica Neue"/>
              </a:rPr>
              <a:t>Intel Team will work with Dell/ODM at early architecture phase to review PCB stack-up, pre and post layout simulation result to ensure great memory margin and quality</a:t>
            </a:r>
          </a:p>
        </p:txBody>
      </p:sp>
      <p:pic>
        <p:nvPicPr>
          <p:cNvPr id="6" name="Picture 5" descr="A screenshot of a phone&#10;&#10;Description automatically generated">
            <a:extLst>
              <a:ext uri="{FF2B5EF4-FFF2-40B4-BE49-F238E27FC236}">
                <a16:creationId xmlns:a16="http://schemas.microsoft.com/office/drawing/2014/main" id="{F750CD05-D086-600F-8EA0-8A4699947798}"/>
              </a:ext>
            </a:extLst>
          </p:cNvPr>
          <p:cNvPicPr>
            <a:picLocks noChangeAspect="1"/>
          </p:cNvPicPr>
          <p:nvPr/>
        </p:nvPicPr>
        <p:blipFill>
          <a:blip r:embed="rId3"/>
          <a:stretch>
            <a:fillRect/>
          </a:stretch>
        </p:blipFill>
        <p:spPr>
          <a:xfrm>
            <a:off x="341923" y="3038009"/>
            <a:ext cx="10970846" cy="1680752"/>
          </a:xfrm>
          <a:prstGeom prst="rect">
            <a:avLst/>
          </a:prstGeom>
        </p:spPr>
      </p:pic>
      <p:sp>
        <p:nvSpPr>
          <p:cNvPr id="8" name="Rectangle 7">
            <a:extLst>
              <a:ext uri="{FF2B5EF4-FFF2-40B4-BE49-F238E27FC236}">
                <a16:creationId xmlns:a16="http://schemas.microsoft.com/office/drawing/2014/main" id="{4A1D657C-CCFC-80C4-A8BC-6881FF1A4978}"/>
              </a:ext>
            </a:extLst>
          </p:cNvPr>
          <p:cNvSpPr/>
          <p:nvPr/>
        </p:nvSpPr>
        <p:spPr>
          <a:xfrm rot="20058037">
            <a:off x="757046" y="3007346"/>
            <a:ext cx="10677923" cy="843308"/>
          </a:xfrm>
          <a:prstGeom prst="rect">
            <a:avLst/>
          </a:prstGeom>
          <a:noFill/>
        </p:spPr>
        <p:txBody>
          <a:bodyPr wrap="none" lIns="91440" tIns="45720" rIns="91440" bIns="4572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a:lstStyle>
          <a:p>
            <a:pPr marL="0" marR="0" lvl="0" indent="0" algn="ctr" defTabSz="1219169" rtl="0" eaLnBrk="1" fontAlgn="auto" latinLnBrk="0" hangingPunct="0">
              <a:lnSpc>
                <a:spcPct val="90000"/>
              </a:lnSpc>
              <a:spcBef>
                <a:spcPts val="2250"/>
              </a:spcBef>
              <a:spcAft>
                <a:spcPts val="0"/>
              </a:spcAft>
              <a:buClrTx/>
              <a:buSzTx/>
              <a:buFontTx/>
              <a:buNone/>
              <a:tabLst/>
              <a:defRPr/>
            </a:pPr>
            <a:r>
              <a:rPr kumimoji="0" lang="en-US" sz="5400" b="1" i="0" u="none" strike="noStrike" kern="0" cap="none" spc="0" normalizeH="0" baseline="0" noProof="0">
                <a:ln w="10160">
                  <a:solidFill>
                    <a:srgbClr val="FFFFFF">
                      <a:lumMod val="95000"/>
                    </a:srgbClr>
                  </a:solidFill>
                  <a:prstDash val="solid"/>
                </a:ln>
                <a:noFill/>
                <a:effectLst>
                  <a:outerShdw blurRad="38100" dist="22860" dir="5400000" algn="tl" rotWithShape="0">
                    <a:srgbClr val="000000">
                      <a:alpha val="30000"/>
                    </a:srgbClr>
                  </a:outerShdw>
                </a:effectLst>
                <a:uLnTx/>
                <a:uFillTx/>
                <a:latin typeface="Intel Clear"/>
                <a:sym typeface="Helvetica Neue"/>
              </a:rPr>
              <a:t>For Use Under CNDA:8166202 Dell</a:t>
            </a:r>
          </a:p>
        </p:txBody>
      </p:sp>
    </p:spTree>
    <p:extLst>
      <p:ext uri="{BB962C8B-B14F-4D97-AF65-F5344CB8AC3E}">
        <p14:creationId xmlns:p14="http://schemas.microsoft.com/office/powerpoint/2010/main" val="311665004"/>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62F9F-53E2-9290-718B-4D620058907D}"/>
              </a:ext>
            </a:extLst>
          </p:cNvPr>
          <p:cNvSpPr>
            <a:spLocks noGrp="1"/>
          </p:cNvSpPr>
          <p:nvPr>
            <p:ph type="title"/>
          </p:nvPr>
        </p:nvSpPr>
        <p:spPr/>
        <p:txBody>
          <a:bodyPr lIns="0" tIns="0" rIns="0" bIns="0" anchor="t">
            <a:normAutofit/>
          </a:bodyPr>
          <a:lstStyle/>
          <a:p>
            <a:r>
              <a:rPr lang="en-US"/>
              <a:t>IBAT SPEC for Charger</a:t>
            </a:r>
          </a:p>
        </p:txBody>
      </p:sp>
      <p:sp>
        <p:nvSpPr>
          <p:cNvPr id="3" name="Content Placeholder 2">
            <a:extLst>
              <a:ext uri="{FF2B5EF4-FFF2-40B4-BE49-F238E27FC236}">
                <a16:creationId xmlns:a16="http://schemas.microsoft.com/office/drawing/2014/main" id="{0AE9A1F5-1AA7-F7A8-6BB7-7709F5F93CEB}"/>
              </a:ext>
            </a:extLst>
          </p:cNvPr>
          <p:cNvSpPr>
            <a:spLocks noGrp="1"/>
          </p:cNvSpPr>
          <p:nvPr>
            <p:ph idx="1"/>
          </p:nvPr>
        </p:nvSpPr>
        <p:spPr>
          <a:xfrm>
            <a:off x="381000" y="736847"/>
            <a:ext cx="10972800" cy="5440117"/>
          </a:xfrm>
        </p:spPr>
        <p:txBody>
          <a:bodyPr/>
          <a:lstStyle/>
          <a:p>
            <a:r>
              <a:rPr lang="en-US" sz="1800"/>
              <a:t>BQ25728</a:t>
            </a:r>
          </a:p>
          <a:p>
            <a:endParaRPr lang="en-US"/>
          </a:p>
          <a:p>
            <a:endParaRPr lang="en-US"/>
          </a:p>
          <a:p>
            <a:endParaRPr lang="en-US"/>
          </a:p>
          <a:p>
            <a:pPr marL="0" indent="0">
              <a:buNone/>
            </a:pPr>
            <a:r>
              <a:rPr lang="en-US" sz="1800"/>
              <a:t>										RAA489110</a:t>
            </a:r>
          </a:p>
          <a:p>
            <a:endParaRPr lang="en-US"/>
          </a:p>
          <a:p>
            <a:r>
              <a:rPr lang="en-US" sz="1800"/>
              <a:t>ISL9538</a:t>
            </a:r>
          </a:p>
          <a:p>
            <a:pPr marL="0" indent="0">
              <a:buNone/>
            </a:pPr>
            <a:endParaRPr lang="en-US" sz="1800"/>
          </a:p>
        </p:txBody>
      </p:sp>
      <p:pic>
        <p:nvPicPr>
          <p:cNvPr id="4" name="Picture 3">
            <a:extLst>
              <a:ext uri="{FF2B5EF4-FFF2-40B4-BE49-F238E27FC236}">
                <a16:creationId xmlns:a16="http://schemas.microsoft.com/office/drawing/2014/main" id="{5BCC8349-9A02-6F01-AAE1-0880EAD5D83B}"/>
              </a:ext>
            </a:extLst>
          </p:cNvPr>
          <p:cNvPicPr>
            <a:picLocks noChangeAspect="1"/>
          </p:cNvPicPr>
          <p:nvPr/>
        </p:nvPicPr>
        <p:blipFill>
          <a:blip r:embed="rId2"/>
          <a:stretch>
            <a:fillRect/>
          </a:stretch>
        </p:blipFill>
        <p:spPr>
          <a:xfrm>
            <a:off x="584190" y="1039565"/>
            <a:ext cx="6602540" cy="1652159"/>
          </a:xfrm>
          <a:prstGeom prst="rect">
            <a:avLst/>
          </a:prstGeom>
        </p:spPr>
      </p:pic>
      <p:pic>
        <p:nvPicPr>
          <p:cNvPr id="6" name="Picture 5">
            <a:extLst>
              <a:ext uri="{FF2B5EF4-FFF2-40B4-BE49-F238E27FC236}">
                <a16:creationId xmlns:a16="http://schemas.microsoft.com/office/drawing/2014/main" id="{D48E3A86-9673-903D-7111-14EC87A20F27}"/>
              </a:ext>
            </a:extLst>
          </p:cNvPr>
          <p:cNvPicPr>
            <a:picLocks noChangeAspect="1"/>
          </p:cNvPicPr>
          <p:nvPr/>
        </p:nvPicPr>
        <p:blipFill>
          <a:blip r:embed="rId3"/>
          <a:srcRect l="27621"/>
          <a:stretch/>
        </p:blipFill>
        <p:spPr>
          <a:xfrm>
            <a:off x="111760" y="4166277"/>
            <a:ext cx="6213216" cy="2366244"/>
          </a:xfrm>
          <a:prstGeom prst="rect">
            <a:avLst/>
          </a:prstGeom>
        </p:spPr>
      </p:pic>
      <p:pic>
        <p:nvPicPr>
          <p:cNvPr id="8" name="Picture 7">
            <a:extLst>
              <a:ext uri="{FF2B5EF4-FFF2-40B4-BE49-F238E27FC236}">
                <a16:creationId xmlns:a16="http://schemas.microsoft.com/office/drawing/2014/main" id="{14D5E7AE-2D94-7E72-8816-30188731196F}"/>
              </a:ext>
            </a:extLst>
          </p:cNvPr>
          <p:cNvPicPr>
            <a:picLocks noChangeAspect="1"/>
          </p:cNvPicPr>
          <p:nvPr/>
        </p:nvPicPr>
        <p:blipFill>
          <a:blip r:embed="rId4"/>
          <a:srcRect l="23935"/>
          <a:stretch/>
        </p:blipFill>
        <p:spPr>
          <a:xfrm>
            <a:off x="6392011" y="3232164"/>
            <a:ext cx="5818346" cy="3296396"/>
          </a:xfrm>
          <a:prstGeom prst="rect">
            <a:avLst/>
          </a:prstGeom>
        </p:spPr>
      </p:pic>
      <p:sp>
        <p:nvSpPr>
          <p:cNvPr id="9" name="Rectangle 8">
            <a:extLst>
              <a:ext uri="{FF2B5EF4-FFF2-40B4-BE49-F238E27FC236}">
                <a16:creationId xmlns:a16="http://schemas.microsoft.com/office/drawing/2014/main" id="{2DDDB179-3DB9-A0D6-0056-6FA6578B2FCE}"/>
              </a:ext>
            </a:extLst>
          </p:cNvPr>
          <p:cNvSpPr/>
          <p:nvPr/>
        </p:nvSpPr>
        <p:spPr>
          <a:xfrm>
            <a:off x="2752078" y="1039565"/>
            <a:ext cx="4434652" cy="381951"/>
          </a:xfrm>
          <a:prstGeom prst="rect">
            <a:avLst/>
          </a:prstGeom>
          <a:solidFill>
            <a:schemeClr val="accent1">
              <a:alpha val="3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Rectangle 9">
            <a:extLst>
              <a:ext uri="{FF2B5EF4-FFF2-40B4-BE49-F238E27FC236}">
                <a16:creationId xmlns:a16="http://schemas.microsoft.com/office/drawing/2014/main" id="{72864FCC-2821-BEDB-6E87-7BCC205A3728}"/>
              </a:ext>
            </a:extLst>
          </p:cNvPr>
          <p:cNvSpPr/>
          <p:nvPr/>
        </p:nvSpPr>
        <p:spPr>
          <a:xfrm>
            <a:off x="123484" y="4166277"/>
            <a:ext cx="6201491" cy="833740"/>
          </a:xfrm>
          <a:prstGeom prst="rect">
            <a:avLst/>
          </a:prstGeom>
          <a:solidFill>
            <a:schemeClr val="accent1">
              <a:alpha val="3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FAB88B36-CB51-957C-83B0-54C02F9CBD0E}"/>
              </a:ext>
            </a:extLst>
          </p:cNvPr>
          <p:cNvSpPr/>
          <p:nvPr/>
        </p:nvSpPr>
        <p:spPr>
          <a:xfrm>
            <a:off x="6392011" y="3499962"/>
            <a:ext cx="5799989" cy="1002409"/>
          </a:xfrm>
          <a:prstGeom prst="rect">
            <a:avLst/>
          </a:prstGeom>
          <a:solidFill>
            <a:schemeClr val="accent1">
              <a:alpha val="3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12194EE0-BD5A-B449-7CD6-A4159AF8EDE5}"/>
              </a:ext>
            </a:extLst>
          </p:cNvPr>
          <p:cNvSpPr/>
          <p:nvPr/>
        </p:nvSpPr>
        <p:spPr>
          <a:xfrm>
            <a:off x="7770097" y="861966"/>
            <a:ext cx="2784414" cy="595035"/>
          </a:xfrm>
          <a:prstGeom prst="rect">
            <a:avLst/>
          </a:prstGeom>
          <a:solidFill>
            <a:schemeClr val="accent1">
              <a:alpha val="3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S5</a:t>
            </a:r>
          </a:p>
        </p:txBody>
      </p:sp>
      <p:sp>
        <p:nvSpPr>
          <p:cNvPr id="13" name="Rectangle 12">
            <a:extLst>
              <a:ext uri="{FF2B5EF4-FFF2-40B4-BE49-F238E27FC236}">
                <a16:creationId xmlns:a16="http://schemas.microsoft.com/office/drawing/2014/main" id="{32F0F800-1B42-0A57-3554-22292A4349CE}"/>
              </a:ext>
            </a:extLst>
          </p:cNvPr>
          <p:cNvSpPr/>
          <p:nvPr/>
        </p:nvSpPr>
        <p:spPr>
          <a:xfrm>
            <a:off x="2752078" y="2260587"/>
            <a:ext cx="4434652" cy="381951"/>
          </a:xfrm>
          <a:prstGeom prst="rect">
            <a:avLst/>
          </a:prstGeom>
          <a:solidFill>
            <a:schemeClr val="accent4">
              <a:lumMod val="40000"/>
              <a:lumOff val="60000"/>
              <a:alpha val="3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6617241-92B0-8E19-18CC-BD05B203D9F2}"/>
              </a:ext>
            </a:extLst>
          </p:cNvPr>
          <p:cNvSpPr/>
          <p:nvPr/>
        </p:nvSpPr>
        <p:spPr>
          <a:xfrm>
            <a:off x="111760" y="5690017"/>
            <a:ext cx="6201490" cy="842504"/>
          </a:xfrm>
          <a:prstGeom prst="rect">
            <a:avLst/>
          </a:prstGeom>
          <a:solidFill>
            <a:schemeClr val="accent4">
              <a:lumMod val="40000"/>
              <a:lumOff val="60000"/>
              <a:alpha val="3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Rectangle 14">
            <a:extLst>
              <a:ext uri="{FF2B5EF4-FFF2-40B4-BE49-F238E27FC236}">
                <a16:creationId xmlns:a16="http://schemas.microsoft.com/office/drawing/2014/main" id="{652C635B-3D97-BB5B-BFB3-695ED0D1DDD7}"/>
              </a:ext>
            </a:extLst>
          </p:cNvPr>
          <p:cNvSpPr/>
          <p:nvPr/>
        </p:nvSpPr>
        <p:spPr>
          <a:xfrm>
            <a:off x="6392010" y="5574782"/>
            <a:ext cx="5799989" cy="869980"/>
          </a:xfrm>
          <a:prstGeom prst="rect">
            <a:avLst/>
          </a:prstGeom>
          <a:solidFill>
            <a:schemeClr val="accent4">
              <a:lumMod val="40000"/>
              <a:lumOff val="60000"/>
              <a:alpha val="3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Rectangle 15">
            <a:extLst>
              <a:ext uri="{FF2B5EF4-FFF2-40B4-BE49-F238E27FC236}">
                <a16:creationId xmlns:a16="http://schemas.microsoft.com/office/drawing/2014/main" id="{61014A72-9914-F34E-E60F-B6B10A988F6B}"/>
              </a:ext>
            </a:extLst>
          </p:cNvPr>
          <p:cNvSpPr/>
          <p:nvPr/>
        </p:nvSpPr>
        <p:spPr>
          <a:xfrm>
            <a:off x="7770097" y="1568126"/>
            <a:ext cx="2784414" cy="595035"/>
          </a:xfrm>
          <a:prstGeom prst="rect">
            <a:avLst/>
          </a:prstGeom>
          <a:solidFill>
            <a:schemeClr val="accent4">
              <a:lumMod val="40000"/>
              <a:lumOff val="60000"/>
              <a:alpha val="3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a:ln>
                  <a:noFill/>
                </a:ln>
                <a:solidFill>
                  <a:schemeClr val="tx1"/>
                </a:solidFill>
                <a:effectLst/>
                <a:uFillTx/>
                <a:latin typeface="Helvetica Neue Medium"/>
                <a:ea typeface="Helvetica Neue Medium"/>
                <a:cs typeface="Helvetica Neue Medium"/>
                <a:sym typeface="Helvetica Neue Medium"/>
              </a:rPr>
              <a:t>S0 PSYS EN</a:t>
            </a:r>
          </a:p>
        </p:txBody>
      </p:sp>
    </p:spTree>
    <p:extLst>
      <p:ext uri="{BB962C8B-B14F-4D97-AF65-F5344CB8AC3E}">
        <p14:creationId xmlns:p14="http://schemas.microsoft.com/office/powerpoint/2010/main" val="27535999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5E58F-5EE0-2B67-B9DF-9FD200836329}"/>
              </a:ext>
            </a:extLst>
          </p:cNvPr>
          <p:cNvSpPr>
            <a:spLocks noGrp="1"/>
          </p:cNvSpPr>
          <p:nvPr>
            <p:ph type="title"/>
          </p:nvPr>
        </p:nvSpPr>
        <p:spPr>
          <a:xfrm>
            <a:off x="381000" y="221694"/>
            <a:ext cx="10972800" cy="533956"/>
          </a:xfrm>
        </p:spPr>
        <p:txBody>
          <a:bodyPr/>
          <a:lstStyle/>
          <a:p>
            <a:r>
              <a:rPr lang="en-US"/>
              <a:t>Dell PTL Jarvis System Meter Adoption Challenges</a:t>
            </a:r>
          </a:p>
        </p:txBody>
      </p:sp>
      <p:graphicFrame>
        <p:nvGraphicFramePr>
          <p:cNvPr id="4" name="Content Placeholder 3">
            <a:extLst>
              <a:ext uri="{FF2B5EF4-FFF2-40B4-BE49-F238E27FC236}">
                <a16:creationId xmlns:a16="http://schemas.microsoft.com/office/drawing/2014/main" id="{BA3FFB2E-FE61-B4C5-D5F3-B25B42EA2A43}"/>
              </a:ext>
            </a:extLst>
          </p:cNvPr>
          <p:cNvGraphicFramePr>
            <a:graphicFrameLocks noGrp="1"/>
          </p:cNvGraphicFramePr>
          <p:nvPr>
            <p:ph idx="1"/>
            <p:extLst>
              <p:ext uri="{D42A27DB-BD31-4B8C-83A1-F6EECF244321}">
                <p14:modId xmlns:p14="http://schemas.microsoft.com/office/powerpoint/2010/main" val="3822852568"/>
              </p:ext>
            </p:extLst>
          </p:nvPr>
        </p:nvGraphicFramePr>
        <p:xfrm>
          <a:off x="380999" y="1009468"/>
          <a:ext cx="10972801" cy="2124096"/>
        </p:xfrm>
        <a:graphic>
          <a:graphicData uri="http://schemas.openxmlformats.org/drawingml/2006/table">
            <a:tbl>
              <a:tblPr firstRow="1" bandRow="1">
                <a:tableStyleId>{5C22544A-7EE6-4342-B048-85BDC9FD1C3A}</a:tableStyleId>
              </a:tblPr>
              <a:tblGrid>
                <a:gridCol w="1476676">
                  <a:extLst>
                    <a:ext uri="{9D8B030D-6E8A-4147-A177-3AD203B41FA5}">
                      <a16:colId xmlns:a16="http://schemas.microsoft.com/office/drawing/2014/main" val="4080545215"/>
                    </a:ext>
                  </a:extLst>
                </a:gridCol>
                <a:gridCol w="3946358">
                  <a:extLst>
                    <a:ext uri="{9D8B030D-6E8A-4147-A177-3AD203B41FA5}">
                      <a16:colId xmlns:a16="http://schemas.microsoft.com/office/drawing/2014/main" val="160705784"/>
                    </a:ext>
                  </a:extLst>
                </a:gridCol>
                <a:gridCol w="5549767">
                  <a:extLst>
                    <a:ext uri="{9D8B030D-6E8A-4147-A177-3AD203B41FA5}">
                      <a16:colId xmlns:a16="http://schemas.microsoft.com/office/drawing/2014/main" val="56226473"/>
                    </a:ext>
                  </a:extLst>
                </a:gridCol>
              </a:tblGrid>
              <a:tr h="429526">
                <a:tc>
                  <a:txBody>
                    <a:bodyPr/>
                    <a:lstStyle/>
                    <a:p>
                      <a:pPr algn="ctr"/>
                      <a:r>
                        <a:rPr lang="en-US" sz="1200"/>
                        <a:t>Assessment</a:t>
                      </a:r>
                    </a:p>
                  </a:txBody>
                  <a:tcPr anchor="ctr"/>
                </a:tc>
                <a:tc>
                  <a:txBody>
                    <a:bodyPr/>
                    <a:lstStyle/>
                    <a:p>
                      <a:pPr algn="ctr"/>
                      <a:r>
                        <a:rPr lang="en-US" sz="1200"/>
                        <a:t>Result</a:t>
                      </a:r>
                    </a:p>
                  </a:txBody>
                  <a:tcPr anchor="ctr"/>
                </a:tc>
                <a:tc>
                  <a:txBody>
                    <a:bodyPr/>
                    <a:lstStyle/>
                    <a:p>
                      <a:pPr algn="ctr"/>
                      <a:r>
                        <a:rPr lang="en-US" sz="1200"/>
                        <a:t>Possible Impact of Change</a:t>
                      </a:r>
                    </a:p>
                  </a:txBody>
                  <a:tcPr anchor="ctr"/>
                </a:tc>
                <a:extLst>
                  <a:ext uri="{0D108BD9-81ED-4DB2-BD59-A6C34878D82A}">
                    <a16:rowId xmlns:a16="http://schemas.microsoft.com/office/drawing/2014/main" val="1389425924"/>
                  </a:ext>
                </a:extLst>
              </a:tr>
              <a:tr h="529553">
                <a:tc>
                  <a:txBody>
                    <a:bodyPr/>
                    <a:lstStyle/>
                    <a:p>
                      <a:pPr algn="l"/>
                      <a:r>
                        <a:rPr lang="en-US" sz="1200"/>
                        <a:t>Space for PM components</a:t>
                      </a:r>
                    </a:p>
                  </a:txBody>
                  <a:tcPr anchor="ctr"/>
                </a:tc>
                <a:tc>
                  <a:txBody>
                    <a:bodyPr/>
                    <a:lstStyle/>
                    <a:p>
                      <a:pPr algn="l"/>
                      <a:r>
                        <a:rPr lang="en-US" sz="1200" b="1">
                          <a:solidFill>
                            <a:srgbClr val="FF0000"/>
                          </a:solidFill>
                        </a:rPr>
                        <a:t>Only 2 rails(SSD/</a:t>
                      </a:r>
                      <a:r>
                        <a:rPr lang="en-US" sz="1200" b="1" err="1">
                          <a:solidFill>
                            <a:srgbClr val="FF0000"/>
                          </a:solidFill>
                        </a:rPr>
                        <a:t>Wifi</a:t>
                      </a:r>
                      <a:r>
                        <a:rPr lang="en-US" sz="1200" b="1">
                          <a:solidFill>
                            <a:srgbClr val="FF0000"/>
                          </a:solidFill>
                        </a:rPr>
                        <a:t>) </a:t>
                      </a:r>
                      <a:r>
                        <a:rPr lang="en-US" sz="1200"/>
                        <a:t>can be monitored due to PCBA space constraint.</a:t>
                      </a:r>
                    </a:p>
                  </a:txBody>
                  <a:tcPr anchor="ctr"/>
                </a:tc>
                <a:tc>
                  <a:txBody>
                    <a:bodyPr/>
                    <a:lstStyle/>
                    <a:p>
                      <a:pPr algn="l"/>
                      <a:r>
                        <a:rPr lang="en-US" sz="1200"/>
                        <a:t>N/A</a:t>
                      </a:r>
                    </a:p>
                  </a:txBody>
                  <a:tcPr anchor="ctr"/>
                </a:tc>
                <a:extLst>
                  <a:ext uri="{0D108BD9-81ED-4DB2-BD59-A6C34878D82A}">
                    <a16:rowId xmlns:a16="http://schemas.microsoft.com/office/drawing/2014/main" val="4191968479"/>
                  </a:ext>
                </a:extLst>
              </a:tr>
              <a:tr h="1165017">
                <a:tc>
                  <a:txBody>
                    <a:bodyPr/>
                    <a:lstStyle/>
                    <a:p>
                      <a:pPr algn="l"/>
                      <a:r>
                        <a:rPr lang="en-US" sz="1200"/>
                        <a:t>Enlarge PCBA to accommodate components</a:t>
                      </a:r>
                    </a:p>
                  </a:txBody>
                  <a:tcPr anchor="ctr"/>
                </a:tc>
                <a:tc>
                  <a:txBody>
                    <a:bodyPr/>
                    <a:lstStyle/>
                    <a:p>
                      <a:pPr algn="l"/>
                      <a:r>
                        <a:rPr lang="en-US" sz="1200" b="1">
                          <a:solidFill>
                            <a:srgbClr val="FF0000"/>
                          </a:solidFill>
                        </a:rPr>
                        <a:t>No</a:t>
                      </a:r>
                      <a:r>
                        <a:rPr lang="en-US" sz="1200">
                          <a:solidFill>
                            <a:srgbClr val="FF0000"/>
                          </a:solidFill>
                        </a:rPr>
                        <a:t>. </a:t>
                      </a:r>
                      <a:r>
                        <a:rPr lang="en-US" sz="1200"/>
                        <a:t>PCBA is already max size in 14” chassis, 16” chassis use same common PCBA as 14”</a:t>
                      </a:r>
                    </a:p>
                  </a:txBody>
                  <a:tcPr anchor="ctr"/>
                </a:tc>
                <a:tc>
                  <a:txBody>
                    <a:bodyPr/>
                    <a:lstStyle/>
                    <a:p>
                      <a:pPr marL="171450" marR="0" lvl="0" indent="-171450" algn="l" defTabSz="609585"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Chassis change or battery life sacrifices(4mm Y axis PCBA increase)</a:t>
                      </a:r>
                    </a:p>
                    <a:p>
                      <a:pPr marL="171450" marR="0" lvl="0" indent="-171450" algn="l" defTabSz="609585"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Layout redesign(increase and move PCBA towards south side)</a:t>
                      </a:r>
                    </a:p>
                    <a:p>
                      <a:pPr marL="171450" indent="-171450" algn="l">
                        <a:buFont typeface="Arial" panose="020B0604020202020204" pitchFamily="34" charset="0"/>
                        <a:buChar char="•"/>
                      </a:pPr>
                      <a:r>
                        <a:rPr lang="en-US" sz="1200"/>
                        <a:t>PCBA cost</a:t>
                      </a:r>
                    </a:p>
                  </a:txBody>
                  <a:tcPr anchor="ctr"/>
                </a:tc>
                <a:extLst>
                  <a:ext uri="{0D108BD9-81ED-4DB2-BD59-A6C34878D82A}">
                    <a16:rowId xmlns:a16="http://schemas.microsoft.com/office/drawing/2014/main" val="1364406648"/>
                  </a:ext>
                </a:extLst>
              </a:tr>
            </a:tbl>
          </a:graphicData>
        </a:graphic>
      </p:graphicFrame>
      <p:sp>
        <p:nvSpPr>
          <p:cNvPr id="6" name="Rectangle 1">
            <a:extLst>
              <a:ext uri="{FF2B5EF4-FFF2-40B4-BE49-F238E27FC236}">
                <a16:creationId xmlns:a16="http://schemas.microsoft.com/office/drawing/2014/main" id="{6244D89D-DA6C-2B64-FFAB-921FC080DD18}"/>
              </a:ext>
            </a:extLst>
          </p:cNvPr>
          <p:cNvSpPr>
            <a:spLocks noChangeArrowheads="1"/>
          </p:cNvSpPr>
          <p:nvPr/>
        </p:nvSpPr>
        <p:spPr bwMode="auto">
          <a:xfrm>
            <a:off x="381000" y="25968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Aptos" panose="020B0004020202020204" pitchFamily="34" charset="0"/>
                <a:ea typeface="inherit"/>
              </a:rPr>
              <a:t> </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Aptos" panose="020B0004020202020204" pitchFamily="34" charset="0"/>
                <a:ea typeface="inheri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1982A74D-A61C-B2CA-9C41-1202BDED743F}"/>
              </a:ext>
            </a:extLst>
          </p:cNvPr>
          <p:cNvPicPr>
            <a:picLocks noChangeAspect="1"/>
          </p:cNvPicPr>
          <p:nvPr/>
        </p:nvPicPr>
        <p:blipFill>
          <a:blip r:embed="rId2"/>
          <a:stretch>
            <a:fillRect/>
          </a:stretch>
        </p:blipFill>
        <p:spPr>
          <a:xfrm>
            <a:off x="6096000" y="3429000"/>
            <a:ext cx="5181533" cy="2915464"/>
          </a:xfrm>
          <a:prstGeom prst="rect">
            <a:avLst/>
          </a:prstGeom>
        </p:spPr>
      </p:pic>
      <p:pic>
        <p:nvPicPr>
          <p:cNvPr id="12" name="Picture 11">
            <a:extLst>
              <a:ext uri="{FF2B5EF4-FFF2-40B4-BE49-F238E27FC236}">
                <a16:creationId xmlns:a16="http://schemas.microsoft.com/office/drawing/2014/main" id="{5F69FBE5-0AE3-3E06-EBFD-E8D255A071C7}"/>
              </a:ext>
            </a:extLst>
          </p:cNvPr>
          <p:cNvPicPr>
            <a:picLocks noChangeAspect="1"/>
          </p:cNvPicPr>
          <p:nvPr/>
        </p:nvPicPr>
        <p:blipFill>
          <a:blip r:embed="rId3"/>
          <a:stretch>
            <a:fillRect/>
          </a:stretch>
        </p:blipFill>
        <p:spPr>
          <a:xfrm>
            <a:off x="481595" y="3806350"/>
            <a:ext cx="5299718" cy="2271308"/>
          </a:xfrm>
          <a:prstGeom prst="rect">
            <a:avLst/>
          </a:prstGeom>
        </p:spPr>
      </p:pic>
    </p:spTree>
    <p:extLst>
      <p:ext uri="{BB962C8B-B14F-4D97-AF65-F5344CB8AC3E}">
        <p14:creationId xmlns:p14="http://schemas.microsoft.com/office/powerpoint/2010/main" val="33776447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C95F2-C3AC-371A-7C94-EDA1D60008E4}"/>
              </a:ext>
            </a:extLst>
          </p:cNvPr>
          <p:cNvSpPr>
            <a:spLocks noGrp="1"/>
          </p:cNvSpPr>
          <p:nvPr>
            <p:ph type="title"/>
          </p:nvPr>
        </p:nvSpPr>
        <p:spPr/>
        <p:txBody>
          <a:bodyPr/>
          <a:lstStyle/>
          <a:p>
            <a:r>
              <a:rPr lang="en-US"/>
              <a:t>Dell PTL </a:t>
            </a:r>
            <a:r>
              <a:rPr lang="en-US" err="1"/>
              <a:t>Taorko</a:t>
            </a:r>
            <a:r>
              <a:rPr lang="en-US"/>
              <a:t> System Meter Implementation</a:t>
            </a:r>
          </a:p>
        </p:txBody>
      </p:sp>
      <p:graphicFrame>
        <p:nvGraphicFramePr>
          <p:cNvPr id="4" name="Table 3">
            <a:extLst>
              <a:ext uri="{FF2B5EF4-FFF2-40B4-BE49-F238E27FC236}">
                <a16:creationId xmlns:a16="http://schemas.microsoft.com/office/drawing/2014/main" id="{9FE69080-5093-717C-E1EB-D0AAEF0315C2}"/>
              </a:ext>
            </a:extLst>
          </p:cNvPr>
          <p:cNvGraphicFramePr>
            <a:graphicFrameLocks noGrp="1"/>
          </p:cNvGraphicFramePr>
          <p:nvPr>
            <p:extLst>
              <p:ext uri="{D42A27DB-BD31-4B8C-83A1-F6EECF244321}">
                <p14:modId xmlns:p14="http://schemas.microsoft.com/office/powerpoint/2010/main" val="4077616147"/>
              </p:ext>
            </p:extLst>
          </p:nvPr>
        </p:nvGraphicFramePr>
        <p:xfrm>
          <a:off x="746570" y="1676400"/>
          <a:ext cx="6276020" cy="3779520"/>
        </p:xfrm>
        <a:graphic>
          <a:graphicData uri="http://schemas.openxmlformats.org/drawingml/2006/table">
            <a:tbl>
              <a:tblPr firstRow="1" firstCol="1" bandRow="1">
                <a:tableStyleId>{5C22544A-7EE6-4342-B048-85BDC9FD1C3A}</a:tableStyleId>
              </a:tblPr>
              <a:tblGrid>
                <a:gridCol w="1502368">
                  <a:extLst>
                    <a:ext uri="{9D8B030D-6E8A-4147-A177-3AD203B41FA5}">
                      <a16:colId xmlns:a16="http://schemas.microsoft.com/office/drawing/2014/main" val="2442066129"/>
                    </a:ext>
                  </a:extLst>
                </a:gridCol>
                <a:gridCol w="1502368">
                  <a:extLst>
                    <a:ext uri="{9D8B030D-6E8A-4147-A177-3AD203B41FA5}">
                      <a16:colId xmlns:a16="http://schemas.microsoft.com/office/drawing/2014/main" val="3058075446"/>
                    </a:ext>
                  </a:extLst>
                </a:gridCol>
                <a:gridCol w="1502368">
                  <a:extLst>
                    <a:ext uri="{9D8B030D-6E8A-4147-A177-3AD203B41FA5}">
                      <a16:colId xmlns:a16="http://schemas.microsoft.com/office/drawing/2014/main" val="4058432382"/>
                    </a:ext>
                  </a:extLst>
                </a:gridCol>
                <a:gridCol w="884458">
                  <a:extLst>
                    <a:ext uri="{9D8B030D-6E8A-4147-A177-3AD203B41FA5}">
                      <a16:colId xmlns:a16="http://schemas.microsoft.com/office/drawing/2014/main" val="2202552206"/>
                    </a:ext>
                  </a:extLst>
                </a:gridCol>
                <a:gridCol w="884458">
                  <a:extLst>
                    <a:ext uri="{9D8B030D-6E8A-4147-A177-3AD203B41FA5}">
                      <a16:colId xmlns:a16="http://schemas.microsoft.com/office/drawing/2014/main" val="341411968"/>
                    </a:ext>
                  </a:extLst>
                </a:gridCol>
              </a:tblGrid>
              <a:tr h="213360">
                <a:tc>
                  <a:txBody>
                    <a:bodyPr/>
                    <a:lstStyle/>
                    <a:p>
                      <a:pPr marL="0" marR="0" algn="ctr">
                        <a:spcBef>
                          <a:spcPts val="0"/>
                        </a:spcBef>
                        <a:spcAft>
                          <a:spcPts val="0"/>
                        </a:spcAft>
                      </a:pPr>
                      <a:r>
                        <a:rPr lang="en-US" sz="1200">
                          <a:effectLst/>
                        </a:rPr>
                        <a:t>Component</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Function</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spcBef>
                          <a:spcPts val="0"/>
                        </a:spcBef>
                        <a:spcAft>
                          <a:spcPts val="0"/>
                        </a:spcAft>
                      </a:pPr>
                      <a:r>
                        <a:rPr lang="en-US" sz="1200">
                          <a:effectLst/>
                        </a:rPr>
                        <a:t>Power rail</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Intel priority</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err="1">
                          <a:effectLst/>
                          <a:latin typeface="Aptos" panose="020B0004020202020204" pitchFamily="34" charset="0"/>
                          <a:ea typeface="PMingLiU" panose="02020500000000000000" pitchFamily="18" charset="-120"/>
                          <a:cs typeface="Aptos" panose="020B0004020202020204" pitchFamily="34" charset="0"/>
                        </a:rPr>
                        <a:t>Taroko</a:t>
                      </a:r>
                      <a:r>
                        <a:rPr lang="en-US" sz="1200">
                          <a:effectLst/>
                          <a:latin typeface="Aptos" panose="020B0004020202020204" pitchFamily="34" charset="0"/>
                          <a:ea typeface="PMingLiU" panose="02020500000000000000" pitchFamily="18" charset="-120"/>
                          <a:cs typeface="Aptos" panose="020B0004020202020204" pitchFamily="34" charset="0"/>
                        </a:rPr>
                        <a:t> adoption</a:t>
                      </a:r>
                    </a:p>
                  </a:txBody>
                  <a:tcPr marL="17780" marR="17780" marT="0" marB="0" anchor="ctr"/>
                </a:tc>
                <a:extLst>
                  <a:ext uri="{0D108BD9-81ED-4DB2-BD59-A6C34878D82A}">
                    <a16:rowId xmlns:a16="http://schemas.microsoft.com/office/drawing/2014/main" val="836532852"/>
                  </a:ext>
                </a:extLst>
              </a:tr>
              <a:tr h="213360">
                <a:tc rowSpan="4">
                  <a:txBody>
                    <a:bodyPr/>
                    <a:lstStyle/>
                    <a:p>
                      <a:pPr marL="0" marR="0" algn="ctr">
                        <a:spcBef>
                          <a:spcPts val="0"/>
                        </a:spcBef>
                        <a:spcAft>
                          <a:spcPts val="0"/>
                        </a:spcAft>
                      </a:pPr>
                      <a:r>
                        <a:rPr lang="en-US" sz="1200">
                          <a:effectLst/>
                        </a:rPr>
                        <a:t>PAC1934</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rowSpan="4">
                  <a:txBody>
                    <a:bodyPr/>
                    <a:lstStyle/>
                    <a:p>
                      <a:pPr marL="0" marR="0" algn="ctr">
                        <a:spcBef>
                          <a:spcPts val="0"/>
                        </a:spcBef>
                        <a:spcAft>
                          <a:spcPts val="0"/>
                        </a:spcAft>
                      </a:pPr>
                      <a:r>
                        <a:rPr lang="en-US" sz="1200">
                          <a:effectLst/>
                        </a:rPr>
                        <a:t>SOC</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spcBef>
                          <a:spcPts val="0"/>
                        </a:spcBef>
                        <a:spcAft>
                          <a:spcPts val="0"/>
                        </a:spcAft>
                      </a:pPr>
                      <a:r>
                        <a:rPr lang="en-US" sz="1200">
                          <a:effectLst/>
                        </a:rPr>
                        <a:t>+VCC_GT</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latin typeface="Aptos" panose="020B0004020202020204" pitchFamily="34" charset="0"/>
                          <a:ea typeface="PMingLiU" panose="02020500000000000000" pitchFamily="18" charset="-120"/>
                          <a:cs typeface="Aptos" panose="020B0004020202020204" pitchFamily="34" charset="0"/>
                        </a:rPr>
                        <a:t>Y</a:t>
                      </a:r>
                    </a:p>
                  </a:txBody>
                  <a:tcPr marL="17780" marR="17780" marT="0" marB="0" anchor="ctr"/>
                </a:tc>
                <a:extLst>
                  <a:ext uri="{0D108BD9-81ED-4DB2-BD59-A6C34878D82A}">
                    <a16:rowId xmlns:a16="http://schemas.microsoft.com/office/drawing/2014/main" val="1536926094"/>
                  </a:ext>
                </a:extLst>
              </a:tr>
              <a:tr h="213360">
                <a:tc vMerge="1">
                  <a:txBody>
                    <a:bodyPr/>
                    <a:lstStyle/>
                    <a:p>
                      <a:endParaRPr lang="en-US"/>
                    </a:p>
                  </a:txBody>
                  <a:tcPr/>
                </a:tc>
                <a:tc vMerge="1">
                  <a:txBody>
                    <a:bodyPr/>
                    <a:lstStyle/>
                    <a:p>
                      <a:endParaRPr lang="en-US"/>
                    </a:p>
                  </a:txBody>
                  <a:tcPr/>
                </a:tc>
                <a:tc>
                  <a:txBody>
                    <a:bodyPr/>
                    <a:lstStyle/>
                    <a:p>
                      <a:pPr marL="0" marR="0">
                        <a:spcBef>
                          <a:spcPts val="0"/>
                        </a:spcBef>
                        <a:spcAft>
                          <a:spcPts val="0"/>
                        </a:spcAft>
                      </a:pPr>
                      <a:r>
                        <a:rPr lang="en-US" sz="1200">
                          <a:effectLst/>
                        </a:rPr>
                        <a:t>+VCC_SA</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latin typeface="Aptos" panose="020B0004020202020204" pitchFamily="34" charset="0"/>
                          <a:ea typeface="PMingLiU" panose="02020500000000000000" pitchFamily="18" charset="-120"/>
                          <a:cs typeface="Aptos" panose="020B0004020202020204" pitchFamily="34" charset="0"/>
                        </a:rPr>
                        <a:t>Y</a:t>
                      </a:r>
                    </a:p>
                  </a:txBody>
                  <a:tcPr marL="17780" marR="17780" marT="0" marB="0" anchor="ctr"/>
                </a:tc>
                <a:extLst>
                  <a:ext uri="{0D108BD9-81ED-4DB2-BD59-A6C34878D82A}">
                    <a16:rowId xmlns:a16="http://schemas.microsoft.com/office/drawing/2014/main" val="2928577185"/>
                  </a:ext>
                </a:extLst>
              </a:tr>
              <a:tr h="213360">
                <a:tc vMerge="1">
                  <a:txBody>
                    <a:bodyPr/>
                    <a:lstStyle/>
                    <a:p>
                      <a:endParaRPr lang="en-US"/>
                    </a:p>
                  </a:txBody>
                  <a:tcPr/>
                </a:tc>
                <a:tc vMerge="1">
                  <a:txBody>
                    <a:bodyPr/>
                    <a:lstStyle/>
                    <a:p>
                      <a:endParaRPr lang="en-US"/>
                    </a:p>
                  </a:txBody>
                  <a:tcPr/>
                </a:tc>
                <a:tc>
                  <a:txBody>
                    <a:bodyPr/>
                    <a:lstStyle/>
                    <a:p>
                      <a:pPr marL="0" marR="0">
                        <a:spcBef>
                          <a:spcPts val="0"/>
                        </a:spcBef>
                        <a:spcAft>
                          <a:spcPts val="0"/>
                        </a:spcAft>
                      </a:pPr>
                      <a:r>
                        <a:rPr lang="en-US" sz="1200">
                          <a:effectLst/>
                        </a:rPr>
                        <a:t>+VCCPRIM_VNNAON</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latin typeface="Aptos" panose="020B0004020202020204" pitchFamily="34" charset="0"/>
                          <a:ea typeface="PMingLiU" panose="02020500000000000000" pitchFamily="18" charset="-120"/>
                          <a:cs typeface="Aptos" panose="020B0004020202020204" pitchFamily="34" charset="0"/>
                        </a:rPr>
                        <a:t>Y</a:t>
                      </a:r>
                    </a:p>
                  </a:txBody>
                  <a:tcPr marL="17780" marR="17780" marT="0" marB="0" anchor="ctr"/>
                </a:tc>
                <a:extLst>
                  <a:ext uri="{0D108BD9-81ED-4DB2-BD59-A6C34878D82A}">
                    <a16:rowId xmlns:a16="http://schemas.microsoft.com/office/drawing/2014/main" val="1987118697"/>
                  </a:ext>
                </a:extLst>
              </a:tr>
              <a:tr h="213360">
                <a:tc vMerge="1">
                  <a:txBody>
                    <a:bodyPr/>
                    <a:lstStyle/>
                    <a:p>
                      <a:endParaRPr lang="en-US"/>
                    </a:p>
                  </a:txBody>
                  <a:tcPr/>
                </a:tc>
                <a:tc vMerge="1">
                  <a:txBody>
                    <a:bodyPr/>
                    <a:lstStyle/>
                    <a:p>
                      <a:endParaRPr lang="en-US"/>
                    </a:p>
                  </a:txBody>
                  <a:tcPr/>
                </a:tc>
                <a:tc>
                  <a:txBody>
                    <a:bodyPr/>
                    <a:lstStyle/>
                    <a:p>
                      <a:pPr marL="0" marR="0">
                        <a:spcBef>
                          <a:spcPts val="0"/>
                        </a:spcBef>
                        <a:spcAft>
                          <a:spcPts val="0"/>
                        </a:spcAft>
                      </a:pPr>
                      <a:r>
                        <a:rPr lang="en-US" sz="1200">
                          <a:effectLst/>
                        </a:rPr>
                        <a:t>+VCC_LP_ECORE</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latin typeface="Aptos" panose="020B0004020202020204" pitchFamily="34" charset="0"/>
                          <a:ea typeface="PMingLiU" panose="02020500000000000000" pitchFamily="18" charset="-120"/>
                          <a:cs typeface="Aptos" panose="020B0004020202020204" pitchFamily="34" charset="0"/>
                        </a:rPr>
                        <a:t>Y</a:t>
                      </a:r>
                    </a:p>
                  </a:txBody>
                  <a:tcPr marL="17780" marR="17780" marT="0" marB="0" anchor="ctr"/>
                </a:tc>
                <a:extLst>
                  <a:ext uri="{0D108BD9-81ED-4DB2-BD59-A6C34878D82A}">
                    <a16:rowId xmlns:a16="http://schemas.microsoft.com/office/drawing/2014/main" val="1934461176"/>
                  </a:ext>
                </a:extLst>
              </a:tr>
              <a:tr h="213360">
                <a:tc rowSpan="4">
                  <a:txBody>
                    <a:bodyPr/>
                    <a:lstStyle/>
                    <a:p>
                      <a:pPr marL="0" marR="0" algn="ctr">
                        <a:spcBef>
                          <a:spcPts val="0"/>
                        </a:spcBef>
                        <a:spcAft>
                          <a:spcPts val="0"/>
                        </a:spcAft>
                      </a:pPr>
                      <a:r>
                        <a:rPr lang="en-US" sz="1200">
                          <a:effectLst/>
                        </a:rPr>
                        <a:t>PAC1934</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rowSpan="2">
                  <a:txBody>
                    <a:bodyPr/>
                    <a:lstStyle/>
                    <a:p>
                      <a:pPr marL="0" marR="0" algn="ctr">
                        <a:spcBef>
                          <a:spcPts val="0"/>
                        </a:spcBef>
                        <a:spcAft>
                          <a:spcPts val="0"/>
                        </a:spcAft>
                      </a:pPr>
                      <a:r>
                        <a:rPr lang="en-US" sz="1200">
                          <a:effectLst/>
                        </a:rPr>
                        <a:t>SOC</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spcBef>
                          <a:spcPts val="0"/>
                        </a:spcBef>
                        <a:spcAft>
                          <a:spcPts val="0"/>
                        </a:spcAft>
                      </a:pPr>
                      <a:r>
                        <a:rPr lang="en-US" sz="1200">
                          <a:effectLst/>
                        </a:rPr>
                        <a:t>+VCC_CORE</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latin typeface="Aptos" panose="020B0004020202020204" pitchFamily="34" charset="0"/>
                          <a:ea typeface="PMingLiU" panose="02020500000000000000" pitchFamily="18" charset="-120"/>
                          <a:cs typeface="Aptos" panose="020B0004020202020204" pitchFamily="34" charset="0"/>
                        </a:rPr>
                        <a:t>Y</a:t>
                      </a:r>
                    </a:p>
                  </a:txBody>
                  <a:tcPr marL="17780" marR="17780" marT="0" marB="0" anchor="ctr"/>
                </a:tc>
                <a:extLst>
                  <a:ext uri="{0D108BD9-81ED-4DB2-BD59-A6C34878D82A}">
                    <a16:rowId xmlns:a16="http://schemas.microsoft.com/office/drawing/2014/main" val="2960107231"/>
                  </a:ext>
                </a:extLst>
              </a:tr>
              <a:tr h="213360">
                <a:tc vMerge="1">
                  <a:txBody>
                    <a:bodyPr/>
                    <a:lstStyle/>
                    <a:p>
                      <a:endParaRPr lang="en-US"/>
                    </a:p>
                  </a:txBody>
                  <a:tcPr/>
                </a:tc>
                <a:tc vMerge="1">
                  <a:txBody>
                    <a:bodyPr/>
                    <a:lstStyle/>
                    <a:p>
                      <a:endParaRPr lang="en-US"/>
                    </a:p>
                  </a:txBody>
                  <a:tcPr/>
                </a:tc>
                <a:tc>
                  <a:txBody>
                    <a:bodyPr/>
                    <a:lstStyle/>
                    <a:p>
                      <a:pPr marL="0" marR="0">
                        <a:spcBef>
                          <a:spcPts val="0"/>
                        </a:spcBef>
                        <a:spcAft>
                          <a:spcPts val="0"/>
                        </a:spcAft>
                      </a:pPr>
                      <a:r>
                        <a:rPr lang="en-US" sz="1200">
                          <a:effectLst/>
                        </a:rPr>
                        <a:t>+VCCPRIM_IO</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2</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latin typeface="Aptos" panose="020B0004020202020204" pitchFamily="34" charset="0"/>
                          <a:ea typeface="PMingLiU" panose="02020500000000000000" pitchFamily="18" charset="-120"/>
                          <a:cs typeface="Aptos" panose="020B0004020202020204" pitchFamily="34" charset="0"/>
                        </a:rPr>
                        <a:t>Y</a:t>
                      </a:r>
                    </a:p>
                  </a:txBody>
                  <a:tcPr marL="17780" marR="17780" marT="0" marB="0" anchor="ctr"/>
                </a:tc>
                <a:extLst>
                  <a:ext uri="{0D108BD9-81ED-4DB2-BD59-A6C34878D82A}">
                    <a16:rowId xmlns:a16="http://schemas.microsoft.com/office/drawing/2014/main" val="1677213345"/>
                  </a:ext>
                </a:extLst>
              </a:tr>
              <a:tr h="213360">
                <a:tc vMerge="1">
                  <a:txBody>
                    <a:bodyPr/>
                    <a:lstStyle/>
                    <a:p>
                      <a:endParaRPr lang="en-US"/>
                    </a:p>
                  </a:txBody>
                  <a:tcPr/>
                </a:tc>
                <a:tc rowSpan="2">
                  <a:txBody>
                    <a:bodyPr/>
                    <a:lstStyle/>
                    <a:p>
                      <a:pPr marL="0" marR="0" algn="ctr">
                        <a:spcBef>
                          <a:spcPts val="0"/>
                        </a:spcBef>
                        <a:spcAft>
                          <a:spcPts val="0"/>
                        </a:spcAft>
                      </a:pPr>
                      <a:r>
                        <a:rPr lang="en-US" sz="1200">
                          <a:effectLst/>
                        </a:rPr>
                        <a:t>Panel</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spcBef>
                          <a:spcPts val="0"/>
                        </a:spcBef>
                        <a:spcAft>
                          <a:spcPts val="0"/>
                        </a:spcAft>
                      </a:pPr>
                      <a:r>
                        <a:rPr lang="en-US" sz="1200">
                          <a:effectLst/>
                        </a:rPr>
                        <a:t>+BL_PWR_SRC</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latin typeface="Aptos" panose="020B0004020202020204" pitchFamily="34" charset="0"/>
                          <a:ea typeface="PMingLiU" panose="02020500000000000000" pitchFamily="18" charset="-120"/>
                          <a:cs typeface="Aptos" panose="020B0004020202020204" pitchFamily="34" charset="0"/>
                        </a:rPr>
                        <a:t>Y</a:t>
                      </a:r>
                    </a:p>
                  </a:txBody>
                  <a:tcPr marL="17780" marR="17780" marT="0" marB="0" anchor="ctr"/>
                </a:tc>
                <a:extLst>
                  <a:ext uri="{0D108BD9-81ED-4DB2-BD59-A6C34878D82A}">
                    <a16:rowId xmlns:a16="http://schemas.microsoft.com/office/drawing/2014/main" val="2353525969"/>
                  </a:ext>
                </a:extLst>
              </a:tr>
              <a:tr h="213360">
                <a:tc vMerge="1">
                  <a:txBody>
                    <a:bodyPr/>
                    <a:lstStyle/>
                    <a:p>
                      <a:endParaRPr lang="en-US"/>
                    </a:p>
                  </a:txBody>
                  <a:tcPr/>
                </a:tc>
                <a:tc vMerge="1">
                  <a:txBody>
                    <a:bodyPr/>
                    <a:lstStyle/>
                    <a:p>
                      <a:endParaRPr lang="en-US"/>
                    </a:p>
                  </a:txBody>
                  <a:tcPr/>
                </a:tc>
                <a:tc>
                  <a:txBody>
                    <a:bodyPr/>
                    <a:lstStyle/>
                    <a:p>
                      <a:pPr marL="0" marR="0">
                        <a:spcBef>
                          <a:spcPts val="0"/>
                        </a:spcBef>
                        <a:spcAft>
                          <a:spcPts val="0"/>
                        </a:spcAft>
                      </a:pPr>
                      <a:r>
                        <a:rPr lang="en-US" sz="1200">
                          <a:effectLst/>
                        </a:rPr>
                        <a:t>+3V_LCDVDD</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ptos" panose="020B0004020202020204" pitchFamily="34" charset="0"/>
                          <a:ea typeface="PMingLiU" panose="02020500000000000000" pitchFamily="18" charset="-120"/>
                          <a:cs typeface="Aptos" panose="020B0004020202020204" pitchFamily="34" charset="0"/>
                          <a:sym typeface="Intel Clear"/>
                        </a:rPr>
                        <a:t>Y</a:t>
                      </a:r>
                    </a:p>
                  </a:txBody>
                  <a:tcPr marL="17780" marR="17780" marT="0" marB="0" anchor="ctr"/>
                </a:tc>
                <a:extLst>
                  <a:ext uri="{0D108BD9-81ED-4DB2-BD59-A6C34878D82A}">
                    <a16:rowId xmlns:a16="http://schemas.microsoft.com/office/drawing/2014/main" val="1832219120"/>
                  </a:ext>
                </a:extLst>
              </a:tr>
              <a:tr h="213360">
                <a:tc rowSpan="4">
                  <a:txBody>
                    <a:bodyPr/>
                    <a:lstStyle/>
                    <a:p>
                      <a:pPr marL="0" marR="0" algn="ctr">
                        <a:spcBef>
                          <a:spcPts val="0"/>
                        </a:spcBef>
                        <a:spcAft>
                          <a:spcPts val="0"/>
                        </a:spcAft>
                      </a:pPr>
                      <a:r>
                        <a:rPr lang="en-US" sz="1200">
                          <a:effectLst/>
                        </a:rPr>
                        <a:t>PAC1934</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MIPI Camera</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spcBef>
                          <a:spcPts val="0"/>
                        </a:spcBef>
                        <a:spcAft>
                          <a:spcPts val="0"/>
                        </a:spcAft>
                      </a:pPr>
                      <a:r>
                        <a:rPr lang="en-US" sz="1200">
                          <a:effectLst/>
                        </a:rPr>
                        <a:t>+MID_3VS</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ptos" panose="020B0004020202020204" pitchFamily="34" charset="0"/>
                          <a:ea typeface="PMingLiU" panose="02020500000000000000" pitchFamily="18" charset="-120"/>
                          <a:cs typeface="Aptos" panose="020B0004020202020204" pitchFamily="34" charset="0"/>
                          <a:sym typeface="Intel Clear"/>
                        </a:rPr>
                        <a:t>Y</a:t>
                      </a:r>
                    </a:p>
                  </a:txBody>
                  <a:tcPr marL="17780" marR="17780" marT="0" marB="0" anchor="ctr"/>
                </a:tc>
                <a:extLst>
                  <a:ext uri="{0D108BD9-81ED-4DB2-BD59-A6C34878D82A}">
                    <a16:rowId xmlns:a16="http://schemas.microsoft.com/office/drawing/2014/main" val="788802598"/>
                  </a:ext>
                </a:extLst>
              </a:tr>
              <a:tr h="213360">
                <a:tc vMerge="1">
                  <a:txBody>
                    <a:bodyPr/>
                    <a:lstStyle/>
                    <a:p>
                      <a:endParaRPr lang="en-US"/>
                    </a:p>
                  </a:txBody>
                  <a:tcPr/>
                </a:tc>
                <a:tc>
                  <a:txBody>
                    <a:bodyPr/>
                    <a:lstStyle/>
                    <a:p>
                      <a:pPr marL="0" marR="0" algn="ctr">
                        <a:spcBef>
                          <a:spcPts val="0"/>
                        </a:spcBef>
                        <a:spcAft>
                          <a:spcPts val="0"/>
                        </a:spcAft>
                      </a:pPr>
                      <a:r>
                        <a:rPr lang="en-US" sz="1200">
                          <a:effectLst/>
                        </a:rPr>
                        <a:t>WLAN</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spcBef>
                          <a:spcPts val="0"/>
                        </a:spcBef>
                        <a:spcAft>
                          <a:spcPts val="0"/>
                        </a:spcAft>
                      </a:pPr>
                      <a:r>
                        <a:rPr lang="en-US" sz="1200">
                          <a:effectLst/>
                        </a:rPr>
                        <a:t>+3V_WLAN</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ptos" panose="020B0004020202020204" pitchFamily="34" charset="0"/>
                          <a:ea typeface="PMingLiU" panose="02020500000000000000" pitchFamily="18" charset="-120"/>
                          <a:cs typeface="Aptos" panose="020B0004020202020204" pitchFamily="34" charset="0"/>
                          <a:sym typeface="Intel Clear"/>
                        </a:rPr>
                        <a:t>Y</a:t>
                      </a:r>
                    </a:p>
                  </a:txBody>
                  <a:tcPr marL="17780" marR="17780" marT="0" marB="0" anchor="ctr"/>
                </a:tc>
                <a:extLst>
                  <a:ext uri="{0D108BD9-81ED-4DB2-BD59-A6C34878D82A}">
                    <a16:rowId xmlns:a16="http://schemas.microsoft.com/office/drawing/2014/main" val="960452999"/>
                  </a:ext>
                </a:extLst>
              </a:tr>
              <a:tr h="213360">
                <a:tc vMerge="1">
                  <a:txBody>
                    <a:bodyPr/>
                    <a:lstStyle/>
                    <a:p>
                      <a:endParaRPr lang="en-US"/>
                    </a:p>
                  </a:txBody>
                  <a:tcPr/>
                </a:tc>
                <a:tc>
                  <a:txBody>
                    <a:bodyPr/>
                    <a:lstStyle/>
                    <a:p>
                      <a:pPr marL="0" marR="0" algn="ctr">
                        <a:spcBef>
                          <a:spcPts val="0"/>
                        </a:spcBef>
                        <a:spcAft>
                          <a:spcPts val="0"/>
                        </a:spcAft>
                      </a:pPr>
                      <a:r>
                        <a:rPr lang="en-US" sz="1200">
                          <a:effectLst/>
                        </a:rPr>
                        <a:t>SSD</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spcBef>
                          <a:spcPts val="0"/>
                        </a:spcBef>
                        <a:spcAft>
                          <a:spcPts val="0"/>
                        </a:spcAft>
                      </a:pPr>
                      <a:r>
                        <a:rPr lang="en-US" sz="1200">
                          <a:effectLst/>
                        </a:rPr>
                        <a:t>+3V_SSD</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ptos" panose="020B0004020202020204" pitchFamily="34" charset="0"/>
                          <a:ea typeface="PMingLiU" panose="02020500000000000000" pitchFamily="18" charset="-120"/>
                          <a:cs typeface="Aptos" panose="020B0004020202020204" pitchFamily="34" charset="0"/>
                          <a:sym typeface="Intel Clear"/>
                        </a:rPr>
                        <a:t>Y</a:t>
                      </a:r>
                    </a:p>
                  </a:txBody>
                  <a:tcPr marL="17780" marR="17780" marT="0" marB="0" anchor="ctr"/>
                </a:tc>
                <a:extLst>
                  <a:ext uri="{0D108BD9-81ED-4DB2-BD59-A6C34878D82A}">
                    <a16:rowId xmlns:a16="http://schemas.microsoft.com/office/drawing/2014/main" val="891527253"/>
                  </a:ext>
                </a:extLst>
              </a:tr>
              <a:tr h="213360">
                <a:tc vMerge="1">
                  <a:txBody>
                    <a:bodyPr/>
                    <a:lstStyle/>
                    <a:p>
                      <a:endParaRPr lang="en-US"/>
                    </a:p>
                  </a:txBody>
                  <a:tcPr/>
                </a:tc>
                <a:tc>
                  <a:txBody>
                    <a:bodyPr/>
                    <a:lstStyle/>
                    <a:p>
                      <a:pPr marL="0" marR="0" algn="ctr">
                        <a:spcBef>
                          <a:spcPts val="0"/>
                        </a:spcBef>
                        <a:spcAft>
                          <a:spcPts val="0"/>
                        </a:spcAft>
                      </a:pPr>
                      <a:r>
                        <a:rPr lang="en-US" sz="1200">
                          <a:effectLst/>
                        </a:rPr>
                        <a:t>SYSTEM</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spcBef>
                          <a:spcPts val="0"/>
                        </a:spcBef>
                        <a:spcAft>
                          <a:spcPts val="0"/>
                        </a:spcAft>
                      </a:pPr>
                      <a:r>
                        <a:rPr lang="en-US" sz="1200">
                          <a:effectLst/>
                        </a:rPr>
                        <a:t>+BattV_BATT</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ptos" panose="020B0004020202020204" pitchFamily="34" charset="0"/>
                          <a:ea typeface="PMingLiU" panose="02020500000000000000" pitchFamily="18" charset="-120"/>
                          <a:cs typeface="Aptos" panose="020B0004020202020204" pitchFamily="34" charset="0"/>
                          <a:sym typeface="Intel Clear"/>
                        </a:rPr>
                        <a:t>Y</a:t>
                      </a:r>
                    </a:p>
                  </a:txBody>
                  <a:tcPr marL="17780" marR="17780" marT="0" marB="0" anchor="ctr"/>
                </a:tc>
                <a:extLst>
                  <a:ext uri="{0D108BD9-81ED-4DB2-BD59-A6C34878D82A}">
                    <a16:rowId xmlns:a16="http://schemas.microsoft.com/office/drawing/2014/main" val="1600732021"/>
                  </a:ext>
                </a:extLst>
              </a:tr>
              <a:tr h="213360">
                <a:tc rowSpan="4">
                  <a:txBody>
                    <a:bodyPr/>
                    <a:lstStyle/>
                    <a:p>
                      <a:pPr marL="0" marR="0" algn="ctr">
                        <a:spcBef>
                          <a:spcPts val="0"/>
                        </a:spcBef>
                        <a:spcAft>
                          <a:spcPts val="0"/>
                        </a:spcAft>
                      </a:pPr>
                      <a:r>
                        <a:rPr lang="en-US" sz="1200">
                          <a:effectLst/>
                        </a:rPr>
                        <a:t>PAC1934</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SOC</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spcBef>
                          <a:spcPts val="0"/>
                        </a:spcBef>
                        <a:spcAft>
                          <a:spcPts val="0"/>
                        </a:spcAft>
                      </a:pPr>
                      <a:r>
                        <a:rPr lang="en-US" sz="1200">
                          <a:effectLst/>
                        </a:rPr>
                        <a:t>VDD2(+1.065V_MEM)</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2</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ptos" panose="020B0004020202020204" pitchFamily="34" charset="0"/>
                          <a:ea typeface="PMingLiU" panose="02020500000000000000" pitchFamily="18" charset="-120"/>
                          <a:cs typeface="Aptos" panose="020B0004020202020204" pitchFamily="34" charset="0"/>
                          <a:sym typeface="Intel Clear"/>
                        </a:rPr>
                        <a:t>Y</a:t>
                      </a:r>
                    </a:p>
                  </a:txBody>
                  <a:tcPr marL="17780" marR="17780" marT="0" marB="0" anchor="ctr"/>
                </a:tc>
                <a:extLst>
                  <a:ext uri="{0D108BD9-81ED-4DB2-BD59-A6C34878D82A}">
                    <a16:rowId xmlns:a16="http://schemas.microsoft.com/office/drawing/2014/main" val="2161735258"/>
                  </a:ext>
                </a:extLst>
              </a:tr>
              <a:tr h="213360">
                <a:tc vMerge="1">
                  <a:txBody>
                    <a:bodyPr/>
                    <a:lstStyle/>
                    <a:p>
                      <a:endParaRPr lang="en-US"/>
                    </a:p>
                  </a:txBody>
                  <a:tcPr/>
                </a:tc>
                <a:tc>
                  <a:txBody>
                    <a:bodyPr/>
                    <a:lstStyle/>
                    <a:p>
                      <a:pPr marL="0" marR="0" algn="ctr">
                        <a:spcBef>
                          <a:spcPts val="0"/>
                        </a:spcBef>
                        <a:spcAft>
                          <a:spcPts val="0"/>
                        </a:spcAft>
                      </a:pPr>
                      <a:r>
                        <a:rPr lang="en-US" sz="1200">
                          <a:effectLst/>
                        </a:rPr>
                        <a:t>SOC/Memory</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spcBef>
                          <a:spcPts val="0"/>
                        </a:spcBef>
                        <a:spcAft>
                          <a:spcPts val="0"/>
                        </a:spcAft>
                      </a:pPr>
                      <a:r>
                        <a:rPr lang="en-US" sz="1200">
                          <a:effectLst/>
                        </a:rPr>
                        <a:t>VDDQ(+0.52V_VDDQ)</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3</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ptos" panose="020B0004020202020204" pitchFamily="34" charset="0"/>
                          <a:ea typeface="PMingLiU" panose="02020500000000000000" pitchFamily="18" charset="-120"/>
                          <a:cs typeface="Aptos" panose="020B0004020202020204" pitchFamily="34" charset="0"/>
                          <a:sym typeface="Intel Clear"/>
                        </a:rPr>
                        <a:t>Y</a:t>
                      </a:r>
                    </a:p>
                  </a:txBody>
                  <a:tcPr marL="17780" marR="17780" marT="0" marB="0" anchor="ctr"/>
                </a:tc>
                <a:extLst>
                  <a:ext uri="{0D108BD9-81ED-4DB2-BD59-A6C34878D82A}">
                    <a16:rowId xmlns:a16="http://schemas.microsoft.com/office/drawing/2014/main" val="3709051986"/>
                  </a:ext>
                </a:extLst>
              </a:tr>
              <a:tr h="213360">
                <a:tc vMerge="1">
                  <a:txBody>
                    <a:bodyPr/>
                    <a:lstStyle/>
                    <a:p>
                      <a:endParaRPr lang="en-US"/>
                    </a:p>
                  </a:txBody>
                  <a:tcPr/>
                </a:tc>
                <a:tc rowSpan="2">
                  <a:txBody>
                    <a:bodyPr/>
                    <a:lstStyle/>
                    <a:p>
                      <a:pPr marL="0" marR="0" algn="ctr">
                        <a:spcBef>
                          <a:spcPts val="0"/>
                        </a:spcBef>
                        <a:spcAft>
                          <a:spcPts val="0"/>
                        </a:spcAft>
                      </a:pPr>
                      <a:r>
                        <a:rPr lang="en-US" sz="1200">
                          <a:effectLst/>
                        </a:rPr>
                        <a:t>EC</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spcBef>
                          <a:spcPts val="0"/>
                        </a:spcBef>
                        <a:spcAft>
                          <a:spcPts val="0"/>
                        </a:spcAft>
                      </a:pPr>
                      <a:r>
                        <a:rPr lang="en-US" sz="1200">
                          <a:effectLst/>
                        </a:rPr>
                        <a:t>+3.3V_ALW_UE1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ptos" panose="020B0004020202020204" pitchFamily="34" charset="0"/>
                          <a:ea typeface="PMingLiU" panose="02020500000000000000" pitchFamily="18" charset="-120"/>
                          <a:cs typeface="Aptos" panose="020B0004020202020204" pitchFamily="34" charset="0"/>
                          <a:sym typeface="Intel Clear"/>
                        </a:rPr>
                        <a:t>Y</a:t>
                      </a:r>
                    </a:p>
                  </a:txBody>
                  <a:tcPr marL="17780" marR="17780" marT="0" marB="0" anchor="ctr"/>
                </a:tc>
                <a:extLst>
                  <a:ext uri="{0D108BD9-81ED-4DB2-BD59-A6C34878D82A}">
                    <a16:rowId xmlns:a16="http://schemas.microsoft.com/office/drawing/2014/main" val="858257075"/>
                  </a:ext>
                </a:extLst>
              </a:tr>
              <a:tr h="213360">
                <a:tc vMerge="1">
                  <a:txBody>
                    <a:bodyPr/>
                    <a:lstStyle/>
                    <a:p>
                      <a:endParaRPr lang="en-US"/>
                    </a:p>
                  </a:txBody>
                  <a:tcPr/>
                </a:tc>
                <a:tc vMerge="1">
                  <a:txBody>
                    <a:bodyPr/>
                    <a:lstStyle/>
                    <a:p>
                      <a:endParaRPr lang="en-US"/>
                    </a:p>
                  </a:txBody>
                  <a:tcPr/>
                </a:tc>
                <a:tc>
                  <a:txBody>
                    <a:bodyPr/>
                    <a:lstStyle/>
                    <a:p>
                      <a:pPr marL="0" marR="0">
                        <a:spcBef>
                          <a:spcPts val="0"/>
                        </a:spcBef>
                        <a:spcAft>
                          <a:spcPts val="0"/>
                        </a:spcAft>
                      </a:pPr>
                      <a:r>
                        <a:rPr lang="en-US" sz="1200">
                          <a:effectLst/>
                        </a:rPr>
                        <a:t>+1.8V_ALW_UE1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algn="ctr">
                        <a:spcBef>
                          <a:spcPts val="0"/>
                        </a:spcBef>
                        <a:spcAft>
                          <a:spcPts val="0"/>
                        </a:spcAft>
                      </a:pPr>
                      <a:r>
                        <a:rPr lang="en-US" sz="1200">
                          <a:effectLst/>
                        </a:rPr>
                        <a:t>1</a:t>
                      </a:r>
                      <a:endParaRPr lang="en-US" sz="1200">
                        <a:effectLst/>
                        <a:latin typeface="Aptos" panose="020B0004020202020204" pitchFamily="34" charset="0"/>
                        <a:ea typeface="PMingLiU" panose="02020500000000000000" pitchFamily="18" charset="-120"/>
                        <a:cs typeface="Aptos" panose="020B0004020202020204" pitchFamily="34" charset="0"/>
                      </a:endParaRPr>
                    </a:p>
                  </a:txBody>
                  <a:tcPr marL="17780" marR="17780" marT="0" marB="0" anchor="ctr"/>
                </a:tc>
                <a:tc>
                  <a:txBody>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ptos" panose="020B0004020202020204" pitchFamily="34" charset="0"/>
                          <a:ea typeface="PMingLiU" panose="02020500000000000000" pitchFamily="18" charset="-120"/>
                          <a:cs typeface="Aptos" panose="020B0004020202020204" pitchFamily="34" charset="0"/>
                          <a:sym typeface="Intel Clear"/>
                        </a:rPr>
                        <a:t>Y</a:t>
                      </a:r>
                    </a:p>
                  </a:txBody>
                  <a:tcPr marL="17780" marR="17780" marT="0" marB="0" anchor="ctr"/>
                </a:tc>
                <a:extLst>
                  <a:ext uri="{0D108BD9-81ED-4DB2-BD59-A6C34878D82A}">
                    <a16:rowId xmlns:a16="http://schemas.microsoft.com/office/drawing/2014/main" val="2077049192"/>
                  </a:ext>
                </a:extLst>
              </a:tr>
            </a:tbl>
          </a:graphicData>
        </a:graphic>
      </p:graphicFrame>
    </p:spTree>
    <p:extLst>
      <p:ext uri="{BB962C8B-B14F-4D97-AF65-F5344CB8AC3E}">
        <p14:creationId xmlns:p14="http://schemas.microsoft.com/office/powerpoint/2010/main" val="42546751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8B582-F1BD-1C0A-2054-8FFFA91847C0}"/>
              </a:ext>
            </a:extLst>
          </p:cNvPr>
          <p:cNvSpPr>
            <a:spLocks noGrp="1"/>
          </p:cNvSpPr>
          <p:nvPr>
            <p:ph type="title"/>
          </p:nvPr>
        </p:nvSpPr>
        <p:spPr/>
        <p:txBody>
          <a:bodyPr/>
          <a:lstStyle/>
          <a:p>
            <a:r>
              <a:rPr lang="en-US"/>
              <a:t>Dell Jarvis and </a:t>
            </a:r>
            <a:r>
              <a:rPr lang="en-US" err="1"/>
              <a:t>Taroko</a:t>
            </a:r>
            <a:r>
              <a:rPr lang="en-US"/>
              <a:t> Comparison</a:t>
            </a:r>
          </a:p>
        </p:txBody>
      </p:sp>
      <p:graphicFrame>
        <p:nvGraphicFramePr>
          <p:cNvPr id="5" name="Content Placeholder 4">
            <a:extLst>
              <a:ext uri="{FF2B5EF4-FFF2-40B4-BE49-F238E27FC236}">
                <a16:creationId xmlns:a16="http://schemas.microsoft.com/office/drawing/2014/main" id="{8CF1CD2D-A835-5D5D-0028-39198B8D5363}"/>
              </a:ext>
            </a:extLst>
          </p:cNvPr>
          <p:cNvGraphicFramePr>
            <a:graphicFrameLocks noGrp="1"/>
          </p:cNvGraphicFramePr>
          <p:nvPr>
            <p:ph idx="1"/>
            <p:extLst>
              <p:ext uri="{D42A27DB-BD31-4B8C-83A1-F6EECF244321}">
                <p14:modId xmlns:p14="http://schemas.microsoft.com/office/powerpoint/2010/main" val="2143612918"/>
              </p:ext>
            </p:extLst>
          </p:nvPr>
        </p:nvGraphicFramePr>
        <p:xfrm>
          <a:off x="381000" y="1284738"/>
          <a:ext cx="9512400" cy="2960003"/>
        </p:xfrm>
        <a:graphic>
          <a:graphicData uri="http://schemas.openxmlformats.org/drawingml/2006/table">
            <a:tbl>
              <a:tblPr firstRow="1" firstCol="1" bandRow="1"/>
              <a:tblGrid>
                <a:gridCol w="2349481">
                  <a:extLst>
                    <a:ext uri="{9D8B030D-6E8A-4147-A177-3AD203B41FA5}">
                      <a16:colId xmlns:a16="http://schemas.microsoft.com/office/drawing/2014/main" val="66550635"/>
                    </a:ext>
                  </a:extLst>
                </a:gridCol>
                <a:gridCol w="4219254">
                  <a:extLst>
                    <a:ext uri="{9D8B030D-6E8A-4147-A177-3AD203B41FA5}">
                      <a16:colId xmlns:a16="http://schemas.microsoft.com/office/drawing/2014/main" val="345278967"/>
                    </a:ext>
                  </a:extLst>
                </a:gridCol>
                <a:gridCol w="2943665">
                  <a:extLst>
                    <a:ext uri="{9D8B030D-6E8A-4147-A177-3AD203B41FA5}">
                      <a16:colId xmlns:a16="http://schemas.microsoft.com/office/drawing/2014/main" val="3343004996"/>
                    </a:ext>
                  </a:extLst>
                </a:gridCol>
              </a:tblGrid>
              <a:tr h="376797">
                <a:tc>
                  <a:txBody>
                    <a:bodyPr/>
                    <a:lstStyle/>
                    <a:p>
                      <a:pPr marL="0" marR="0" algn="l">
                        <a:spcBef>
                          <a:spcPts val="0"/>
                        </a:spcBef>
                        <a:spcAft>
                          <a:spcPts val="0"/>
                        </a:spcAft>
                      </a:pPr>
                      <a:r>
                        <a:rPr lang="en-US" sz="1400">
                          <a:effectLst/>
                          <a:latin typeface="+mj-lt"/>
                          <a:ea typeface="PMingLiU" panose="02020500000000000000" pitchFamily="18" charset="-120"/>
                          <a:cs typeface="Aptos" panose="020B0004020202020204" pitchFamily="34" charset="0"/>
                        </a:rPr>
                        <a:t> </a:t>
                      </a:r>
                      <a:endParaRPr lang="en-US" sz="1600">
                        <a:effectLst/>
                        <a:latin typeface="+mj-lt"/>
                        <a:ea typeface="PMingLiU" panose="02020500000000000000" pitchFamily="18" charset="-120"/>
                        <a:cs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spcBef>
                          <a:spcPts val="0"/>
                        </a:spcBef>
                        <a:spcAft>
                          <a:spcPts val="0"/>
                        </a:spcAft>
                      </a:pPr>
                      <a:r>
                        <a:rPr lang="en-US" sz="1400">
                          <a:effectLst/>
                          <a:latin typeface="+mj-lt"/>
                          <a:ea typeface="PMingLiU" panose="02020500000000000000" pitchFamily="18" charset="-120"/>
                          <a:cs typeface="Aptos" panose="020B0004020202020204" pitchFamily="34" charset="0"/>
                        </a:rPr>
                        <a:t>Taroko</a:t>
                      </a:r>
                      <a:endParaRPr lang="en-US" sz="1600">
                        <a:effectLst/>
                        <a:latin typeface="+mj-lt"/>
                        <a:ea typeface="PMingLiU" panose="02020500000000000000" pitchFamily="18" charset="-120"/>
                        <a:cs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spcBef>
                          <a:spcPts val="0"/>
                        </a:spcBef>
                        <a:spcAft>
                          <a:spcPts val="0"/>
                        </a:spcAft>
                      </a:pPr>
                      <a:r>
                        <a:rPr lang="en-US" sz="1400">
                          <a:effectLst/>
                          <a:latin typeface="+mj-lt"/>
                          <a:ea typeface="PMingLiU" panose="02020500000000000000" pitchFamily="18" charset="-120"/>
                          <a:cs typeface="Aptos" panose="020B0004020202020204" pitchFamily="34" charset="0"/>
                        </a:rPr>
                        <a:t>Jarvis</a:t>
                      </a:r>
                      <a:endParaRPr lang="en-US" sz="1600">
                        <a:effectLst/>
                        <a:latin typeface="+mj-lt"/>
                        <a:ea typeface="PMingLiU" panose="02020500000000000000" pitchFamily="18" charset="-120"/>
                        <a:cs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4296843"/>
                  </a:ext>
                </a:extLst>
              </a:tr>
              <a:tr h="753595">
                <a:tc>
                  <a:txBody>
                    <a:bodyPr/>
                    <a:lstStyle/>
                    <a:p>
                      <a:pPr marL="0" marR="0" algn="l">
                        <a:spcBef>
                          <a:spcPts val="0"/>
                        </a:spcBef>
                        <a:spcAft>
                          <a:spcPts val="0"/>
                        </a:spcAft>
                      </a:pPr>
                      <a:r>
                        <a:rPr lang="en-US" sz="1400">
                          <a:effectLst/>
                          <a:latin typeface="+mj-lt"/>
                          <a:ea typeface="PMingLiU" panose="02020500000000000000" pitchFamily="18" charset="-120"/>
                          <a:cs typeface="Aptos" panose="020B0004020202020204" pitchFamily="34" charset="0"/>
                        </a:rPr>
                        <a:t>System size </a:t>
                      </a:r>
                    </a:p>
                    <a:p>
                      <a:pPr marL="0" marR="0" algn="l">
                        <a:spcBef>
                          <a:spcPts val="0"/>
                        </a:spcBef>
                        <a:spcAft>
                          <a:spcPts val="0"/>
                        </a:spcAft>
                      </a:pPr>
                      <a:r>
                        <a:rPr lang="en-US" sz="1400">
                          <a:effectLst/>
                          <a:latin typeface="+mj-lt"/>
                          <a:ea typeface="PMingLiU" panose="02020500000000000000" pitchFamily="18" charset="-120"/>
                          <a:cs typeface="Aptos" panose="020B0004020202020204" pitchFamily="34" charset="0"/>
                        </a:rPr>
                        <a:t>(14” or 16”, etc.)</a:t>
                      </a:r>
                      <a:endParaRPr lang="en-US" sz="1600">
                        <a:effectLst/>
                        <a:latin typeface="+mj-lt"/>
                        <a:ea typeface="PMingLiU" panose="02020500000000000000" pitchFamily="18" charset="-120"/>
                        <a:cs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spcBef>
                          <a:spcPts val="0"/>
                        </a:spcBef>
                        <a:spcAft>
                          <a:spcPts val="0"/>
                        </a:spcAft>
                      </a:pPr>
                      <a:r>
                        <a:rPr lang="en-US" sz="1400">
                          <a:effectLst/>
                          <a:latin typeface="+mj-lt"/>
                          <a:ea typeface="PMingLiU" panose="02020500000000000000" pitchFamily="18" charset="-120"/>
                          <a:cs typeface="Aptos" panose="020B0004020202020204" pitchFamily="34" charset="0"/>
                        </a:rPr>
                        <a:t> </a:t>
                      </a:r>
                      <a:endParaRPr lang="en-US" sz="1600">
                        <a:effectLst/>
                        <a:latin typeface="+mj-lt"/>
                        <a:ea typeface="PMingLiU" panose="02020500000000000000" pitchFamily="18" charset="-120"/>
                        <a:cs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spcBef>
                          <a:spcPts val="0"/>
                        </a:spcBef>
                        <a:spcAft>
                          <a:spcPts val="0"/>
                        </a:spcAft>
                      </a:pPr>
                      <a:r>
                        <a:rPr lang="en-US" sz="1400">
                          <a:solidFill>
                            <a:srgbClr val="0F4761"/>
                          </a:solidFill>
                          <a:effectLst/>
                          <a:latin typeface="+mj-lt"/>
                          <a:ea typeface="PMingLiU" panose="02020500000000000000" pitchFamily="18" charset="-120"/>
                          <a:cs typeface="Aptos" panose="020B0004020202020204" pitchFamily="34" charset="0"/>
                        </a:rPr>
                        <a:t>14”/16”</a:t>
                      </a:r>
                      <a:endParaRPr lang="en-US" sz="1600">
                        <a:effectLst/>
                        <a:latin typeface="+mj-lt"/>
                        <a:ea typeface="PMingLiU" panose="02020500000000000000" pitchFamily="18" charset="-120"/>
                        <a:cs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9882060"/>
                  </a:ext>
                </a:extLst>
              </a:tr>
              <a:tr h="376797">
                <a:tc>
                  <a:txBody>
                    <a:bodyPr/>
                    <a:lstStyle/>
                    <a:p>
                      <a:pPr marL="0" marR="0" algn="l">
                        <a:spcBef>
                          <a:spcPts val="0"/>
                        </a:spcBef>
                        <a:spcAft>
                          <a:spcPts val="0"/>
                        </a:spcAft>
                      </a:pPr>
                      <a:r>
                        <a:rPr lang="en-US" sz="1400">
                          <a:effectLst/>
                          <a:latin typeface="+mj-lt"/>
                          <a:ea typeface="PMingLiU" panose="02020500000000000000" pitchFamily="18" charset="-120"/>
                          <a:cs typeface="Aptos" panose="020B0004020202020204" pitchFamily="34" charset="0"/>
                        </a:rPr>
                        <a:t>PCB size X * Y</a:t>
                      </a:r>
                      <a:r>
                        <a:rPr lang="en-US" sz="1400">
                          <a:solidFill>
                            <a:srgbClr val="0F4761"/>
                          </a:solidFill>
                          <a:effectLst/>
                          <a:latin typeface="+mj-lt"/>
                          <a:ea typeface="PMingLiU" panose="02020500000000000000" pitchFamily="18" charset="-120"/>
                          <a:cs typeface="Aptos" panose="020B0004020202020204" pitchFamily="34" charset="0"/>
                        </a:rPr>
                        <a:t> (mm)</a:t>
                      </a:r>
                      <a:endParaRPr lang="en-US" sz="1600">
                        <a:effectLst/>
                        <a:latin typeface="+mj-lt"/>
                        <a:ea typeface="PMingLiU" panose="02020500000000000000" pitchFamily="18" charset="-120"/>
                        <a:cs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spcBef>
                          <a:spcPts val="0"/>
                        </a:spcBef>
                        <a:spcAft>
                          <a:spcPts val="0"/>
                        </a:spcAft>
                      </a:pPr>
                      <a:r>
                        <a:rPr lang="en-US" sz="1400">
                          <a:effectLst/>
                          <a:latin typeface="+mj-lt"/>
                          <a:ea typeface="PMingLiU" panose="02020500000000000000" pitchFamily="18" charset="-120"/>
                          <a:cs typeface="Aptos" panose="020B0004020202020204" pitchFamily="34" charset="0"/>
                        </a:rPr>
                        <a:t> </a:t>
                      </a:r>
                      <a:endParaRPr lang="en-US" sz="1600">
                        <a:effectLst/>
                        <a:latin typeface="+mj-lt"/>
                        <a:ea typeface="PMingLiU" panose="02020500000000000000" pitchFamily="18" charset="-120"/>
                        <a:cs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spcBef>
                          <a:spcPts val="0"/>
                        </a:spcBef>
                        <a:spcAft>
                          <a:spcPts val="0"/>
                        </a:spcAft>
                      </a:pPr>
                      <a:r>
                        <a:rPr lang="en-US" sz="1400">
                          <a:solidFill>
                            <a:srgbClr val="0F4761"/>
                          </a:solidFill>
                          <a:effectLst/>
                          <a:latin typeface="+mj-lt"/>
                          <a:ea typeface="PMingLiU" panose="02020500000000000000" pitchFamily="18" charset="-120"/>
                          <a:cs typeface="Aptos" panose="020B0004020202020204" pitchFamily="34" charset="0"/>
                        </a:rPr>
                        <a:t>192.9*110.8</a:t>
                      </a:r>
                      <a:endParaRPr lang="en-US" sz="1600">
                        <a:effectLst/>
                        <a:latin typeface="+mj-lt"/>
                        <a:ea typeface="PMingLiU" panose="02020500000000000000" pitchFamily="18" charset="-120"/>
                        <a:cs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75133614"/>
                  </a:ext>
                </a:extLst>
              </a:tr>
              <a:tr h="1452814">
                <a:tc>
                  <a:txBody>
                    <a:bodyPr/>
                    <a:lstStyle/>
                    <a:p>
                      <a:pPr marL="0" marR="0" algn="l">
                        <a:spcBef>
                          <a:spcPts val="0"/>
                        </a:spcBef>
                        <a:spcAft>
                          <a:spcPts val="0"/>
                        </a:spcAft>
                      </a:pPr>
                      <a:r>
                        <a:rPr lang="en-US" sz="1400">
                          <a:effectLst/>
                          <a:latin typeface="+mj-lt"/>
                          <a:ea typeface="PMingLiU" panose="02020500000000000000" pitchFamily="18" charset="-120"/>
                          <a:cs typeface="Aptos" panose="020B0004020202020204" pitchFamily="34" charset="0"/>
                        </a:rPr>
                        <a:t>System meter </a:t>
                      </a:r>
                      <a:endParaRPr lang="en-US" sz="1600">
                        <a:effectLst/>
                        <a:latin typeface="+mj-lt"/>
                        <a:ea typeface="PMingLiU" panose="02020500000000000000" pitchFamily="18" charset="-120"/>
                        <a:cs typeface="Aptos" panose="020B0004020202020204" pitchFamily="34" charset="0"/>
                      </a:endParaRPr>
                    </a:p>
                    <a:p>
                      <a:pPr marL="0" marR="0" algn="l">
                        <a:spcBef>
                          <a:spcPts val="0"/>
                        </a:spcBef>
                        <a:spcAft>
                          <a:spcPts val="0"/>
                        </a:spcAft>
                      </a:pPr>
                      <a:r>
                        <a:rPr lang="en-US" sz="1400">
                          <a:effectLst/>
                          <a:latin typeface="+mj-lt"/>
                          <a:ea typeface="PMingLiU" panose="02020500000000000000" pitchFamily="18" charset="-120"/>
                          <a:cs typeface="Aptos" panose="020B0004020202020204" pitchFamily="34" charset="0"/>
                        </a:rPr>
                        <a:t>PAC ICs and rails count</a:t>
                      </a:r>
                      <a:endParaRPr lang="en-US" sz="1600">
                        <a:effectLst/>
                        <a:latin typeface="+mj-lt"/>
                        <a:ea typeface="PMingLiU" panose="02020500000000000000" pitchFamily="18" charset="-120"/>
                        <a:cs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spcBef>
                          <a:spcPts val="0"/>
                        </a:spcBef>
                        <a:spcAft>
                          <a:spcPts val="0"/>
                        </a:spcAft>
                      </a:pPr>
                      <a:r>
                        <a:rPr lang="en-US" sz="1400">
                          <a:effectLst/>
                          <a:latin typeface="+mj-lt"/>
                          <a:ea typeface="PMingLiU" panose="02020500000000000000" pitchFamily="18" charset="-120"/>
                          <a:cs typeface="Aptos" panose="020B0004020202020204" pitchFamily="34" charset="0"/>
                        </a:rPr>
                        <a:t>4 PAC ICs</a:t>
                      </a:r>
                      <a:endParaRPr lang="en-US" sz="1600">
                        <a:effectLst/>
                        <a:latin typeface="+mj-lt"/>
                        <a:ea typeface="PMingLiU" panose="02020500000000000000" pitchFamily="18" charset="-120"/>
                        <a:cs typeface="Aptos" panose="020B0004020202020204" pitchFamily="34" charset="0"/>
                      </a:endParaRPr>
                    </a:p>
                    <a:p>
                      <a:pPr marL="0" marR="0" algn="l">
                        <a:spcBef>
                          <a:spcPts val="0"/>
                        </a:spcBef>
                        <a:spcAft>
                          <a:spcPts val="0"/>
                        </a:spcAft>
                      </a:pPr>
                      <a:r>
                        <a:rPr lang="en-US" sz="1400">
                          <a:effectLst/>
                          <a:latin typeface="+mj-lt"/>
                          <a:ea typeface="PMingLiU" panose="02020500000000000000" pitchFamily="18" charset="-120"/>
                          <a:cs typeface="Aptos" panose="020B0004020202020204" pitchFamily="34" charset="0"/>
                        </a:rPr>
                        <a:t>16 rails (8 SOC/memory, 2 panel, 1 camera, 1WLAN, 1 SSD, 2 EC, 1 </a:t>
                      </a:r>
                      <a:r>
                        <a:rPr lang="en-US" sz="1400" err="1">
                          <a:effectLst/>
                          <a:latin typeface="+mj-lt"/>
                          <a:ea typeface="PMingLiU" panose="02020500000000000000" pitchFamily="18" charset="-120"/>
                          <a:cs typeface="Aptos" panose="020B0004020202020204" pitchFamily="34" charset="0"/>
                        </a:rPr>
                        <a:t>Batt_in</a:t>
                      </a:r>
                      <a:r>
                        <a:rPr lang="en-US" sz="1400">
                          <a:effectLst/>
                          <a:latin typeface="+mj-lt"/>
                          <a:ea typeface="PMingLiU" panose="02020500000000000000" pitchFamily="18" charset="-120"/>
                          <a:cs typeface="Aptos" panose="020B0004020202020204" pitchFamily="34" charset="0"/>
                        </a:rPr>
                        <a:t>) </a:t>
                      </a:r>
                      <a:endParaRPr lang="en-US" sz="1600">
                        <a:effectLst/>
                        <a:latin typeface="+mj-lt"/>
                        <a:ea typeface="PMingLiU" panose="02020500000000000000" pitchFamily="18" charset="-120"/>
                        <a:cs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spcBef>
                          <a:spcPts val="0"/>
                        </a:spcBef>
                        <a:spcAft>
                          <a:spcPts val="0"/>
                        </a:spcAft>
                      </a:pPr>
                      <a:r>
                        <a:rPr lang="en-US" sz="1400">
                          <a:effectLst/>
                          <a:latin typeface="+mj-lt"/>
                          <a:ea typeface="PMingLiU" panose="02020500000000000000" pitchFamily="18" charset="-120"/>
                          <a:cs typeface="Aptos" panose="020B0004020202020204" pitchFamily="34" charset="0"/>
                        </a:rPr>
                        <a:t>1 PAC IC</a:t>
                      </a:r>
                      <a:endParaRPr lang="en-US" sz="1600">
                        <a:effectLst/>
                        <a:latin typeface="+mj-lt"/>
                        <a:ea typeface="PMingLiU" panose="02020500000000000000" pitchFamily="18" charset="-120"/>
                        <a:cs typeface="Aptos" panose="020B0004020202020204" pitchFamily="34" charset="0"/>
                      </a:endParaRPr>
                    </a:p>
                    <a:p>
                      <a:pPr marL="0" marR="0" algn="l">
                        <a:spcBef>
                          <a:spcPts val="0"/>
                        </a:spcBef>
                        <a:spcAft>
                          <a:spcPts val="0"/>
                        </a:spcAft>
                      </a:pPr>
                      <a:r>
                        <a:rPr lang="en-US" sz="1400">
                          <a:effectLst/>
                          <a:latin typeface="+mj-lt"/>
                          <a:ea typeface="PMingLiU" panose="02020500000000000000" pitchFamily="18" charset="-120"/>
                          <a:cs typeface="Aptos" panose="020B0004020202020204" pitchFamily="34" charset="0"/>
                        </a:rPr>
                        <a:t>2 rails (SSD and Wi-Fi)</a:t>
                      </a:r>
                      <a:endParaRPr lang="en-US" sz="1600">
                        <a:effectLst/>
                        <a:latin typeface="+mj-lt"/>
                        <a:ea typeface="PMingLiU" panose="02020500000000000000" pitchFamily="18" charset="-120"/>
                        <a:cs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0208743"/>
                  </a:ext>
                </a:extLst>
              </a:tr>
            </a:tbl>
          </a:graphicData>
        </a:graphic>
      </p:graphicFrame>
    </p:spTree>
    <p:extLst>
      <p:ext uri="{BB962C8B-B14F-4D97-AF65-F5344CB8AC3E}">
        <p14:creationId xmlns:p14="http://schemas.microsoft.com/office/powerpoint/2010/main" val="3609052075"/>
      </p:ext>
    </p:extLst>
  </p:cSld>
  <p:clrMapOvr>
    <a:masterClrMapping/>
  </p:clrMapOvr>
</p:sld>
</file>

<file path=ppt/theme/theme1.xml><?xml version="1.0" encoding="utf-8"?>
<a:theme xmlns:a="http://schemas.openxmlformats.org/drawingml/2006/main" name="Ecosystem_Excellence_CCE_Ops_WWW29">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One">
      <a:majorFont>
        <a:latin typeface="IntelOne Display Light"/>
        <a:ea typeface="Helvetica Neue"/>
        <a:cs typeface="Helvetica Neue"/>
      </a:majorFont>
      <a:minorFont>
        <a:latin typeface="IntelOne Display Regular"/>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_PPT Template_Clear_16x9">
  <a:themeElements>
    <a:clrScheme name="Custom 1">
      <a:dk1>
        <a:sysClr val="windowText" lastClr="000000"/>
      </a:dk1>
      <a:lt1>
        <a:sysClr val="window" lastClr="FFFFFF"/>
      </a:lt1>
      <a:dk2>
        <a:srgbClr val="003C71"/>
      </a:dk2>
      <a:lt2>
        <a:srgbClr val="B1BABF"/>
      </a:lt2>
      <a:accent1>
        <a:srgbClr val="003C71"/>
      </a:accent1>
      <a:accent2>
        <a:srgbClr val="0071C5"/>
      </a:accent2>
      <a:accent3>
        <a:srgbClr val="009CDA"/>
      </a:accent3>
      <a:accent4>
        <a:srgbClr val="003C71"/>
      </a:accent4>
      <a:accent5>
        <a:srgbClr val="108FFE"/>
      </a:accent5>
      <a:accent6>
        <a:srgbClr val="FF4E00"/>
      </a:accent6>
      <a:hlink>
        <a:srgbClr val="108FFE"/>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1"/>
        </a:solidFill>
      </a:spPr>
      <a:bodyPr vert="horz" wrap="none" lIns="0" tIns="0" rIns="0" bIns="0" rtlCol="0">
        <a:noAutofit/>
      </a:bodyPr>
      <a:lstStyle>
        <a:defPPr>
          <a:defRPr sz="1100" dirty="0" smtClean="0">
            <a:solidFill>
              <a:srgbClr val="003C71"/>
            </a:solidFill>
          </a:defRPr>
        </a:defPPr>
      </a:lstStyle>
    </a:txDef>
  </a:objectDefaults>
  <a:extraClrSchemeLst/>
</a:theme>
</file>

<file path=ppt/theme/theme4.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5.xml><?xml version="1.0" encoding="utf-8"?>
<a:theme xmlns:a="http://schemas.openxmlformats.org/drawingml/2006/main" name="22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6.xml><?xml version="1.0" encoding="utf-8"?>
<a:theme xmlns:a="http://schemas.openxmlformats.org/drawingml/2006/main" name="23_BasicWhite">
  <a:themeElements>
    <a:clrScheme name="Custom 1">
      <a:dk1>
        <a:srgbClr val="FFFFFF"/>
      </a:dk1>
      <a:lt1>
        <a:srgbClr val="000000"/>
      </a:lt1>
      <a:dk2>
        <a:srgbClr val="525252"/>
      </a:dk2>
      <a:lt2>
        <a:srgbClr val="004A86"/>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7.xml><?xml version="1.0" encoding="utf-8"?>
<a:theme xmlns:a="http://schemas.openxmlformats.org/drawingml/2006/main" name="27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8.xml><?xml version="1.0" encoding="utf-8"?>
<a:theme xmlns:a="http://schemas.openxmlformats.org/drawingml/2006/main" name="Intel_new_Theme2_2020">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Intel_new_Theme2_2020" id="{866C2520-7915-4ED1-8643-22E6796EC44B}" vid="{39D0DBDE-11CD-4B61-A987-3B87E5748608}"/>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5D7B83CAE82C40A7D03FFC5AE29EB3" ma:contentTypeVersion="16" ma:contentTypeDescription="Create a new document." ma:contentTypeScope="" ma:versionID="dbc4e0a44d4dced748ef2d88188b63f5">
  <xsd:schema xmlns:xsd="http://www.w3.org/2001/XMLSchema" xmlns:xs="http://www.w3.org/2001/XMLSchema" xmlns:p="http://schemas.microsoft.com/office/2006/metadata/properties" xmlns:ns2="81719314-8b96-445d-b91e-40228a3759e1" xmlns:ns3="3a9c8f14-a45f-4888-99a9-9f7803fffd43" xmlns:ns4="a7bc6c04-a6f3-4b85-abcc-278c78dc556b" targetNamespace="http://schemas.microsoft.com/office/2006/metadata/properties" ma:root="true" ma:fieldsID="eff66e2ba50089ba2eec7baa6c99fc56" ns2:_="" ns3:_="" ns4:_="">
    <xsd:import namespace="81719314-8b96-445d-b91e-40228a3759e1"/>
    <xsd:import namespace="3a9c8f14-a45f-4888-99a9-9f7803fffd43"/>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LengthInSeconds" minOccurs="0"/>
                <xsd:element ref="ns2:lcf76f155ced4ddcb4097134ff3c332f" minOccurs="0"/>
                <xsd:element ref="ns4:TaxCatchAll" minOccurs="0"/>
                <xsd:element ref="ns2:MediaServiceGenerationTime" minOccurs="0"/>
                <xsd:element ref="ns2:MediaServiceEventHashCode" minOccurs="0"/>
                <xsd:element ref="ns2:MediaServiceDateTaken" minOccurs="0"/>
                <xsd:element ref="ns2:MediaServiceLocation" minOccurs="0"/>
                <xsd:element ref="ns2:MediaServiceOCR"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719314-8b96-445d-b91e-40228a3759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9c8f14-a45f-4888-99a9-9f7803fffd4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470658ad-7ab8-4d7f-8ef1-3324b81f96c7}" ma:internalName="TaxCatchAll" ma:showField="CatchAllData" ma:web="3a9c8f14-a45f-4888-99a9-9f7803fffd4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1719314-8b96-445d-b91e-40228a3759e1">
      <Terms xmlns="http://schemas.microsoft.com/office/infopath/2007/PartnerControls"/>
    </lcf76f155ced4ddcb4097134ff3c332f>
    <TaxCatchAll xmlns="a7bc6c04-a6f3-4b85-abcc-278c78dc556b" xsi:nil="true"/>
  </documentManagement>
</p:properties>
</file>

<file path=customXml/itemProps1.xml><?xml version="1.0" encoding="utf-8"?>
<ds:datastoreItem xmlns:ds="http://schemas.openxmlformats.org/officeDocument/2006/customXml" ds:itemID="{FC889764-8955-4CDE-A45F-A86C33DD9E8A}">
  <ds:schemaRefs>
    <ds:schemaRef ds:uri="3a9c8f14-a45f-4888-99a9-9f7803fffd43"/>
    <ds:schemaRef ds:uri="81719314-8b96-445d-b91e-40228a3759e1"/>
    <ds:schemaRef ds:uri="a7bc6c04-a6f3-4b85-abcc-278c78dc556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BCC9BA3-56C6-4A3F-84F8-E6FBB98E3BF8}">
  <ds:schemaRefs>
    <ds:schemaRef ds:uri="http://schemas.microsoft.com/sharepoint/v3/contenttype/forms"/>
  </ds:schemaRefs>
</ds:datastoreItem>
</file>

<file path=customXml/itemProps3.xml><?xml version="1.0" encoding="utf-8"?>
<ds:datastoreItem xmlns:ds="http://schemas.openxmlformats.org/officeDocument/2006/customXml" ds:itemID="{498EC8A3-0B2E-428D-B81F-BAEB65BB75D3}">
  <ds:schemaRefs>
    <ds:schemaRef ds:uri="http://purl.org/dc/dcmitype/"/>
    <ds:schemaRef ds:uri="http://purl.org/dc/elements/1.1/"/>
    <ds:schemaRef ds:uri="a7bc6c04-a6f3-4b85-abcc-278c78dc556b"/>
    <ds:schemaRef ds:uri="81719314-8b96-445d-b91e-40228a3759e1"/>
    <ds:schemaRef ds:uri="http://schemas.openxmlformats.org/package/2006/metadata/core-properties"/>
    <ds:schemaRef ds:uri="http://schemas.microsoft.com/office/2006/metadata/properties"/>
    <ds:schemaRef ds:uri="http://purl.org/dc/terms/"/>
    <ds:schemaRef ds:uri="http://schemas.microsoft.com/office/2006/documentManagement/types"/>
    <ds:schemaRef ds:uri="http://schemas.microsoft.com/office/infopath/2007/PartnerControls"/>
    <ds:schemaRef ds:uri="3a9c8f14-a45f-4888-99a9-9f7803fffd43"/>
    <ds:schemaRef ds:uri="http://www.w3.org/XML/1998/namespace"/>
  </ds:schemaRefs>
</ds:datastoreItem>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emplate>PTL Design Optimization for Dell Jarvis</Template>
  <TotalTime>0</TotalTime>
  <Words>7901</Words>
  <Application>Microsoft Office PowerPoint</Application>
  <PresentationFormat>Widescreen</PresentationFormat>
  <Paragraphs>1489</Paragraphs>
  <Slides>28</Slides>
  <Notes>4</Notes>
  <HiddenSlides>0</HiddenSlides>
  <MMClips>0</MMClips>
  <ScaleCrop>false</ScaleCrop>
  <HeadingPairs>
    <vt:vector size="4" baseType="variant">
      <vt:variant>
        <vt:lpstr>Theme</vt:lpstr>
      </vt:variant>
      <vt:variant>
        <vt:i4>9</vt:i4>
      </vt:variant>
      <vt:variant>
        <vt:lpstr>Slide Titles</vt:lpstr>
      </vt:variant>
      <vt:variant>
        <vt:i4>28</vt:i4>
      </vt:variant>
    </vt:vector>
  </HeadingPairs>
  <TitlesOfParts>
    <vt:vector size="37" baseType="lpstr">
      <vt:lpstr>Ecosystem_Excellence_CCE_Ops_WWW29</vt:lpstr>
      <vt:lpstr>1_Office Theme</vt:lpstr>
      <vt:lpstr>Int_PPT Template_Clear_16x9</vt:lpstr>
      <vt:lpstr>21_BasicWhite</vt:lpstr>
      <vt:lpstr>22_BasicWhite</vt:lpstr>
      <vt:lpstr>23_BasicWhite</vt:lpstr>
      <vt:lpstr>27_BasicWhite</vt:lpstr>
      <vt:lpstr>Intel_new_Theme2_2020</vt:lpstr>
      <vt:lpstr>Office Theme</vt:lpstr>
      <vt:lpstr>PTL EE Design and RVP/xEP BOM Alignment Strategy</vt:lpstr>
      <vt:lpstr>PTL EE Design Requests to deliver best quality, performance and battery life, fast TTM</vt:lpstr>
      <vt:lpstr>PTL EE Design and RVP/xEP BOM Alignment Strategy</vt:lpstr>
      <vt:lpstr>PTL EE Design and RVP/xEP BOM Risk Level and Action Plan </vt:lpstr>
      <vt:lpstr>PTL EE Design and RVP/xEP BOM Alignment Strategy</vt:lpstr>
      <vt:lpstr>PTL EE/CSLP BOM Alignment Status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Dell Taroko PTL BOM Example </vt:lpstr>
      <vt:lpstr>Backup – OEM alignment deck</vt:lpstr>
      <vt:lpstr>PTL-H 12Xe Design Optimization</vt:lpstr>
      <vt:lpstr>Legal Disclaimer</vt:lpstr>
      <vt:lpstr>PTL EE Design Requests to deliver best quality, performance and battery life, fast TTM</vt:lpstr>
      <vt:lpstr>Agenda</vt:lpstr>
      <vt:lpstr>PTL RVP/BEP/AEP Key Component List</vt:lpstr>
      <vt:lpstr>Hetero IMVP PD for Best Battery Life</vt:lpstr>
      <vt:lpstr>PowerPoint Presentation</vt:lpstr>
      <vt:lpstr>Best Memory Design Quality </vt:lpstr>
      <vt:lpstr>IBAT SPEC for Charger</vt:lpstr>
      <vt:lpstr>Dell PTL Jarvis System Meter Adoption Challenges</vt:lpstr>
      <vt:lpstr>Dell PTL Taorko System Meter Implementation</vt:lpstr>
      <vt:lpstr>Dell Jarvis and Taroko 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Hsiao, Jimmy</dc:creator>
  <cp:lastModifiedBy>Hung, Kevin</cp:lastModifiedBy>
  <cp:revision>2</cp:revision>
  <dcterms:created xsi:type="dcterms:W3CDTF">2024-10-22T13:20:20Z</dcterms:created>
  <dcterms:modified xsi:type="dcterms:W3CDTF">2025-08-01T08:29:23Z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0x0101005A5D7B83CAE82C40A7D03FFC5AE29EB3</vt:lpwstr>
  </property>
  <property fmtid="{D5CDD505-2E9C-101B-9397-08002B2CF9AE}" pid="3" name="MediaServiceImageTags">
    <vt:lpwstr/>
  </property>
</Properties>
</file>